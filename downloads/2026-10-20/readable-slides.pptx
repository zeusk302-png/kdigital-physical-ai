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b1332ce28fe496d" /><Relationship Type="http://schemas.openxmlformats.org/officeDocument/2006/relationships/extended-properties" Target="/docProps/app.xml" Id="R6b8cd75fecb74324" /><Relationship Type="http://schemas.openxmlformats.org/officeDocument/2006/relationships/officeDocument" Target="/ppt/presentation.xml" Id="R09d22c0cc8764ecd" /></Relationships>
</file>

<file path=ppt/presentation.xml><?xml version="1.0" encoding="utf-8"?>
<p:presentation xmlns:p="http://schemas.openxmlformats.org/presentationml/2006/main">
  <p:sldMasterIdLst>
    <p:sldMasterId xmlns:r="http://schemas.openxmlformats.org/officeDocument/2006/relationships" id="2147483648" r:id="Rd4e217ca275542b5"/>
  </p:sldMasterIdLst>
  <p:notesMasterIdLst>
    <p:notesMasterId xmlns:r="http://schemas.openxmlformats.org/officeDocument/2006/relationships" r:id="Rebc5cae69d1d4d7d"/>
  </p:notesMasterIdLst>
  <p:sldIdLst>
    <p:sldId xmlns:r="http://schemas.openxmlformats.org/officeDocument/2006/relationships" id="256" r:id="R699951a73d5c44e3"/>
    <p:sldId xmlns:r="http://schemas.openxmlformats.org/officeDocument/2006/relationships" id="257" r:id="R8f49fcbd61c94703"/>
    <p:sldId xmlns:r="http://schemas.openxmlformats.org/officeDocument/2006/relationships" id="258" r:id="R6a78954d12fc4070"/>
    <p:sldId xmlns:r="http://schemas.openxmlformats.org/officeDocument/2006/relationships" id="259" r:id="R985d2a9a3848418c"/>
    <p:sldId xmlns:r="http://schemas.openxmlformats.org/officeDocument/2006/relationships" id="260" r:id="R00be51a22cb3483c"/>
    <p:sldId xmlns:r="http://schemas.openxmlformats.org/officeDocument/2006/relationships" id="261" r:id="R4edbb18611f04216"/>
    <p:sldId xmlns:r="http://schemas.openxmlformats.org/officeDocument/2006/relationships" id="262" r:id="R986e2be7d86a4529"/>
    <p:sldId xmlns:r="http://schemas.openxmlformats.org/officeDocument/2006/relationships" id="263" r:id="R1ea6bd8af9924025"/>
    <p:sldId xmlns:r="http://schemas.openxmlformats.org/officeDocument/2006/relationships" id="264" r:id="R3145c2b7b0b143e9"/>
    <p:sldId xmlns:r="http://schemas.openxmlformats.org/officeDocument/2006/relationships" id="265" r:id="Ra6a93d67ab444a30"/>
    <p:sldId xmlns:r="http://schemas.openxmlformats.org/officeDocument/2006/relationships" id="266" r:id="R2984ba1422d5470f"/>
    <p:sldId xmlns:r="http://schemas.openxmlformats.org/officeDocument/2006/relationships" id="267" r:id="R74aa8a73290447a0"/>
    <p:sldId xmlns:r="http://schemas.openxmlformats.org/officeDocument/2006/relationships" id="268" r:id="R412c24f5998749c3"/>
    <p:sldId xmlns:r="http://schemas.openxmlformats.org/officeDocument/2006/relationships" id="269" r:id="Rbfb89b033ea345b2"/>
    <p:sldId xmlns:r="http://schemas.openxmlformats.org/officeDocument/2006/relationships" id="270" r:id="Rd322c5c055fb4007"/>
    <p:sldId xmlns:r="http://schemas.openxmlformats.org/officeDocument/2006/relationships" id="271" r:id="R5b4b733c559d42fe"/>
    <p:sldId xmlns:r="http://schemas.openxmlformats.org/officeDocument/2006/relationships" id="272" r:id="Rc39c3f3eb09f4c84"/>
    <p:sldId xmlns:r="http://schemas.openxmlformats.org/officeDocument/2006/relationships" id="273" r:id="R15f039dd141d41c9"/>
    <p:sldId xmlns:r="http://schemas.openxmlformats.org/officeDocument/2006/relationships" id="274" r:id="R9633a75c10fc4f55"/>
    <p:sldId xmlns:r="http://schemas.openxmlformats.org/officeDocument/2006/relationships" id="275" r:id="Rc0d9aa533e824f81"/>
    <p:sldId xmlns:r="http://schemas.openxmlformats.org/officeDocument/2006/relationships" id="276" r:id="R6858c24e9e7946ff"/>
    <p:sldId xmlns:r="http://schemas.openxmlformats.org/officeDocument/2006/relationships" id="277" r:id="Ra7a8e249192646f5"/>
    <p:sldId xmlns:r="http://schemas.openxmlformats.org/officeDocument/2006/relationships" id="278" r:id="Rd87de38b35c24dd7"/>
    <p:sldId xmlns:r="http://schemas.openxmlformats.org/officeDocument/2006/relationships" id="279" r:id="R8377eb7f51f0482a"/>
    <p:sldId xmlns:r="http://schemas.openxmlformats.org/officeDocument/2006/relationships" id="280" r:id="R0c899a3331e04ef0"/>
    <p:sldId xmlns:r="http://schemas.openxmlformats.org/officeDocument/2006/relationships" id="281" r:id="R9740c810c60d4616"/>
    <p:sldId xmlns:r="http://schemas.openxmlformats.org/officeDocument/2006/relationships" id="282" r:id="R4aa0cd54296f4fd2"/>
    <p:sldId xmlns:r="http://schemas.openxmlformats.org/officeDocument/2006/relationships" id="283" r:id="R791981a630674ea9"/>
    <p:sldId xmlns:r="http://schemas.openxmlformats.org/officeDocument/2006/relationships" id="284" r:id="Ra2c5bdf883ea42e5"/>
    <p:sldId xmlns:r="http://schemas.openxmlformats.org/officeDocument/2006/relationships" id="285" r:id="R13ee9f7082c8488e"/>
    <p:sldId xmlns:r="http://schemas.openxmlformats.org/officeDocument/2006/relationships" id="286" r:id="R2ff4315689114f3c"/>
    <p:sldId xmlns:r="http://schemas.openxmlformats.org/officeDocument/2006/relationships" id="287" r:id="R1c9c5c8dbb234463"/>
    <p:sldId xmlns:r="http://schemas.openxmlformats.org/officeDocument/2006/relationships" id="288" r:id="R6f0cc206c4564eb7"/>
    <p:sldId xmlns:r="http://schemas.openxmlformats.org/officeDocument/2006/relationships" id="289" r:id="Raccde29730854ece"/>
    <p:sldId xmlns:r="http://schemas.openxmlformats.org/officeDocument/2006/relationships" id="290" r:id="R21f01eeeadc24923"/>
    <p:sldId xmlns:r="http://schemas.openxmlformats.org/officeDocument/2006/relationships" id="291" r:id="R8400cfb7b0c24599"/>
    <p:sldId xmlns:r="http://schemas.openxmlformats.org/officeDocument/2006/relationships" id="292" r:id="R3c306bfb6b4f442c"/>
    <p:sldId xmlns:r="http://schemas.openxmlformats.org/officeDocument/2006/relationships" id="293" r:id="Ra113a84330e54f23"/>
    <p:sldId xmlns:r="http://schemas.openxmlformats.org/officeDocument/2006/relationships" id="294" r:id="Re64ff03cac1f4d98"/>
    <p:sldId xmlns:r="http://schemas.openxmlformats.org/officeDocument/2006/relationships" id="295" r:id="Rf77810edec9d4b55"/>
    <p:sldId xmlns:r="http://schemas.openxmlformats.org/officeDocument/2006/relationships" id="296" r:id="R5327f2965bd04f01"/>
    <p:sldId xmlns:r="http://schemas.openxmlformats.org/officeDocument/2006/relationships" id="297" r:id="R96c2795d9b184b97"/>
    <p:sldId xmlns:r="http://schemas.openxmlformats.org/officeDocument/2006/relationships" id="298" r:id="R46904f6bb44846d5"/>
    <p:sldId xmlns:r="http://schemas.openxmlformats.org/officeDocument/2006/relationships" id="299" r:id="R17970c00584e4ed0"/>
    <p:sldId xmlns:r="http://schemas.openxmlformats.org/officeDocument/2006/relationships" id="300" r:id="R841414d8658a4ec7"/>
    <p:sldId xmlns:r="http://schemas.openxmlformats.org/officeDocument/2006/relationships" id="301" r:id="Ra24d8cd71b284e13"/>
    <p:sldId xmlns:r="http://schemas.openxmlformats.org/officeDocument/2006/relationships" id="302" r:id="R4a9d2167e7b84ede"/>
    <p:sldId xmlns:r="http://schemas.openxmlformats.org/officeDocument/2006/relationships" id="303" r:id="R367ad8d180734c12"/>
    <p:sldId xmlns:r="http://schemas.openxmlformats.org/officeDocument/2006/relationships" id="304" r:id="Rf8aaf52c87ec45f6"/>
    <p:sldId xmlns:r="http://schemas.openxmlformats.org/officeDocument/2006/relationships" id="305" r:id="Rc187291acf5e4872"/>
    <p:sldId xmlns:r="http://schemas.openxmlformats.org/officeDocument/2006/relationships" id="306" r:id="Rd23e79bb50f54e16"/>
    <p:sldId xmlns:r="http://schemas.openxmlformats.org/officeDocument/2006/relationships" id="307" r:id="Ra707be30f2b044df"/>
    <p:sldId xmlns:r="http://schemas.openxmlformats.org/officeDocument/2006/relationships" id="308" r:id="Rf323ead6bd8e4f3f"/>
    <p:sldId xmlns:r="http://schemas.openxmlformats.org/officeDocument/2006/relationships" id="309" r:id="R858ba6483d264b56"/>
    <p:sldId xmlns:r="http://schemas.openxmlformats.org/officeDocument/2006/relationships" id="310" r:id="R00a82ce35b3644ce"/>
    <p:sldId xmlns:r="http://schemas.openxmlformats.org/officeDocument/2006/relationships" id="311" r:id="R8f57b05a6cca4500"/>
    <p:sldId xmlns:r="http://schemas.openxmlformats.org/officeDocument/2006/relationships" id="312" r:id="Rb024b665dd6f4e63"/>
    <p:sldId xmlns:r="http://schemas.openxmlformats.org/officeDocument/2006/relationships" id="313" r:id="R08ef8af5249a422b"/>
    <p:sldId xmlns:r="http://schemas.openxmlformats.org/officeDocument/2006/relationships" id="314" r:id="Rdde5a0cd690643b1"/>
    <p:sldId xmlns:r="http://schemas.openxmlformats.org/officeDocument/2006/relationships" id="315" r:id="R2477fdce5d904afe"/>
    <p:sldId xmlns:r="http://schemas.openxmlformats.org/officeDocument/2006/relationships" id="316" r:id="R02e9a8998e5b43d6"/>
    <p:sldId xmlns:r="http://schemas.openxmlformats.org/officeDocument/2006/relationships" id="317" r:id="R32d555b7d2494d7f"/>
    <p:sldId xmlns:r="http://schemas.openxmlformats.org/officeDocument/2006/relationships" id="318" r:id="R7bb44772a2cf4e4b"/>
    <p:sldId xmlns:r="http://schemas.openxmlformats.org/officeDocument/2006/relationships" id="319" r:id="Rd233237914e44f2a"/>
    <p:sldId xmlns:r="http://schemas.openxmlformats.org/officeDocument/2006/relationships" id="320" r:id="Ra2e621ea21f9485a"/>
    <p:sldId xmlns:r="http://schemas.openxmlformats.org/officeDocument/2006/relationships" id="321" r:id="Re82211d256784b1a"/>
    <p:sldId xmlns:r="http://schemas.openxmlformats.org/officeDocument/2006/relationships" id="322" r:id="R1ef704a1a98a470c"/>
    <p:sldId xmlns:r="http://schemas.openxmlformats.org/officeDocument/2006/relationships" id="323" r:id="R717f840c61b44c2c"/>
    <p:sldId xmlns:r="http://schemas.openxmlformats.org/officeDocument/2006/relationships" id="324" r:id="Re54f377583224fb8"/>
    <p:sldId xmlns:r="http://schemas.openxmlformats.org/officeDocument/2006/relationships" id="325" r:id="R2274bdae5a6c4496"/>
    <p:sldId xmlns:r="http://schemas.openxmlformats.org/officeDocument/2006/relationships" id="326" r:id="R0c07d6f896f348a4"/>
    <p:sldId xmlns:r="http://schemas.openxmlformats.org/officeDocument/2006/relationships" id="327" r:id="R6fd3a47d282b45bc"/>
    <p:sldId xmlns:r="http://schemas.openxmlformats.org/officeDocument/2006/relationships" id="328" r:id="R2758b33c246c4eee"/>
    <p:sldId xmlns:r="http://schemas.openxmlformats.org/officeDocument/2006/relationships" id="329" r:id="Rbc84f7d23def4522"/>
    <p:sldId xmlns:r="http://schemas.openxmlformats.org/officeDocument/2006/relationships" id="330" r:id="Rb1b9dc9b894445c0"/>
    <p:sldId xmlns:r="http://schemas.openxmlformats.org/officeDocument/2006/relationships" id="331" r:id="R75369bd1ed7144f7"/>
    <p:sldId xmlns:r="http://schemas.openxmlformats.org/officeDocument/2006/relationships" id="332" r:id="R823fd07266af4ed9"/>
    <p:sldId xmlns:r="http://schemas.openxmlformats.org/officeDocument/2006/relationships" id="333" r:id="R1f55822bbe5246e8"/>
    <p:sldId xmlns:r="http://schemas.openxmlformats.org/officeDocument/2006/relationships" id="334" r:id="R56766bf6f6b94890"/>
    <p:sldId xmlns:r="http://schemas.openxmlformats.org/officeDocument/2006/relationships" id="335" r:id="Rc7c148231c784743"/>
    <p:sldId xmlns:r="http://schemas.openxmlformats.org/officeDocument/2006/relationships" id="336" r:id="R7d6ccea24a234fa4"/>
    <p:sldId xmlns:r="http://schemas.openxmlformats.org/officeDocument/2006/relationships" id="337" r:id="R3535a1ae182e48f2"/>
    <p:sldId xmlns:r="http://schemas.openxmlformats.org/officeDocument/2006/relationships" id="338" r:id="Ra7376b0a8abb48fb"/>
    <p:sldId xmlns:r="http://schemas.openxmlformats.org/officeDocument/2006/relationships" id="339" r:id="Rc476608b300144b1"/>
    <p:sldId xmlns:r="http://schemas.openxmlformats.org/officeDocument/2006/relationships" id="340" r:id="Rcd1283397daf49f2"/>
    <p:sldId xmlns:r="http://schemas.openxmlformats.org/officeDocument/2006/relationships" id="341" r:id="R09b0b98cf2264dd1"/>
    <p:sldId xmlns:r="http://schemas.openxmlformats.org/officeDocument/2006/relationships" id="342" r:id="Rc2689c1624f441b8"/>
    <p:sldId xmlns:r="http://schemas.openxmlformats.org/officeDocument/2006/relationships" id="343" r:id="Rf3dbe48d49654550"/>
    <p:sldId xmlns:r="http://schemas.openxmlformats.org/officeDocument/2006/relationships" id="344" r:id="R9cfdb590325f4853"/>
    <p:sldId xmlns:r="http://schemas.openxmlformats.org/officeDocument/2006/relationships" id="345" r:id="Rb15b7d62e4164a0c"/>
    <p:sldId xmlns:r="http://schemas.openxmlformats.org/officeDocument/2006/relationships" id="346" r:id="Rd24cabcde51944c2"/>
    <p:sldId xmlns:r="http://schemas.openxmlformats.org/officeDocument/2006/relationships" id="347" r:id="R9b4f698ee2b24926"/>
    <p:sldId xmlns:r="http://schemas.openxmlformats.org/officeDocument/2006/relationships" id="348" r:id="Ra1f0905a63384ad9"/>
    <p:sldId xmlns:r="http://schemas.openxmlformats.org/officeDocument/2006/relationships" id="349" r:id="R9efd6a7247114598"/>
    <p:sldId xmlns:r="http://schemas.openxmlformats.org/officeDocument/2006/relationships" id="350" r:id="Rbc090307c2504b32"/>
    <p:sldId xmlns:r="http://schemas.openxmlformats.org/officeDocument/2006/relationships" id="351" r:id="R6fdb998f70f544fe"/>
    <p:sldId xmlns:r="http://schemas.openxmlformats.org/officeDocument/2006/relationships" id="352" r:id="R5774db7481a84a73"/>
    <p:sldId xmlns:r="http://schemas.openxmlformats.org/officeDocument/2006/relationships" id="353" r:id="Rbb0284527d254d66"/>
    <p:sldId xmlns:r="http://schemas.openxmlformats.org/officeDocument/2006/relationships" id="354" r:id="R1c35c9531e08461b"/>
    <p:sldId xmlns:r="http://schemas.openxmlformats.org/officeDocument/2006/relationships" id="355" r:id="Ra4cdad08ec9f4149"/>
    <p:sldId xmlns:r="http://schemas.openxmlformats.org/officeDocument/2006/relationships" id="356" r:id="R2b9bc47e59b34de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b9d49df5b3443f" /><Relationship Type="http://schemas.openxmlformats.org/officeDocument/2006/relationships/slideMaster" Target="/ppt/slideMasters/slideMaster1.xml" Id="Rd4e217ca275542b5" /><Relationship Type="http://schemas.openxmlformats.org/officeDocument/2006/relationships/notesMaster" Target="/ppt/notesMasters/notesMaster1.xml" Id="Rebc5cae69d1d4d7d" /><Relationship Type="http://schemas.openxmlformats.org/officeDocument/2006/relationships/presProps" Target="/ppt/presProps.xml" Id="R1c13f552874e48bc" /><Relationship Type="http://schemas.openxmlformats.org/officeDocument/2006/relationships/tableStyles" Target="/ppt/tableStyles.xml" Id="Rb84b3d6295cf47c5" /><Relationship Type="http://schemas.openxmlformats.org/officeDocument/2006/relationships/slide" Target="/ppt/slides/slide1.xml" Id="R699951a73d5c44e3" /><Relationship Type="http://schemas.openxmlformats.org/officeDocument/2006/relationships/slide" Target="/ppt/slides/slide2.xml" Id="R8f49fcbd61c94703" /><Relationship Type="http://schemas.openxmlformats.org/officeDocument/2006/relationships/slide" Target="/ppt/slides/slide3.xml" Id="R6a78954d12fc4070" /><Relationship Type="http://schemas.openxmlformats.org/officeDocument/2006/relationships/slide" Target="/ppt/slides/slide4.xml" Id="R985d2a9a3848418c" /><Relationship Type="http://schemas.openxmlformats.org/officeDocument/2006/relationships/slide" Target="/ppt/slides/slide5.xml" Id="R00be51a22cb3483c" /><Relationship Type="http://schemas.openxmlformats.org/officeDocument/2006/relationships/slide" Target="/ppt/slides/slide6.xml" Id="R4edbb18611f04216" /><Relationship Type="http://schemas.openxmlformats.org/officeDocument/2006/relationships/slide" Target="/ppt/slides/slide7.xml" Id="R986e2be7d86a4529" /><Relationship Type="http://schemas.openxmlformats.org/officeDocument/2006/relationships/slide" Target="/ppt/slides/slide8.xml" Id="R1ea6bd8af9924025" /><Relationship Type="http://schemas.openxmlformats.org/officeDocument/2006/relationships/slide" Target="/ppt/slides/slide9.xml" Id="R3145c2b7b0b143e9" /><Relationship Type="http://schemas.openxmlformats.org/officeDocument/2006/relationships/slide" Target="/ppt/slides/slide10.xml" Id="Ra6a93d67ab444a30" /><Relationship Type="http://schemas.openxmlformats.org/officeDocument/2006/relationships/slide" Target="/ppt/slides/slide11.xml" Id="R2984ba1422d5470f" /><Relationship Type="http://schemas.openxmlformats.org/officeDocument/2006/relationships/slide" Target="/ppt/slides/slide12.xml" Id="R74aa8a73290447a0" /><Relationship Type="http://schemas.openxmlformats.org/officeDocument/2006/relationships/slide" Target="/ppt/slides/slide13.xml" Id="R412c24f5998749c3" /><Relationship Type="http://schemas.openxmlformats.org/officeDocument/2006/relationships/slide" Target="/ppt/slides/slide14.xml" Id="Rbfb89b033ea345b2" /><Relationship Type="http://schemas.openxmlformats.org/officeDocument/2006/relationships/slide" Target="/ppt/slides/slide15.xml" Id="Rd322c5c055fb4007" /><Relationship Type="http://schemas.openxmlformats.org/officeDocument/2006/relationships/slide" Target="/ppt/slides/slide16.xml" Id="R5b4b733c559d42fe" /><Relationship Type="http://schemas.openxmlformats.org/officeDocument/2006/relationships/slide" Target="/ppt/slides/slide17.xml" Id="Rc39c3f3eb09f4c84" /><Relationship Type="http://schemas.openxmlformats.org/officeDocument/2006/relationships/slide" Target="/ppt/slides/slide18.xml" Id="R15f039dd141d41c9" /><Relationship Type="http://schemas.openxmlformats.org/officeDocument/2006/relationships/slide" Target="/ppt/slides/slide19.xml" Id="R9633a75c10fc4f55" /><Relationship Type="http://schemas.openxmlformats.org/officeDocument/2006/relationships/slide" Target="/ppt/slides/slide20.xml" Id="Rc0d9aa533e824f81" /><Relationship Type="http://schemas.openxmlformats.org/officeDocument/2006/relationships/slide" Target="/ppt/slides/slide21.xml" Id="R6858c24e9e7946ff" /><Relationship Type="http://schemas.openxmlformats.org/officeDocument/2006/relationships/slide" Target="/ppt/slides/slide22.xml" Id="Ra7a8e249192646f5" /><Relationship Type="http://schemas.openxmlformats.org/officeDocument/2006/relationships/slide" Target="/ppt/slides/slide23.xml" Id="Rd87de38b35c24dd7" /><Relationship Type="http://schemas.openxmlformats.org/officeDocument/2006/relationships/slide" Target="/ppt/slides/slide24.xml" Id="R8377eb7f51f0482a" /><Relationship Type="http://schemas.openxmlformats.org/officeDocument/2006/relationships/slide" Target="/ppt/slides/slide25.xml" Id="R0c899a3331e04ef0" /><Relationship Type="http://schemas.openxmlformats.org/officeDocument/2006/relationships/slide" Target="/ppt/slides/slide26.xml" Id="R9740c810c60d4616" /><Relationship Type="http://schemas.openxmlformats.org/officeDocument/2006/relationships/slide" Target="/ppt/slides/slide27.xml" Id="R4aa0cd54296f4fd2" /><Relationship Type="http://schemas.openxmlformats.org/officeDocument/2006/relationships/slide" Target="/ppt/slides/slide28.xml" Id="R791981a630674ea9" /><Relationship Type="http://schemas.openxmlformats.org/officeDocument/2006/relationships/slide" Target="/ppt/slides/slide29.xml" Id="Ra2c5bdf883ea42e5" /><Relationship Type="http://schemas.openxmlformats.org/officeDocument/2006/relationships/slide" Target="/ppt/slides/slide30.xml" Id="R13ee9f7082c8488e" /><Relationship Type="http://schemas.openxmlformats.org/officeDocument/2006/relationships/slide" Target="/ppt/slides/slide31.xml" Id="R2ff4315689114f3c" /><Relationship Type="http://schemas.openxmlformats.org/officeDocument/2006/relationships/slide" Target="/ppt/slides/slide32.xml" Id="R1c9c5c8dbb234463" /><Relationship Type="http://schemas.openxmlformats.org/officeDocument/2006/relationships/slide" Target="/ppt/slides/slide33.xml" Id="R6f0cc206c4564eb7" /><Relationship Type="http://schemas.openxmlformats.org/officeDocument/2006/relationships/slide" Target="/ppt/slides/slide34.xml" Id="Raccde29730854ece" /><Relationship Type="http://schemas.openxmlformats.org/officeDocument/2006/relationships/slide" Target="/ppt/slides/slide35.xml" Id="R21f01eeeadc24923" /><Relationship Type="http://schemas.openxmlformats.org/officeDocument/2006/relationships/slide" Target="/ppt/slides/slide36.xml" Id="R8400cfb7b0c24599" /><Relationship Type="http://schemas.openxmlformats.org/officeDocument/2006/relationships/slide" Target="/ppt/slides/slide37.xml" Id="R3c306bfb6b4f442c" /><Relationship Type="http://schemas.openxmlformats.org/officeDocument/2006/relationships/slide" Target="/ppt/slides/slide38.xml" Id="Ra113a84330e54f23" /><Relationship Type="http://schemas.openxmlformats.org/officeDocument/2006/relationships/slide" Target="/ppt/slides/slide39.xml" Id="Re64ff03cac1f4d98" /><Relationship Type="http://schemas.openxmlformats.org/officeDocument/2006/relationships/slide" Target="/ppt/slides/slide40.xml" Id="Rf77810edec9d4b55" /><Relationship Type="http://schemas.openxmlformats.org/officeDocument/2006/relationships/slide" Target="/ppt/slides/slide41.xml" Id="R5327f2965bd04f01" /><Relationship Type="http://schemas.openxmlformats.org/officeDocument/2006/relationships/slide" Target="/ppt/slides/slide42.xml" Id="R96c2795d9b184b97" /><Relationship Type="http://schemas.openxmlformats.org/officeDocument/2006/relationships/slide" Target="/ppt/slides/slide43.xml" Id="R46904f6bb44846d5" /><Relationship Type="http://schemas.openxmlformats.org/officeDocument/2006/relationships/slide" Target="/ppt/slides/slide44.xml" Id="R17970c00584e4ed0" /><Relationship Type="http://schemas.openxmlformats.org/officeDocument/2006/relationships/slide" Target="/ppt/slides/slide45.xml" Id="R841414d8658a4ec7" /><Relationship Type="http://schemas.openxmlformats.org/officeDocument/2006/relationships/slide" Target="/ppt/slides/slide46.xml" Id="Ra24d8cd71b284e13" /><Relationship Type="http://schemas.openxmlformats.org/officeDocument/2006/relationships/slide" Target="/ppt/slides/slide47.xml" Id="R4a9d2167e7b84ede" /><Relationship Type="http://schemas.openxmlformats.org/officeDocument/2006/relationships/slide" Target="/ppt/slides/slide48.xml" Id="R367ad8d180734c12" /><Relationship Type="http://schemas.openxmlformats.org/officeDocument/2006/relationships/slide" Target="/ppt/slides/slide49.xml" Id="Rf8aaf52c87ec45f6" /><Relationship Type="http://schemas.openxmlformats.org/officeDocument/2006/relationships/slide" Target="/ppt/slides/slide50.xml" Id="Rc187291acf5e4872" /><Relationship Type="http://schemas.openxmlformats.org/officeDocument/2006/relationships/slide" Target="/ppt/slides/slide51.xml" Id="Rd23e79bb50f54e16" /><Relationship Type="http://schemas.openxmlformats.org/officeDocument/2006/relationships/slide" Target="/ppt/slides/slide52.xml" Id="Ra707be30f2b044df" /><Relationship Type="http://schemas.openxmlformats.org/officeDocument/2006/relationships/slide" Target="/ppt/slides/slide53.xml" Id="Rf323ead6bd8e4f3f" /><Relationship Type="http://schemas.openxmlformats.org/officeDocument/2006/relationships/slide" Target="/ppt/slides/slide54.xml" Id="R858ba6483d264b56" /><Relationship Type="http://schemas.openxmlformats.org/officeDocument/2006/relationships/slide" Target="/ppt/slides/slide55.xml" Id="R00a82ce35b3644ce" /><Relationship Type="http://schemas.openxmlformats.org/officeDocument/2006/relationships/slide" Target="/ppt/slides/slide56.xml" Id="R8f57b05a6cca4500" /><Relationship Type="http://schemas.openxmlformats.org/officeDocument/2006/relationships/slide" Target="/ppt/slides/slide57.xml" Id="Rb024b665dd6f4e63" /><Relationship Type="http://schemas.openxmlformats.org/officeDocument/2006/relationships/slide" Target="/ppt/slides/slide58.xml" Id="R08ef8af5249a422b" /><Relationship Type="http://schemas.openxmlformats.org/officeDocument/2006/relationships/slide" Target="/ppt/slides/slide59.xml" Id="Rdde5a0cd690643b1" /><Relationship Type="http://schemas.openxmlformats.org/officeDocument/2006/relationships/slide" Target="/ppt/slides/slide60.xml" Id="R2477fdce5d904afe" /><Relationship Type="http://schemas.openxmlformats.org/officeDocument/2006/relationships/slide" Target="/ppt/slides/slide61.xml" Id="R02e9a8998e5b43d6" /><Relationship Type="http://schemas.openxmlformats.org/officeDocument/2006/relationships/slide" Target="/ppt/slides/slide62.xml" Id="R32d555b7d2494d7f" /><Relationship Type="http://schemas.openxmlformats.org/officeDocument/2006/relationships/slide" Target="/ppt/slides/slide63.xml" Id="R7bb44772a2cf4e4b" /><Relationship Type="http://schemas.openxmlformats.org/officeDocument/2006/relationships/slide" Target="/ppt/slides/slide64.xml" Id="Rd233237914e44f2a" /><Relationship Type="http://schemas.openxmlformats.org/officeDocument/2006/relationships/slide" Target="/ppt/slides/slide65.xml" Id="Ra2e621ea21f9485a" /><Relationship Type="http://schemas.openxmlformats.org/officeDocument/2006/relationships/slide" Target="/ppt/slides/slide66.xml" Id="Re82211d256784b1a" /><Relationship Type="http://schemas.openxmlformats.org/officeDocument/2006/relationships/slide" Target="/ppt/slides/slide67.xml" Id="R1ef704a1a98a470c" /><Relationship Type="http://schemas.openxmlformats.org/officeDocument/2006/relationships/slide" Target="/ppt/slides/slide68.xml" Id="R717f840c61b44c2c" /><Relationship Type="http://schemas.openxmlformats.org/officeDocument/2006/relationships/slide" Target="/ppt/slides/slide69.xml" Id="Re54f377583224fb8" /><Relationship Type="http://schemas.openxmlformats.org/officeDocument/2006/relationships/slide" Target="/ppt/slides/slide70.xml" Id="R2274bdae5a6c4496" /><Relationship Type="http://schemas.openxmlformats.org/officeDocument/2006/relationships/slide" Target="/ppt/slides/slide71.xml" Id="R0c07d6f896f348a4" /><Relationship Type="http://schemas.openxmlformats.org/officeDocument/2006/relationships/slide" Target="/ppt/slides/slide72.xml" Id="R6fd3a47d282b45bc" /><Relationship Type="http://schemas.openxmlformats.org/officeDocument/2006/relationships/slide" Target="/ppt/slides/slide73.xml" Id="R2758b33c246c4eee" /><Relationship Type="http://schemas.openxmlformats.org/officeDocument/2006/relationships/slide" Target="/ppt/slides/slide74.xml" Id="Rbc84f7d23def4522" /><Relationship Type="http://schemas.openxmlformats.org/officeDocument/2006/relationships/slide" Target="/ppt/slides/slide75.xml" Id="Rb1b9dc9b894445c0" /><Relationship Type="http://schemas.openxmlformats.org/officeDocument/2006/relationships/slide" Target="/ppt/slides/slide76.xml" Id="R75369bd1ed7144f7" /><Relationship Type="http://schemas.openxmlformats.org/officeDocument/2006/relationships/slide" Target="/ppt/slides/slide77.xml" Id="R823fd07266af4ed9" /><Relationship Type="http://schemas.openxmlformats.org/officeDocument/2006/relationships/slide" Target="/ppt/slides/slide78.xml" Id="R1f55822bbe5246e8" /><Relationship Type="http://schemas.openxmlformats.org/officeDocument/2006/relationships/slide" Target="/ppt/slides/slide79.xml" Id="R56766bf6f6b94890" /><Relationship Type="http://schemas.openxmlformats.org/officeDocument/2006/relationships/slide" Target="/ppt/slides/slide80.xml" Id="Rc7c148231c784743" /><Relationship Type="http://schemas.openxmlformats.org/officeDocument/2006/relationships/slide" Target="/ppt/slides/slide81.xml" Id="R7d6ccea24a234fa4" /><Relationship Type="http://schemas.openxmlformats.org/officeDocument/2006/relationships/slide" Target="/ppt/slides/slide82.xml" Id="R3535a1ae182e48f2" /><Relationship Type="http://schemas.openxmlformats.org/officeDocument/2006/relationships/slide" Target="/ppt/slides/slide83.xml" Id="Ra7376b0a8abb48fb" /><Relationship Type="http://schemas.openxmlformats.org/officeDocument/2006/relationships/slide" Target="/ppt/slides/slide84.xml" Id="Rc476608b300144b1" /><Relationship Type="http://schemas.openxmlformats.org/officeDocument/2006/relationships/slide" Target="/ppt/slides/slide85.xml" Id="Rcd1283397daf49f2" /><Relationship Type="http://schemas.openxmlformats.org/officeDocument/2006/relationships/slide" Target="/ppt/slides/slide86.xml" Id="R09b0b98cf2264dd1" /><Relationship Type="http://schemas.openxmlformats.org/officeDocument/2006/relationships/slide" Target="/ppt/slides/slide87.xml" Id="Rc2689c1624f441b8" /><Relationship Type="http://schemas.openxmlformats.org/officeDocument/2006/relationships/slide" Target="/ppt/slides/slide88.xml" Id="Rf3dbe48d49654550" /><Relationship Type="http://schemas.openxmlformats.org/officeDocument/2006/relationships/slide" Target="/ppt/slides/slide89.xml" Id="R9cfdb590325f4853" /><Relationship Type="http://schemas.openxmlformats.org/officeDocument/2006/relationships/slide" Target="/ppt/slides/slide90.xml" Id="Rb15b7d62e4164a0c" /><Relationship Type="http://schemas.openxmlformats.org/officeDocument/2006/relationships/slide" Target="/ppt/slides/slide91.xml" Id="Rd24cabcde51944c2" /><Relationship Type="http://schemas.openxmlformats.org/officeDocument/2006/relationships/slide" Target="/ppt/slides/slide92.xml" Id="R9b4f698ee2b24926" /><Relationship Type="http://schemas.openxmlformats.org/officeDocument/2006/relationships/slide" Target="/ppt/slides/slide93.xml" Id="Ra1f0905a63384ad9" /><Relationship Type="http://schemas.openxmlformats.org/officeDocument/2006/relationships/slide" Target="/ppt/slides/slide94.xml" Id="R9efd6a7247114598" /><Relationship Type="http://schemas.openxmlformats.org/officeDocument/2006/relationships/slide" Target="/ppt/slides/slide95.xml" Id="Rbc090307c2504b32" /><Relationship Type="http://schemas.openxmlformats.org/officeDocument/2006/relationships/slide" Target="/ppt/slides/slide96.xml" Id="R6fdb998f70f544fe" /><Relationship Type="http://schemas.openxmlformats.org/officeDocument/2006/relationships/slide" Target="/ppt/slides/slide97.xml" Id="R5774db7481a84a73" /><Relationship Type="http://schemas.openxmlformats.org/officeDocument/2006/relationships/slide" Target="/ppt/slides/slide98.xml" Id="Rbb0284527d254d66" /><Relationship Type="http://schemas.openxmlformats.org/officeDocument/2006/relationships/slide" Target="/ppt/slides/slide99.xml" Id="R1c35c9531e08461b" /><Relationship Type="http://schemas.openxmlformats.org/officeDocument/2006/relationships/slide" Target="/ppt/slides/slide100.xml" Id="Ra4cdad08ec9f4149" /><Relationship Type="http://schemas.openxmlformats.org/officeDocument/2006/relationships/slide" Target="/ppt/slides/slide101.xml" Id="R2b9bc47e59b34de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18365c2fb349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152c53d28c4d00" /><Relationship Type="http://schemas.openxmlformats.org/officeDocument/2006/relationships/notesMaster" Target="/ppt/notesMasters/notesMaster1.xml" Id="R4face05a3135442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767d070364e4f71" /><Relationship Type="http://schemas.openxmlformats.org/officeDocument/2006/relationships/notesMaster" Target="/ppt/notesMasters/notesMaster1.xml" Id="R133154be68264247" /></Relationships>
</file>

<file path=ppt/notesSlides/_rels/notesSlide3.xml.rels>&#65279;<?xml version="1.0" encoding="utf-8"?><Relationships xmlns="http://schemas.openxmlformats.org/package/2006/relationships"><Relationship Type="http://schemas.openxmlformats.org/officeDocument/2006/relationships/slide" Target="/ppt/slides/slide3.xml" Id="R0fcc4c320eb74031" /><Relationship Type="http://schemas.openxmlformats.org/officeDocument/2006/relationships/notesMaster" Target="/ppt/notesMasters/notesMaster1.xml" Id="Rde7de4be9a924511" /></Relationships>
</file>

<file path=ppt/notesSlides/_rels/notesSlide4.xml.rels>&#65279;<?xml version="1.0" encoding="utf-8"?><Relationships xmlns="http://schemas.openxmlformats.org/package/2006/relationships"><Relationship Type="http://schemas.openxmlformats.org/officeDocument/2006/relationships/slide" Target="/ppt/slides/slide4.xml" Id="Rf315e4d3e15e42a5" /><Relationship Type="http://schemas.openxmlformats.org/officeDocument/2006/relationships/notesMaster" Target="/ppt/notesMasters/notesMaster1.xml" Id="R0a45de77770c45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e0fd4fc4ccba4cd1" /><Relationship Type="http://schemas.openxmlformats.org/officeDocument/2006/relationships/notesMaster" Target="/ppt/notesMasters/notesMaster1.xml" Id="Ra3968e022a764650" /></Relationships>
</file>

<file path=ppt/notesSlides/_rels/notesSlide6.xml.rels>&#65279;<?xml version="1.0" encoding="utf-8"?><Relationships xmlns="http://schemas.openxmlformats.org/package/2006/relationships"><Relationship Type="http://schemas.openxmlformats.org/officeDocument/2006/relationships/slide" Target="/ppt/slides/slide6.xml" Id="R83e7867c904a4f4e" /><Relationship Type="http://schemas.openxmlformats.org/officeDocument/2006/relationships/notesMaster" Target="/ppt/notesMasters/notesMaster1.xml" Id="Rb2254e1221924425" /></Relationships>
</file>

<file path=ppt/notesSlides/_rels/notesSlide7.xml.rels>&#65279;<?xml version="1.0" encoding="utf-8"?><Relationships xmlns="http://schemas.openxmlformats.org/package/2006/relationships"><Relationship Type="http://schemas.openxmlformats.org/officeDocument/2006/relationships/slide" Target="/ppt/slides/slide7.xml" Id="R3da50986fb814b4e" /><Relationship Type="http://schemas.openxmlformats.org/officeDocument/2006/relationships/notesMaster" Target="/ppt/notesMasters/notesMaster1.xml" Id="R62cb89e6a4ad4494" /></Relationships>
</file>

<file path=ppt/notesSlides/_rels/notesSlide8.xml.rels>&#65279;<?xml version="1.0" encoding="utf-8"?><Relationships xmlns="http://schemas.openxmlformats.org/package/2006/relationships"><Relationship Type="http://schemas.openxmlformats.org/officeDocument/2006/relationships/slide" Target="/ppt/slides/slide8.xml" Id="R0af653f04e354823" /><Relationship Type="http://schemas.openxmlformats.org/officeDocument/2006/relationships/notesMaster" Target="/ppt/notesMasters/notesMaster1.xml" Id="Rd855a8813b634a1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4398bf9851f4016" /><Relationship Type="http://schemas.openxmlformats.org/officeDocument/2006/relationships/notesMaster" Target="/ppt/notesMasters/notesMaster1.xml" Id="Rb7a3bff0778d469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f037a8feb404be8" /><Relationship Type="http://schemas.openxmlformats.org/officeDocument/2006/relationships/notesMaster" Target="/ppt/notesMasters/notesMaster1.xml" Id="R55ef406791c84a3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5c4d58db5b243e2" /><Relationship Type="http://schemas.openxmlformats.org/officeDocument/2006/relationships/notesMaster" Target="/ppt/notesMasters/notesMaster1.xml" Id="R9e0fb854ddb3437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e4e418c09c341f4" /><Relationship Type="http://schemas.openxmlformats.org/officeDocument/2006/relationships/notesMaster" Target="/ppt/notesMasters/notesMaster1.xml" Id="R005d0e589f714d6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58d3cccd6a243a1" /><Relationship Type="http://schemas.openxmlformats.org/officeDocument/2006/relationships/notesMaster" Target="/ppt/notesMasters/notesMaster1.xml" Id="R365d0f9657d349d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14389c030d04153" /><Relationship Type="http://schemas.openxmlformats.org/officeDocument/2006/relationships/notesMaster" Target="/ppt/notesMasters/notesMaster1.xml" Id="R4de39feb46014f9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557607a45534199" /><Relationship Type="http://schemas.openxmlformats.org/officeDocument/2006/relationships/notesMaster" Target="/ppt/notesMasters/notesMaster1.xml" Id="Re255b2cf01e448d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d2066d0ec214ae0" /><Relationship Type="http://schemas.openxmlformats.org/officeDocument/2006/relationships/notesMaster" Target="/ppt/notesMasters/notesMaster1.xml" Id="R92a51f37ad78450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acb1bf075cb408f" /><Relationship Type="http://schemas.openxmlformats.org/officeDocument/2006/relationships/notesMaster" Target="/ppt/notesMasters/notesMaster1.xml" Id="R9d4d7072b7154b1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1794e10852c4853" /><Relationship Type="http://schemas.openxmlformats.org/officeDocument/2006/relationships/notesMaster" Target="/ppt/notesMasters/notesMaster1.xml" Id="R74657a39fd3e4d2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3c767ca395b44dc" /><Relationship Type="http://schemas.openxmlformats.org/officeDocument/2006/relationships/notesMaster" Target="/ppt/notesMasters/notesMaster1.xml" Id="R72cd08a8ae3c458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07d18d66164461e" /><Relationship Type="http://schemas.openxmlformats.org/officeDocument/2006/relationships/notesMaster" Target="/ppt/notesMasters/notesMaster1.xml" Id="R0b69b2ea02bf4ba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889f249ffce4707" /><Relationship Type="http://schemas.openxmlformats.org/officeDocument/2006/relationships/notesMaster" Target="/ppt/notesMasters/notesMaster1.xml" Id="Rdf2b28f1ce13476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26b3870e5ed4433" /><Relationship Type="http://schemas.openxmlformats.org/officeDocument/2006/relationships/notesMaster" Target="/ppt/notesMasters/notesMaster1.xml" Id="R18f571a715b04e5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86de2c048384055" /><Relationship Type="http://schemas.openxmlformats.org/officeDocument/2006/relationships/notesMaster" Target="/ppt/notesMasters/notesMaster1.xml" Id="R1b6c7a1ebc454d1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b975c31c7a84e8d" /><Relationship Type="http://schemas.openxmlformats.org/officeDocument/2006/relationships/notesMaster" Target="/ppt/notesMasters/notesMaster1.xml" Id="R02e52cc1332b4c4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0c061caf3b04bb2" /><Relationship Type="http://schemas.openxmlformats.org/officeDocument/2006/relationships/notesMaster" Target="/ppt/notesMasters/notesMaster1.xml" Id="Red7dcc9ff87a4d0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6a7697a541840d9" /><Relationship Type="http://schemas.openxmlformats.org/officeDocument/2006/relationships/notesMaster" Target="/ppt/notesMasters/notesMaster1.xml" Id="Re2f440a99912472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f3bdc90c9c44403" /><Relationship Type="http://schemas.openxmlformats.org/officeDocument/2006/relationships/notesMaster" Target="/ppt/notesMasters/notesMaster1.xml" Id="R9ed24c7631184de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1b07aaaab334061" /><Relationship Type="http://schemas.openxmlformats.org/officeDocument/2006/relationships/notesMaster" Target="/ppt/notesMasters/notesMaster1.xml" Id="R49b2dea09ec542a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e8ce148a5964777" /><Relationship Type="http://schemas.openxmlformats.org/officeDocument/2006/relationships/notesMaster" Target="/ppt/notesMasters/notesMaster1.xml" Id="R211f12e1b6d84de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4c25b2153c14ec1" /><Relationship Type="http://schemas.openxmlformats.org/officeDocument/2006/relationships/notesMaster" Target="/ppt/notesMasters/notesMaster1.xml" Id="R1d5bc377ced64e5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703b54eaaf74c52" /><Relationship Type="http://schemas.openxmlformats.org/officeDocument/2006/relationships/notesMaster" Target="/ppt/notesMasters/notesMaster1.xml" Id="R4ea2dbcbd28642a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faa090873a349bf" /><Relationship Type="http://schemas.openxmlformats.org/officeDocument/2006/relationships/notesMaster" Target="/ppt/notesMasters/notesMaster1.xml" Id="R4110b1c612fe4ef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8202c392cd84376" /><Relationship Type="http://schemas.openxmlformats.org/officeDocument/2006/relationships/notesMaster" Target="/ppt/notesMasters/notesMaster1.xml" Id="Ra43c341e6b484ea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3cccf5c42194da3" /><Relationship Type="http://schemas.openxmlformats.org/officeDocument/2006/relationships/notesMaster" Target="/ppt/notesMasters/notesMaster1.xml" Id="Ra65cfd830423454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59ecd5067bf4fba" /><Relationship Type="http://schemas.openxmlformats.org/officeDocument/2006/relationships/notesMaster" Target="/ppt/notesMasters/notesMaster1.xml" Id="R55b6d1b9f3f4417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f520e39af8e4a07" /><Relationship Type="http://schemas.openxmlformats.org/officeDocument/2006/relationships/notesMaster" Target="/ppt/notesMasters/notesMaster1.xml" Id="R14ed1b33639c41c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a6f038a45b34bcf" /><Relationship Type="http://schemas.openxmlformats.org/officeDocument/2006/relationships/notesMaster" Target="/ppt/notesMasters/notesMaster1.xml" Id="Rde94579a7d54487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34495775cb34b9f" /><Relationship Type="http://schemas.openxmlformats.org/officeDocument/2006/relationships/notesMaster" Target="/ppt/notesMasters/notesMaster1.xml" Id="Re5d8dacc46754df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9814550d9f445ea" /><Relationship Type="http://schemas.openxmlformats.org/officeDocument/2006/relationships/notesMaster" Target="/ppt/notesMasters/notesMaster1.xml" Id="R03ad3c3d839f45c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be10cdcc27444a0" /><Relationship Type="http://schemas.openxmlformats.org/officeDocument/2006/relationships/notesMaster" Target="/ppt/notesMasters/notesMaster1.xml" Id="Rb7e94ab28e0b491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5c7172abcd74004" /><Relationship Type="http://schemas.openxmlformats.org/officeDocument/2006/relationships/notesMaster" Target="/ppt/notesMasters/notesMaster1.xml" Id="Rf94c5d1f6449423e"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cef117417784580" /><Relationship Type="http://schemas.openxmlformats.org/officeDocument/2006/relationships/notesMaster" Target="/ppt/notesMasters/notesMaster1.xml" Id="Re9cc6de4f65a498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fcc0e846e28491c" /><Relationship Type="http://schemas.openxmlformats.org/officeDocument/2006/relationships/notesMaster" Target="/ppt/notesMasters/notesMaster1.xml" Id="Rdfbc97579c574d4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23ceb5b55784f4e" /><Relationship Type="http://schemas.openxmlformats.org/officeDocument/2006/relationships/notesMaster" Target="/ppt/notesMasters/notesMaster1.xml" Id="Rdd85b6ea4450463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a6e954b9a624379" /><Relationship Type="http://schemas.openxmlformats.org/officeDocument/2006/relationships/notesMaster" Target="/ppt/notesMasters/notesMaster1.xml" Id="R3784603ce61940d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c73db1c02b0a492e" /><Relationship Type="http://schemas.openxmlformats.org/officeDocument/2006/relationships/notesMaster" Target="/ppt/notesMasters/notesMaster1.xml" Id="R94ef85c5c11540cb"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4633aa5cd554353" /><Relationship Type="http://schemas.openxmlformats.org/officeDocument/2006/relationships/notesMaster" Target="/ppt/notesMasters/notesMaster1.xml" Id="R9cda65f979fa4d6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195d2dce0374c13" /><Relationship Type="http://schemas.openxmlformats.org/officeDocument/2006/relationships/notesMaster" Target="/ppt/notesMasters/notesMaster1.xml" Id="R8729fdd6bc7a43ee"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f6105bbd12942d7" /><Relationship Type="http://schemas.openxmlformats.org/officeDocument/2006/relationships/notesMaster" Target="/ppt/notesMasters/notesMaster1.xml" Id="Ra1c377b1a2de40b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cf32ca9367244e6" /><Relationship Type="http://schemas.openxmlformats.org/officeDocument/2006/relationships/notesMaster" Target="/ppt/notesMasters/notesMaster1.xml" Id="Ra270dbb939c34c94"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1c6a809a149440f" /><Relationship Type="http://schemas.openxmlformats.org/officeDocument/2006/relationships/notesMaster" Target="/ppt/notesMasters/notesMaster1.xml" Id="R4c931b6fd3754e2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9295a6e54ce44d8" /><Relationship Type="http://schemas.openxmlformats.org/officeDocument/2006/relationships/notesMaster" Target="/ppt/notesMasters/notesMaster1.xml" Id="Rfabdb5bc340c42a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131a54e62f74ac9" /><Relationship Type="http://schemas.openxmlformats.org/officeDocument/2006/relationships/notesMaster" Target="/ppt/notesMasters/notesMaster1.xml" Id="R7246f7895c12494d"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08c4719ff8846e6" /><Relationship Type="http://schemas.openxmlformats.org/officeDocument/2006/relationships/notesMaster" Target="/ppt/notesMasters/notesMaster1.xml" Id="Rd1bfad7b9a924bd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62d9b4c943a41cd" /><Relationship Type="http://schemas.openxmlformats.org/officeDocument/2006/relationships/notesMaster" Target="/ppt/notesMasters/notesMaster1.xml" Id="R3dd2b37c10794b5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de49bd0e64b49b0" /><Relationship Type="http://schemas.openxmlformats.org/officeDocument/2006/relationships/notesMaster" Target="/ppt/notesMasters/notesMaster1.xml" Id="R9ea0af3da9364bb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d9726dd15754411" /><Relationship Type="http://schemas.openxmlformats.org/officeDocument/2006/relationships/notesMaster" Target="/ppt/notesMasters/notesMaster1.xml" Id="Rb5b92df4918c4a7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7ed789c8a584a10" /><Relationship Type="http://schemas.openxmlformats.org/officeDocument/2006/relationships/notesMaster" Target="/ppt/notesMasters/notesMaster1.xml" Id="R6eabcb2e57c743d9"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3b4b0335a284d4d" /><Relationship Type="http://schemas.openxmlformats.org/officeDocument/2006/relationships/notesMaster" Target="/ppt/notesMasters/notesMaster1.xml" Id="R711d6cc8b1be415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8792c9b3ede740cc" /><Relationship Type="http://schemas.openxmlformats.org/officeDocument/2006/relationships/notesMaster" Target="/ppt/notesMasters/notesMaster1.xml" Id="Ra84c06515eaf431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8a590fdcda814f33" /><Relationship Type="http://schemas.openxmlformats.org/officeDocument/2006/relationships/notesMaster" Target="/ppt/notesMasters/notesMaster1.xml" Id="R2188a654f93d47f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61d08783c674b90" /><Relationship Type="http://schemas.openxmlformats.org/officeDocument/2006/relationships/notesMaster" Target="/ppt/notesMasters/notesMaster1.xml" Id="R242e0c3842634a58"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c8bb697372374002" /><Relationship Type="http://schemas.openxmlformats.org/officeDocument/2006/relationships/notesMaster" Target="/ppt/notesMasters/notesMaster1.xml" Id="R6b87a5e75abf409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a680ed64ade4cb7" /><Relationship Type="http://schemas.openxmlformats.org/officeDocument/2006/relationships/notesMaster" Target="/ppt/notesMasters/notesMaster1.xml" Id="R4206c97c599e4e7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d60f4f93bc640c9" /><Relationship Type="http://schemas.openxmlformats.org/officeDocument/2006/relationships/notesMaster" Target="/ppt/notesMasters/notesMaster1.xml" Id="R37984db6a15c4c7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d05913fab3a4f62" /><Relationship Type="http://schemas.openxmlformats.org/officeDocument/2006/relationships/notesMaster" Target="/ppt/notesMasters/notesMaster1.xml" Id="R1b4043b5c7a1402e"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1556bf3b2124c15" /><Relationship Type="http://schemas.openxmlformats.org/officeDocument/2006/relationships/notesMaster" Target="/ppt/notesMasters/notesMaster1.xml" Id="R834d708921d3416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e24bd02726d4269" /><Relationship Type="http://schemas.openxmlformats.org/officeDocument/2006/relationships/notesMaster" Target="/ppt/notesMasters/notesMaster1.xml" Id="R6ac1251b4873423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08266d855d041c9" /><Relationship Type="http://schemas.openxmlformats.org/officeDocument/2006/relationships/notesMaster" Target="/ppt/notesMasters/notesMaster1.xml" Id="R99334871089842b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c9c21da8398e4907" /><Relationship Type="http://schemas.openxmlformats.org/officeDocument/2006/relationships/notesMaster" Target="/ppt/notesMasters/notesMaster1.xml" Id="R55fed840f4f040a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24a3be5c26d84124" /><Relationship Type="http://schemas.openxmlformats.org/officeDocument/2006/relationships/notesMaster" Target="/ppt/notesMasters/notesMaster1.xml" Id="Rbfa4fcc40ed8471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5be18501fdc24495" /><Relationship Type="http://schemas.openxmlformats.org/officeDocument/2006/relationships/notesMaster" Target="/ppt/notesMasters/notesMaster1.xml" Id="Rfcd111bfaa474d9b"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976fa103ae1847d1" /><Relationship Type="http://schemas.openxmlformats.org/officeDocument/2006/relationships/notesMaster" Target="/ppt/notesMasters/notesMaster1.xml" Id="R9355d63324924ed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77b737ee34e4c46" /><Relationship Type="http://schemas.openxmlformats.org/officeDocument/2006/relationships/notesMaster" Target="/ppt/notesMasters/notesMaster1.xml" Id="Ree65fac9497b450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278c57f1a174c20" /><Relationship Type="http://schemas.openxmlformats.org/officeDocument/2006/relationships/notesMaster" Target="/ppt/notesMasters/notesMaster1.xml" Id="R9e506c44484d4200"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cb761cb1b7e34b71" /><Relationship Type="http://schemas.openxmlformats.org/officeDocument/2006/relationships/notesMaster" Target="/ppt/notesMasters/notesMaster1.xml" Id="R39182cd894b441b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d8d83992e9db4282" /><Relationship Type="http://schemas.openxmlformats.org/officeDocument/2006/relationships/notesMaster" Target="/ppt/notesMasters/notesMaster1.xml" Id="R5d0908776c8749b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853502546d1a4158" /><Relationship Type="http://schemas.openxmlformats.org/officeDocument/2006/relationships/notesMaster" Target="/ppt/notesMasters/notesMaster1.xml" Id="Rfd856a4764504ba1"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fbd711ee7de14f3b" /><Relationship Type="http://schemas.openxmlformats.org/officeDocument/2006/relationships/notesMaster" Target="/ppt/notesMasters/notesMaster1.xml" Id="R934905fdb14642f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cc9d9b33ab404a04" /><Relationship Type="http://schemas.openxmlformats.org/officeDocument/2006/relationships/notesMaster" Target="/ppt/notesMasters/notesMaster1.xml" Id="R384aeb31dca54bd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0864011bb9404ae4" /><Relationship Type="http://schemas.openxmlformats.org/officeDocument/2006/relationships/notesMaster" Target="/ppt/notesMasters/notesMaster1.xml" Id="Rbe30b60c3dfa4984"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e08292d612e9400f" /><Relationship Type="http://schemas.openxmlformats.org/officeDocument/2006/relationships/notesMaster" Target="/ppt/notesMasters/notesMaster1.xml" Id="Rfb667467f5f54de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2ab175baa43409e" /><Relationship Type="http://schemas.openxmlformats.org/officeDocument/2006/relationships/notesMaster" Target="/ppt/notesMasters/notesMaster1.xml" Id="R7a65817907e64bd3"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d265938d5c2b4f27" /><Relationship Type="http://schemas.openxmlformats.org/officeDocument/2006/relationships/notesMaster" Target="/ppt/notesMasters/notesMaster1.xml" Id="Rf730913efc524f2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d745fe93eae9476b" /><Relationship Type="http://schemas.openxmlformats.org/officeDocument/2006/relationships/notesMaster" Target="/ppt/notesMasters/notesMaster1.xml" Id="Rc242942261f44bcd"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87cf9713a3b44de3" /><Relationship Type="http://schemas.openxmlformats.org/officeDocument/2006/relationships/notesMaster" Target="/ppt/notesMasters/notesMaster1.xml" Id="Rc643bb0a28db4fb8"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b60bb4bf6c0149d2" /><Relationship Type="http://schemas.openxmlformats.org/officeDocument/2006/relationships/notesMaster" Target="/ppt/notesMasters/notesMaster1.xml" Id="R9916de1ad76f463e"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17489ce206e24c4e" /><Relationship Type="http://schemas.openxmlformats.org/officeDocument/2006/relationships/notesMaster" Target="/ppt/notesMasters/notesMaster1.xml" Id="R4e82f64039704be2"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5bdaaea003f1434d" /><Relationship Type="http://schemas.openxmlformats.org/officeDocument/2006/relationships/notesMaster" Target="/ppt/notesMasters/notesMaster1.xml" Id="R2e33b2072f004bbd"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a00de11f6f0a4a33" /><Relationship Type="http://schemas.openxmlformats.org/officeDocument/2006/relationships/notesMaster" Target="/ppt/notesMasters/notesMaster1.xml" Id="Rf6e57f5a814044b7"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53eedb83d94340a7" /><Relationship Type="http://schemas.openxmlformats.org/officeDocument/2006/relationships/notesMaster" Target="/ppt/notesMasters/notesMaster1.xml" Id="R044829b7762742bb"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a0eaa108f52a4b53" /><Relationship Type="http://schemas.openxmlformats.org/officeDocument/2006/relationships/notesMaster" Target="/ppt/notesMasters/notesMaster1.xml" Id="Re7ee66811e084f28"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2deeeadd75ce4ace" /><Relationship Type="http://schemas.openxmlformats.org/officeDocument/2006/relationships/notesMaster" Target="/ppt/notesMasters/notesMaster1.xml" Id="Ra4b16274131e4d77"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69b9a400274a42c3" /><Relationship Type="http://schemas.openxmlformats.org/officeDocument/2006/relationships/notesMaster" Target="/ppt/notesMasters/notesMaster1.xml" Id="R004b85b3c776460e"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badb8250ecd64e79" /><Relationship Type="http://schemas.openxmlformats.org/officeDocument/2006/relationships/notesMaster" Target="/ppt/notesMasters/notesMaster1.xml" Id="Rb171f3bf67624503"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f5472dcf643b4ab2" /><Relationship Type="http://schemas.openxmlformats.org/officeDocument/2006/relationships/notesMaster" Target="/ppt/notesMasters/notesMaster1.xml" Id="R705185ea765f4be7"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927379fd659b4166" /><Relationship Type="http://schemas.openxmlformats.org/officeDocument/2006/relationships/notesMaster" Target="/ppt/notesMasters/notesMaster1.xml" Id="R6f8f6d4d49894d7f"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c8cd2d67650a4cdf" /><Relationship Type="http://schemas.openxmlformats.org/officeDocument/2006/relationships/notesMaster" Target="/ppt/notesMasters/notesMaster1.xml" Id="Re3a637eaf5794dc8"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9bb22c817fe74bbb" /><Relationship Type="http://schemas.openxmlformats.org/officeDocument/2006/relationships/notesMaster" Target="/ppt/notesMasters/notesMaster1.xml" Id="R9329b60e75494fe2"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8372fe5d00864c59" /><Relationship Type="http://schemas.openxmlformats.org/officeDocument/2006/relationships/notesMaster" Target="/ppt/notesMasters/notesMaster1.xml" Id="R77f309c518a04834"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d7118a3651c34b1a" /><Relationship Type="http://schemas.openxmlformats.org/officeDocument/2006/relationships/notesMaster" Target="/ppt/notesMasters/notesMaster1.xml" Id="R8d9fb71676504bd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미리 작성한 AI 응답을 읽고 Python 파일을 고칩니다. 실제 AI 모델이나 유료 API를 호출하는 수업은 아닙니다.</a:t>
            </a:r>
          </a:p>
          <a:p xmlns:a="http://schemas.openxmlformats.org/drawingml/2006/main">
            <a:r>
              <a:t/>
            </a:r>
          </a:p>
          <a:p xmlns:a="http://schemas.openxmlformats.org/drawingml/2006/main">
            <a:r>
              <a:t>수업은 50분씩 6교시입니다. 추가 문제는 수업 활동 뒤에 풀거나 복습으로 안내합니다.</a:t>
            </a:r>
          </a:p>
          <a:p xmlns:a="http://schemas.openxmlformats.org/drawingml/2006/main">
            <a:r>
              <a:t>화면의 핵심: 2026-10-20 예제 파일을 고치고 결과를 확인합니다. 50분 수업 6교시로 진행합니다.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ZIP을 일반 폴더에 풉니다. course의 code·data·work를 찾습니다. work만 수정하고 원본을 보존합니다. 저장과 실행을 구별합니다.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D:\KDigital_PhysicalAI\outputs\2026-10-20\beginner-start.md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직접 실행했는지, 시연을 봤는지 적습니다. 실행 전에 넣을 값과 나올 결과를 적습니다. 실제 결과를 적고, 예상과 다른 곳을 찾습니다.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직접 실행, 강사 시연 관찰, 코드를 읽으며 계산한 결과를 따로 표시하게 합니다.</a:t>
            </a:r>
          </a:p>
          <a:p xmlns:a="http://schemas.openxmlformats.org/drawingml/2006/main">
            <a:r>
              <a:t/>
            </a:r>
          </a:p>
          <a:p xmlns:a="http://schemas.openxmlformats.org/drawingml/2006/main">
            <a:r>
              <a:t>자료 위치: D:\KDigital_PhysicalAI\outputs\2026-10-20\beginner-start.md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10:00~17:00에 수업과 휴식을 진행합니다. 중식은 11:50~13:00입니다. 수업 활동을 마치면 추가 문제를 풀어 봅니다. 추가 문제는 수업 뒤에도 이어서 풀 수 있습니다.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D:\KDigital_PhysicalAI\outputs\2026-10-20\beginner-start.md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1교시 주제는 작업을 맡기는 방법입니다.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도구가 실행할 수 있어도 모두 허용하지 않습니다. 이 작업에 필요한 가상 자료만 건넵니다.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A01의 개념과 원문 해설입니다.</a:t>
            </a:r>
          </a:p>
          <a:p xmlns:a="http://schemas.openxmlformats.org/drawingml/2006/main">
            <a:r>
              <a:t>### A01 · 에이전트와 사람의 역할</a:t>
            </a:r>
          </a:p>
          <a:p xmlns:a="http://schemas.openxmlformats.org/drawingml/2006/main">
            <a:r>
              <a:t/>
            </a:r>
          </a:p>
          <a:p xmlns:a="http://schemas.openxmlformats.org/drawingml/2006/main">
            <a:r>
              <a:t>#### 사례로 이해하기 · 실행하는 AI와 책임을 갖는 사람</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센서 안내 프로그램을 고치려는 직원이 AI에게 “온도 분류를 개선해 줘”라고 보냅니다. AI는 파일 이름과 기준을 추측하고 새 코드를 제안할 수 있습니다. 직원이 기대한 것은 경계 오류 하나의 수정인데 프로그램 전체가 바뀌면 검토가 어려워집니다. 먼저 맡길 범위와 사람이 결정할 규칙을 구별합니다.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대화형 AI는 문장이나 코드를 답할 수 있습니다. 코드에이전트는 허용된 도구를 이용하여 파일을 읽고 고치거나 실행까지 이어갈 수 있습니다. 가능한 능력과 이번 작업에서 허용한 행동은 다릅니다. 프롬프트는 요청 글이고 컨텍스트는 그 요청을 이해하는 데 필요한 자료입니다. 사람은 업무 기준, 공유할 자료, 적용 승인, 실제 확인 범위를 결정합니다. 도구가 읽지 못한 숨은 규칙까지 안다고 추정하지 않습니다.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요청의 목적을 “28 이상을 주의로 분류”로 적습니다. 대상은 work/classifier.py의 classify 함수이며 입력은 가상 온도, 출력은 정상·주의·미측정·입력 오류입니다. 관련 자료는 현재 함수와 cases.json, 실패 출력 마지막 부분입니다. 읽기와 수정은 이 연습 복사본에만 허용하고 외부 게시와 계정 접근은 허용하지 않습니다. 실제 토큰 대신 `DEMO_TOKEN`이라는 표시를 씁니다. 확인 근거는 변경 비교와 같은 검사 입력의 실행 결과입니다. 제공 AI 응답은 수업용 작성 자료이며 실제로 모델을 호출해서 받은 결과가 아닙니다.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파일 세 개, 고객 명단, 접속 암호, 가상 실패 로그 가운데 온도 경계 수정에 필요한 자료를 선택하세요. 이어서 “목적 / 바꿀 곳 / 유지할 것 / 금지할 행동 / 확인 근거” 다섯 줄 요청서를 작성하세요.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현재 함수·검사 입력·가상 실패 로그를 선택하고 고객 명단과 암호는 제외합니다. “자료를 전부 보내면 정확해진다”는 답은 관련성과 공유 범위를 검토하지 않았습니다. “AI가 썼으니 실행도 했다” 역시 생성과 실행의 차이를 놓칩니다.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에이전트 이름이 능력을 보장하나요? 실제 연결 도구와 권한을 확인해야 합니다. ② 비밀이 필요한 상황은 어떻게 하나요? 그대로 공유하지 말고 담당 절차와 대체 데이터를 확인합니다. ③ 완료 판단은 누구의 일인가요? 사람이 요청한 조건과 바뀐 코드, 실행 결과를 직접 비교해야 합니다.</a:t>
            </a:r>
          </a:p>
          <a:p xmlns:a="http://schemas.openxmlformats.org/drawingml/2006/main">
            <a:r>
              <a:t/>
            </a:r>
          </a:p>
          <a:p xmlns:a="http://schemas.openxmlformats.org/drawingml/2006/main">
            <a:r>
              <a:t>**뜻과 비유.** 코드에이전트는 요청을 해석하고 파일과 실행 도구를 사용해 작업을 이어 가는 AI 도구입니다. 대화 답변 한 번과 파일 변경·실행이 연결된 작업 흐름을 구분합니다.</a:t>
            </a:r>
          </a:p>
          <a:p xmlns:a="http://schemas.openxmlformats.org/drawingml/2006/main">
            <a:r>
              <a:t/>
            </a:r>
          </a:p>
          <a:p xmlns:a="http://schemas.openxmlformats.org/drawingml/2006/main">
            <a:r>
              <a:t>**왜 필요한가.** 동료에게 일을 맡겨도 완료 기준은 함께 정합니다. 코드가 생겼다는 사실과 업무 요구가 충족됐다는 사실은 다릅니다.</a:t>
            </a:r>
          </a:p>
          <a:p xmlns:a="http://schemas.openxmlformats.org/drawingml/2006/main">
            <a:r>
              <a:t/>
            </a:r>
          </a:p>
          <a:p xmlns:a="http://schemas.openxmlformats.org/drawingml/2006/main">
            <a:r>
              <a:t>**예를 따라 읽기.** 센서 온도 28을 주의로 분류해 달라는 요청은 입력·기준·출력·확인 방법을 포함할 수 있습니다.</a:t>
            </a:r>
          </a:p>
          <a:p xmlns:a="http://schemas.openxmlformats.org/drawingml/2006/main">
            <a:r>
              <a:t/>
            </a:r>
          </a:p>
          <a:p xmlns:a="http://schemas.openxmlformats.org/drawingml/2006/main">
            <a:r>
              <a:t>**헷갈리는 반례.** “알아서 좋게 고쳐”는 유지해야할 함수 이름이나 28 ℃ 경계를 알려 주지 않습니다.</a:t>
            </a:r>
          </a:p>
          <a:p xmlns:a="http://schemas.openxmlformats.org/drawingml/2006/main">
            <a:r>
              <a:t/>
            </a:r>
          </a:p>
          <a:p xmlns:a="http://schemas.openxmlformats.org/drawingml/2006/main">
            <a:r>
              <a:t>**직접 적용.** 요청서에서 목적을 한 문장으로 찾기 → AI가 제안할 일과 사람이 판단할 일 나누기 → 고친 파일과 실행 결과 두 가지 적기 → 짝에게 도구와 검토자의 역할 설명하기</a:t>
            </a:r>
          </a:p>
          <a:p xmlns:a="http://schemas.openxmlformats.org/drawingml/2006/main">
            <a:r>
              <a:t/>
            </a:r>
          </a:p>
          <a:p xmlns:a="http://schemas.openxmlformats.org/drawingml/2006/main">
            <a:r>
              <a:t>**설명할 질문.** 코드가 생긴 것만으로 완료가 아닌 이유는 무엇인가요?</a:t>
            </a:r>
          </a:p>
          <a:p xmlns:a="http://schemas.openxmlformats.org/drawingml/2006/main">
            <a:r>
              <a:t/>
            </a:r>
          </a:p>
          <a:p xmlns:a="http://schemas.openxmlformats.org/drawingml/2006/main">
            <a:r>
              <a:t>**막혔을 때.** 도구 이름과 능력을 혼동하면 읽기·변경·실행 중 실제로 허용한 행동을 따로 적습니다.</a:t>
            </a:r>
          </a:p>
          <a:p xmlns:a="http://schemas.openxmlformats.org/drawingml/2006/main">
            <a:r>
              <a:t/>
            </a:r>
          </a:p>
          <a:p xmlns:a="http://schemas.openxmlformats.org/drawingml/2006/main">
            <a:r>
              <a:t>입력·답칸·확인 순서는 [실습지의 A01](practice-guide.md#a01)와 [활동 원문](examples/course/data/A01_input.md)에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실제 모델·유료 API 호출은 없습니다.</a:t>
            </a:r>
          </a:p>
          <a:p xmlns:a="http://schemas.openxmlformats.org/drawingml/2006/main">
            <a:r>
              <a:t/>
            </a:r>
          </a:p>
          <a:p xmlns:a="http://schemas.openxmlformats.org/drawingml/2006/main">
            <a:r>
              <a:t>이 표에서 볼 것: AI 도구는 허용된 파일과 명령을 사용합니다. 사람은 업무 규칙과 확인 범위를 결정합니다.</a:t>
            </a:r>
          </a:p>
          <a:p xmlns:a="http://schemas.openxmlformats.org/drawingml/2006/main">
            <a:r>
              <a:t>예상 결과: 코드 생성과 실제 실행은 서로 다릅니다. 실행 성공 뒤에도 요구를 확인합니다.</a:t>
            </a:r>
          </a:p>
          <a:p xmlns:a="http://schemas.openxmlformats.org/drawingml/2006/main">
            <a:r>
              <a:t/>
            </a:r>
          </a:p>
          <a:p xmlns:a="http://schemas.openxmlformats.org/drawingml/2006/main">
            <a:r>
              <a:t>풀이: 연습 작업본 읽기·수정·검사 실행으로 제한합니다. 고객 정보·접속 암호·외부 게시 등은 해당 작업의 근거에 필요하지 않습니다.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코드 생성과 실제 실행은 서로 다릅니다. 실행 성공 뒤에도 요구를 확인합니다.</a:t>
            </a:r>
          </a:p>
          <a:p xmlns:a="http://schemas.openxmlformats.org/drawingml/2006/main">
            <a:r>
              <a:t/>
            </a:r>
          </a:p>
          <a:p xmlns:a="http://schemas.openxmlformats.org/drawingml/2006/main">
            <a:r>
              <a:t>앞에서 배운 내용: AI 도구는 허용된 파일과 명령을 사용합니다. 사람은 업무 규칙과 확인 범위를 결정합니다.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연습 작업본 읽기·수정·검사 실행으로 제한합니다. 고객 정보·접속 암호·외부 게시 등은 해당 작업의 근거에 필요하지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한 함수 수정에 허용할 행동을 적어 보세요.</a:t>
            </a:r>
          </a:p>
          <a:p xmlns:a="http://schemas.openxmlformats.org/drawingml/2006/main">
            <a:r>
              <a:t/>
            </a:r>
          </a:p>
          <a:p xmlns:a="http://schemas.openxmlformats.org/drawingml/2006/main">
            <a:r>
              <a:t>정답과 풀이: 연습 작업본 읽기·수정·검사 실행으로 제한합니다. 고객 정보·접속 암호·외부 게시 등은 해당 작업의 근거에 필요하지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A02의 개념과 원문 해설입니다.</a:t>
            </a:r>
          </a:p>
          <a:p xmlns:a="http://schemas.openxmlformats.org/drawingml/2006/main">
            <a:r>
              <a:t>### A02 · 작은 작업과 수정 범위</a:t>
            </a:r>
          </a:p>
          <a:p xmlns:a="http://schemas.openxmlformats.org/drawingml/2006/main">
            <a:r>
              <a:t/>
            </a:r>
          </a:p>
          <a:p xmlns:a="http://schemas.openxmlformats.org/drawingml/2006/main">
            <a:r>
              <a:t>**뜻과 비유.** 작업 범위는 어떤 파일과 동작을 바꿀지 정한 경계입니다. 전체 프로그램을 한 번에 고치기보다 한 함수의 분류 규칙처럼 확인 가능한 단위로 나눕니다.</a:t>
            </a:r>
          </a:p>
          <a:p xmlns:a="http://schemas.openxmlformats.org/drawingml/2006/main">
            <a:r>
              <a:t/>
            </a:r>
          </a:p>
          <a:p xmlns:a="http://schemas.openxmlformats.org/drawingml/2006/main">
            <a:r>
              <a:t>**왜 필요한가.** 범위를 알면 변경 비교가 짧아지고 잘못 바꾼 항목을 되돌리기 쉽습니다. 10/16의 변경 비교가 여기서 업무 검토 근거가 됩니다.</a:t>
            </a:r>
          </a:p>
          <a:p xmlns:a="http://schemas.openxmlformats.org/drawingml/2006/main">
            <a:r>
              <a:t/>
            </a:r>
          </a:p>
          <a:p xmlns:a="http://schemas.openxmlformats.org/drawingml/2006/main">
            <a:r>
              <a:t>**예를 따라 읽기.** 오늘은 classifier.py의 classify 동작만 바꾸고 함수 이름과 threshold =28을 유지합니다.</a:t>
            </a:r>
          </a:p>
          <a:p xmlns:a="http://schemas.openxmlformats.org/drawingml/2006/main">
            <a:r>
              <a:t/>
            </a:r>
          </a:p>
          <a:p xmlns:a="http://schemas.openxmlformats.org/drawingml/2006/main">
            <a:r>
              <a:t>**헷갈리는 반례.** 결과를 맞추려고 cases.json 기대 값을 변경하면 검사기준을 바꾼 것이므로 요청한 코드를 올바르게 고쳤다고 할 수 없습니다.</a:t>
            </a:r>
          </a:p>
          <a:p xmlns:a="http://schemas.openxmlformats.org/drawingml/2006/main">
            <a:r>
              <a:t/>
            </a:r>
          </a:p>
          <a:p xmlns:a="http://schemas.openxmlformats.org/drawingml/2006/main">
            <a:r>
              <a:t>**직접 적용.** 바꿀 파일 하나 적기 → 유지할 이름·기준·입출력 찾기 → 요청 밖 변경 예 두 가지 표시하기 → 작업 요청서에 범위 적기</a:t>
            </a:r>
          </a:p>
          <a:p xmlns:a="http://schemas.openxmlformats.org/drawingml/2006/main">
            <a:r>
              <a:t/>
            </a:r>
          </a:p>
          <a:p xmlns:a="http://schemas.openxmlformats.org/drawingml/2006/main">
            <a:r>
              <a:t>**설명할 질문.** 테스트 기대 값을 바꾸면 왜 문제가 숨을 수 있나요?</a:t>
            </a:r>
          </a:p>
          <a:p xmlns:a="http://schemas.openxmlformats.org/drawingml/2006/main">
            <a:r>
              <a:t/>
            </a:r>
          </a:p>
          <a:p xmlns:a="http://schemas.openxmlformats.org/drawingml/2006/main">
            <a:r>
              <a:t>**막혔을 때.** 파일을 못 찾으면 압축을 푼 course 폴더의 code·data·work 위치부터 확인합니다.</a:t>
            </a:r>
          </a:p>
          <a:p xmlns:a="http://schemas.openxmlformats.org/drawingml/2006/main">
            <a:r>
              <a:t/>
            </a:r>
          </a:p>
          <a:p xmlns:a="http://schemas.openxmlformats.org/drawingml/2006/main">
            <a:r>
              <a:t>입력·답칸·확인 순서는 [실습지의 A02](practice-guide.md#a02)와 [활동 원문](examples/course/data/A02_input.md)에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검사 기대를 후보에 맞춰 바꾸지 않습니다.</a:t>
            </a:r>
          </a:p>
          <a:p xmlns:a="http://schemas.openxmlformats.org/drawingml/2006/main">
            <a:r>
              <a:t/>
            </a:r>
          </a:p>
          <a:p xmlns:a="http://schemas.openxmlformats.org/drawingml/2006/main">
            <a:r>
              <a:t>이 표에서 볼 것: work/classifier.py의 classify를 고칩니다. 함수 이름과 기본 기준 28을 유지합니다.</a:t>
            </a:r>
          </a:p>
          <a:p xmlns:a="http://schemas.openxmlformats.org/drawingml/2006/main">
            <a:r>
              <a:t>예상 결과: 변경한 파일과 이유를 설명합니다. 요청 밖 변경은 따로 확인합니다.</a:t>
            </a:r>
          </a:p>
          <a:p xmlns:a="http://schemas.openxmlformats.org/drawingml/2006/main">
            <a:r>
              <a:t/>
            </a:r>
          </a:p>
          <a:p xmlns:a="http://schemas.openxmlformats.org/drawingml/2006/main">
            <a:r>
              <a:t>풀이: 요구를 해결한 근거가 아닙니다. 승인된 요구 변경 없이 기대를 바꾸면 실패를 숨길 수 있습니다.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어느 파일의 어느 줄을 왜 고쳤는지 적습니다. 요청하지 않은 곳도 바뀌었는지 확인합니다.</a:t>
            </a:r>
          </a:p>
          <a:p xmlns:a="http://schemas.openxmlformats.org/drawingml/2006/main">
            <a:r>
              <a:t/>
            </a:r>
          </a:p>
          <a:p xmlns:a="http://schemas.openxmlformats.org/drawingml/2006/main">
            <a:r>
              <a:t>앞에서 배운 내용: work/classifier.py의 classify를 고칩니다. 함수 이름과 기본 기준 28을 유지합니다.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요구를 해결한 근거가 아닙니다. 승인된 요구 변경 없이 기대를 바꾸면 실패를 숨길 수 있습니다.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AI가 기대 결과를 고쳐 통과시키자고 합니다. 이 제안을 어떻게 검토하나요?</a:t>
            </a:r>
          </a:p>
          <a:p xmlns:a="http://schemas.openxmlformats.org/drawingml/2006/main">
            <a:r>
              <a:t/>
            </a:r>
          </a:p>
          <a:p xmlns:a="http://schemas.openxmlformats.org/drawingml/2006/main">
            <a:r>
              <a:t>정답과 풀이: 요구를 해결한 근거가 아닙니다. 승인된 요구 변경 없이 기대를 바꾸면 실패를 숨길 수 있습니다.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A03의 개념과 원문 해설입니다.</a:t>
            </a:r>
          </a:p>
          <a:p xmlns:a="http://schemas.openxmlformats.org/drawingml/2006/main">
            <a:r>
              <a:t>### A03 · 컨텍스트와 관련 자료</a:t>
            </a:r>
          </a:p>
          <a:p xmlns:a="http://schemas.openxmlformats.org/drawingml/2006/main">
            <a:r>
              <a:t/>
            </a:r>
          </a:p>
          <a:p xmlns:a="http://schemas.openxmlformats.org/drawingml/2006/main">
            <a:r>
              <a:t>**뜻과 비유.** 컨텍스트는 이번 일을 이해하는 데 필요한 설명과 자료입니다. 파일 전체를 많이 넣는 것보다 어떤 입력이 어떤 문제를 만드는지 정확히 전달하는 것이 중요합니다.</a:t>
            </a:r>
          </a:p>
          <a:p xmlns:a="http://schemas.openxmlformats.org/drawingml/2006/main">
            <a:r>
              <a:t/>
            </a:r>
          </a:p>
          <a:p xmlns:a="http://schemas.openxmlformats.org/drawingml/2006/main">
            <a:r>
              <a:t>**왜 필요한가.** 도구가 보지 못한 파일이나 숨은 업무 규칙을 저절로 안다고 가정하면 엉뚱한 수정이 나올 수 있습니다.</a:t>
            </a:r>
          </a:p>
          <a:p xmlns:a="http://schemas.openxmlformats.org/drawingml/2006/main">
            <a:r>
              <a:t/>
            </a:r>
          </a:p>
          <a:p xmlns:a="http://schemas.openxmlformats.org/drawingml/2006/main">
            <a:r>
              <a:t>**예를 따라 읽기.** 원본 함수·가상 입력·기대 결과·실제 오류 마지막 줄은 문제를 재현하는 데 도움이 됩니다.</a:t>
            </a:r>
          </a:p>
          <a:p xmlns:a="http://schemas.openxmlformats.org/drawingml/2006/main">
            <a:r>
              <a:t/>
            </a:r>
          </a:p>
          <a:p xmlns:a="http://schemas.openxmlformats.org/drawingml/2006/main">
            <a:r>
              <a:t>**헷갈리는 반례.** 관계없는 오래된 프로젝트와 실제 계정 비밀번호는 오늘의 분류 규칙을 설명하는 데 필요하지 않습니다.</a:t>
            </a:r>
          </a:p>
          <a:p xmlns:a="http://schemas.openxmlformats.org/drawingml/2006/main">
            <a:r>
              <a:t/>
            </a:r>
          </a:p>
          <a:p xmlns:a="http://schemas.openxmlformats.org/drawingml/2006/main">
            <a:r>
              <a:t>**직접 적용.** 여섯 자료 카드 읽기 → 관련·무관·공유하지 않을 자료로 분류하기 → 선택한 자료의 필요성을 한 줄씩 쓰기 → 빠진 맥락 하나를 질문으로 남기기</a:t>
            </a:r>
          </a:p>
          <a:p xmlns:a="http://schemas.openxmlformats.org/drawingml/2006/main">
            <a:r>
              <a:t/>
            </a:r>
          </a:p>
          <a:p xmlns:a="http://schemas.openxmlformats.org/drawingml/2006/main">
            <a:r>
              <a:t>**설명할 질문.** 자료가 많으면 항상 더 좋은 요청이 되나요?</a:t>
            </a:r>
          </a:p>
          <a:p xmlns:a="http://schemas.openxmlformats.org/drawingml/2006/main">
            <a:r>
              <a:t/>
            </a:r>
          </a:p>
          <a:p xmlns:a="http://schemas.openxmlformats.org/drawingml/2006/main">
            <a:r>
              <a:t>**막혔을 때.** 출처와 사용 목적을 구분하지 못하면 각 자료가 어떤 질문에 답하는지 적어 봅니다.</a:t>
            </a:r>
          </a:p>
          <a:p xmlns:a="http://schemas.openxmlformats.org/drawingml/2006/main">
            <a:r>
              <a:t/>
            </a:r>
          </a:p>
          <a:p xmlns:a="http://schemas.openxmlformats.org/drawingml/2006/main">
            <a:r>
              <a:t>입력·답칸·확인 순서는 [실습지의 A03](practice-guide.md#a03)와 [활동 원문](examples/course/data/A03_input.md)에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현재 함수와 실패한 입력을 함께 보여 줍니다.</a:t>
            </a:r>
          </a:p>
          <a:p xmlns:a="http://schemas.openxmlformats.org/drawingml/2006/main">
            <a:r>
              <a:t/>
            </a:r>
          </a:p>
          <a:p xmlns:a="http://schemas.openxmlformats.org/drawingml/2006/main">
            <a:r>
              <a:t>이 표에서 볼 것: 현재 함수와 실패 입력을 제공합니다. 비밀 대신 가상 자료를 사용합니다.</a:t>
            </a:r>
          </a:p>
          <a:p xmlns:a="http://schemas.openxmlformats.org/drawingml/2006/main">
            <a:r>
              <a:t>예상 결과: 기준값과 기대 출력이 빠졌는지 읽습니다. 자료의 출처와 목적도 남깁니다.</a:t>
            </a:r>
          </a:p>
          <a:p xmlns:a="http://schemas.openxmlformats.org/drawingml/2006/main">
            <a:r>
              <a:t/>
            </a:r>
          </a:p>
          <a:p xmlns:a="http://schemas.openxmlformats.org/drawingml/2006/main">
            <a:r>
              <a:t>풀이: 현재 함수, 동일한 검사 입력, 비밀을 제거한 실패 결과를 제공합니다. 읽지 못한 업무 규칙을 AI가 저절로 아는 것으로 추정하지 않습니다.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기준값과 예상 출력이 적혀 있는지 확인합니다. 자료를 어디에서 얻었는지도 적습니다.</a:t>
            </a:r>
          </a:p>
          <a:p xmlns:a="http://schemas.openxmlformats.org/drawingml/2006/main">
            <a:r>
              <a:t/>
            </a:r>
          </a:p>
          <a:p xmlns:a="http://schemas.openxmlformats.org/drawingml/2006/main">
            <a:r>
              <a:t>앞에서 배운 내용: 현재 함수와 실패 입력을 제공합니다. 비밀 대신 가상 자료를 사용합니다.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현재 함수, 동일한 검사 입력, 비밀을 제거한 실패 결과를 제공합니다. 읽지 못한 업무 규칙을 AI가 저절로 아는 것으로 추정하지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28 경계 수정에 자료 세 개를 고르세요.</a:t>
            </a:r>
          </a:p>
          <a:p xmlns:a="http://schemas.openxmlformats.org/drawingml/2006/main">
            <a:r>
              <a:t/>
            </a:r>
          </a:p>
          <a:p xmlns:a="http://schemas.openxmlformats.org/drawingml/2006/main">
            <a:r>
              <a:t>정답과 풀이: 현재 함수, 동일한 검사 입력, 비밀을 제거한 실패 결과를 제공합니다. 읽지 못한 업무 규칙을 AI가 저절로 아는 것으로 추정하지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2교시 주제는 근거가 있는 요청서입니다.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정상·경계·누락·오류의 기대 결과를 정합니다. 함수 이름과 반환값도 그대로 지켜야 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A04의 개념과 원문 해설입니다.</a:t>
            </a:r>
          </a:p>
          <a:p xmlns:a="http://schemas.openxmlformats.org/drawingml/2006/main">
            <a:r>
              <a:t>### A04 · 입력과 출력 계약</a:t>
            </a:r>
          </a:p>
          <a:p xmlns:a="http://schemas.openxmlformats.org/drawingml/2006/main">
            <a:r>
              <a:t/>
            </a:r>
          </a:p>
          <a:p xmlns:a="http://schemas.openxmlformats.org/drawingml/2006/main">
            <a:r>
              <a:t>#### 사례로 이해하기 · 요청을 검사 가능한 약속으로 바꾸기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동료가 “높은 온도를 주의로 표시”라고만 설명합니다. 28은 높은 값인가요? 값이 없으면 무엇을 표시하나요? 기계가 이해할 조건을 쓰기 전에 사람끼리 애매한 표현을 정확한 입출력 약속으로 바꿔야 합니다. 코드 한 줄의 차이가 사용자 안내를 바꾸기 때문입니다.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계약은 함수가 받을 값과 돌려줄 결과의 약속입니다. 정상 사례는 흔한 입력, 경계 사례는 규칙이 바뀌는 근처 입력, 오류 사례는 허용하지 않은 입력입니다. 온도 0은 측정값이고 None은 값이 없다는 표시입니다. 글자 "28"과 숫자 28은 화면에 비슷해 보여도 자료형이 다릅니다. 오늘 계약은 문자 숫자를 자동 변환하지 않고 입력 오류로 처리합니다. 업무 규칙이 달라지면 별도 승인이 필요합니다.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함수 이름 classify와 기본 기준 28을 유지합니다. 유효한 수는 0~50이며 28 이상은 주의, 미만은 정상입니다. None은 미측정, 문자·불리언·범위 밖 값은 입력 오류입니다. `classify(27.9)`→정상, `classify(28)`→주의, `classify(28.1)`→주의, `classify(None)`→미측정으로 표를 작성합니다. `classify(0)`→정상을 별도 행으로 두면 None을 0으로 바꾼 후보의 문제를 찾을 수 있습니다. 기준을 27로 내리면 27.9의 약속이 깨집니다. 검사 파일의 기대 값을 바꾸어서 후보를 통과시키면 요구 검증이 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냉장 보관 가상 규칙은 “5 초과이면 점검, 5 이하는 정상”입니다. 4.9·5·5.1의 기대를 직접 쓰고 온도 기준의 “이상” 규칙과 어떤 비교 기호가 다른지 설명하세요. 누락 값의 처리 약속도 한 문장 작성하세요.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4.9와 5는 정상, 5.1은 점검이며 초과는 &gt;입니다. “5도 점검”은 초과와 이상을 혼동했습니다. 누락은 측정하지 못했음을 별도로 표시해야 하며 정상으로 채우는 답은 유효 측정과 누락을 합칩니다.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함수 이름을 유지하는 이유는 무엇인가요? 기존 호출자가 같은 이름을 사용합니다. ② 경계 세 값을 두는 이유는 무엇인가요? 기준과 비교 기호의 오류를 구별합니다. ③ 출력 표만 맞으면 충분한가요? 실제 대상 함수의 실행과 유지 조건도 확인합니다.</a:t>
            </a:r>
          </a:p>
          <a:p xmlns:a="http://schemas.openxmlformats.org/drawingml/2006/main">
            <a:r>
              <a:t/>
            </a:r>
          </a:p>
          <a:p xmlns:a="http://schemas.openxmlformats.org/drawingml/2006/main">
            <a:r>
              <a:t>**뜻과 비유.** 입출력 계약은 어떤 값을 받아 어떤 형태로 답할지 정한 약속입니다. 함수의 내부가 달라져도 호출하는 쪽이 기대하는 이름과 결과는 유지해야합니다.</a:t>
            </a:r>
          </a:p>
          <a:p xmlns:a="http://schemas.openxmlformats.org/drawingml/2006/main">
            <a:r>
              <a:t/>
            </a:r>
          </a:p>
          <a:p xmlns:a="http://schemas.openxmlformats.org/drawingml/2006/main">
            <a:r>
              <a:t>**왜 필요한가.** 함수 이름을 바꾸거나 새 숫자 코드를 반환하면 기존 호출 자는 결과를 이해하지 못할 수 있습니다.</a:t>
            </a:r>
          </a:p>
          <a:p xmlns:a="http://schemas.openxmlformats.org/drawingml/2006/main">
            <a:r>
              <a:t/>
            </a:r>
          </a:p>
          <a:p xmlns:a="http://schemas.openxmlformats.org/drawingml/2006/main">
            <a:r>
              <a:t>**예를 따라 읽기.** classify(28)는 주의, classify(None)는 미측정으로 답하도록 요청에 씁니다.</a:t>
            </a:r>
          </a:p>
          <a:p xmlns:a="http://schemas.openxmlformats.org/drawingml/2006/main">
            <a:r>
              <a:t/>
            </a:r>
          </a:p>
          <a:p xmlns:a="http://schemas.openxmlformats.org/drawingml/2006/main">
            <a:r>
              <a:t>**헷갈리는 반례.** 미측정을 정상으로 부르면 측정하지 못한 상황이 정상 온도로 보입니다.</a:t>
            </a:r>
          </a:p>
          <a:p xmlns:a="http://schemas.openxmlformats.org/drawingml/2006/main">
            <a:r>
              <a:t/>
            </a:r>
          </a:p>
          <a:p xmlns:a="http://schemas.openxmlformats.org/drawingml/2006/main">
            <a:r>
              <a:t>**직접 적용.** 요청서에서 허용 입력 추출하기 → 네 반환 문자열을 표로 쓰기 → 함수 호출 하나의 입력·출력 연결하기 → task.md에 계약 작성하기</a:t>
            </a:r>
          </a:p>
          <a:p xmlns:a="http://schemas.openxmlformats.org/drawingml/2006/main">
            <a:r>
              <a:t/>
            </a:r>
          </a:p>
          <a:p xmlns:a="http://schemas.openxmlformats.org/drawingml/2006/main">
            <a:r>
              <a:t>**설명할 질문.** 함수 이름과 반환 문자열을 유지하는 이유는 무엇인가요?</a:t>
            </a:r>
          </a:p>
          <a:p xmlns:a="http://schemas.openxmlformats.org/drawingml/2006/main">
            <a:r>
              <a:t/>
            </a:r>
          </a:p>
          <a:p xmlns:a="http://schemas.openxmlformats.org/drawingml/2006/main">
            <a:r>
              <a:t>**막혔을 때.** None과 문자열 "None"이 헷갈리면 10/8의 값 없음과 글자 차이를 다시 비교합니다.</a:t>
            </a:r>
          </a:p>
          <a:p xmlns:a="http://schemas.openxmlformats.org/drawingml/2006/main">
            <a:r>
              <a:t/>
            </a:r>
          </a:p>
          <a:p xmlns:a="http://schemas.openxmlformats.org/drawingml/2006/main">
            <a:r>
              <a:t>입력·답칸·확인 순서는 [실습지의 A04](practice-guide.md#a04)와 [활동 원문](examples/course/data/A04_input.md)에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문자 숫자와 실제 숫자를 구별합니다.</a:t>
            </a:r>
          </a:p>
          <a:p xmlns:a="http://schemas.openxmlformats.org/drawingml/2006/main">
            <a:r>
              <a:t/>
            </a:r>
          </a:p>
          <a:p xmlns:a="http://schemas.openxmlformats.org/drawingml/2006/main">
            <a:r>
              <a:t>이 표에서 볼 것: 0~50의 숫자 온도를 받습니다. 28 이상은 주의, 미만은 정상입니다.</a:t>
            </a:r>
          </a:p>
          <a:p xmlns:a="http://schemas.openxmlformats.org/drawingml/2006/main">
            <a:r>
              <a:t>예상 결과: 함수 이름과 반환 문자열을 유지합니다. 누락을 정상 값으로 채우지 않습니다.</a:t>
            </a:r>
          </a:p>
          <a:p xmlns:a="http://schemas.openxmlformats.org/drawingml/2006/main">
            <a:r>
              <a:t/>
            </a:r>
          </a:p>
          <a:p xmlns:a="http://schemas.openxmlformats.org/drawingml/2006/main">
            <a:r>
              <a:t>풀이: 0은 실제 유효한 온도이고 None은 측정 값 없음입니다. 정상과 미측정을 나눕니다. 문자열 "None"과 None도 자료형이 다릅니다.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함수 이름과 반환 문자열을 유지합니다. 값이 없을 때 임의로 정상 값을 넣지 않습니다.</a:t>
            </a:r>
          </a:p>
          <a:p xmlns:a="http://schemas.openxmlformats.org/drawingml/2006/main">
            <a:r>
              <a:t/>
            </a:r>
          </a:p>
          <a:p xmlns:a="http://schemas.openxmlformats.org/drawingml/2006/main">
            <a:r>
              <a:t>앞에서 배운 내용: 0~50의 숫자 온도를 받습니다. 28 이상은 주의, 미만은 정상입니다.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0은 실제 유효한 온도이고 None은 측정 값 없음입니다. 정상과 미측정을 나눕니다. 문자열 "None"과 None도 자료형이 다릅니다.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0과 None은 같은 결과를 뜻하나요?</a:t>
            </a:r>
          </a:p>
          <a:p xmlns:a="http://schemas.openxmlformats.org/drawingml/2006/main">
            <a:r>
              <a:t/>
            </a:r>
          </a:p>
          <a:p xmlns:a="http://schemas.openxmlformats.org/drawingml/2006/main">
            <a:r>
              <a:t>정답과 풀이: 0은 실제 유효한 온도이고 None은 측정 값 없음입니다. 정상과 미측정을 나눕니다. 문자열 "None"과 None도 자료형이 다릅니다.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A05의 개념과 원문 해설입니다.</a:t>
            </a:r>
          </a:p>
          <a:p xmlns:a="http://schemas.openxmlformats.org/drawingml/2006/main">
            <a:r>
              <a:t>### A05 · 정상·경계·오류 사례</a:t>
            </a:r>
          </a:p>
          <a:p xmlns:a="http://schemas.openxmlformats.org/drawingml/2006/main">
            <a:r>
              <a:t/>
            </a:r>
          </a:p>
          <a:p xmlns:a="http://schemas.openxmlformats.org/drawingml/2006/main">
            <a:r>
              <a:t>**뜻과 비유.** 검사 사례는 입력과 기대 결과를 한 쌍으로 적은 것입니다. 경계 사례는 규칙이 달라지는 바로 앞·같은 값·바로 뒤를 비교합니다.</a:t>
            </a:r>
          </a:p>
          <a:p xmlns:a="http://schemas.openxmlformats.org/drawingml/2006/main">
            <a:r>
              <a:t/>
            </a:r>
          </a:p>
          <a:p xmlns:a="http://schemas.openxmlformats.org/drawingml/2006/main">
            <a:r>
              <a:t>**왜 필요한가.** 평범한 22.5 하나가 통과해도 28에서 비교 기호가 틀린 문제는 드러나지 않습니다.</a:t>
            </a:r>
          </a:p>
          <a:p xmlns:a="http://schemas.openxmlformats.org/drawingml/2006/main">
            <a:r>
              <a:t/>
            </a:r>
          </a:p>
          <a:p xmlns:a="http://schemas.openxmlformats.org/drawingml/2006/main">
            <a:r>
              <a:t>**예를 따라 읽기.** 27.9는 정상, 28 과 28.1은 주의입니다. 0은 유효하며 None은 미측정입니다.</a:t>
            </a:r>
          </a:p>
          <a:p xmlns:a="http://schemas.openxmlformats.org/drawingml/2006/main">
            <a:r>
              <a:t/>
            </a:r>
          </a:p>
          <a:p xmlns:a="http://schemas.openxmlformats.org/drawingml/2006/main">
            <a:r>
              <a:t>**헷갈리는 반례.** 글자 “뜨거움”을 0으로 바꿔 처리하면 오류 입력이 정상 기록으로 둔갑합니다.</a:t>
            </a:r>
          </a:p>
          <a:p xmlns:a="http://schemas.openxmlformats.org/drawingml/2006/main">
            <a:r>
              <a:t/>
            </a:r>
          </a:p>
          <a:p xmlns:a="http://schemas.openxmlformats.org/drawingml/2006/main">
            <a:r>
              <a:t>**직접 적용.** cases.json 아홉 입력 읽기 → 실행 전에 기대 상태 써 보기 → 경계 세 사례를 묶기 → 결과가 틀릴 때의 업무 영향을 설명하기</a:t>
            </a:r>
          </a:p>
          <a:p xmlns:a="http://schemas.openxmlformats.org/drawingml/2006/main">
            <a:r>
              <a:t/>
            </a:r>
          </a:p>
          <a:p xmlns:a="http://schemas.openxmlformats.org/drawingml/2006/main">
            <a:r>
              <a:t>**설명할 질문.** 왜 28만 확인하지 않고 27.9와 28.1도 보나요?</a:t>
            </a:r>
          </a:p>
          <a:p xmlns:a="http://schemas.openxmlformats.org/drawingml/2006/main">
            <a:r>
              <a:t/>
            </a:r>
          </a:p>
          <a:p xmlns:a="http://schemas.openxmlformats.org/drawingml/2006/main">
            <a:r>
              <a:t>**막혔을 때.** 숫자와 불리 언을 혼동하면 type(True)가 bool임을 확인하고 온도 계약과 비교합니다.</a:t>
            </a:r>
          </a:p>
          <a:p xmlns:a="http://schemas.openxmlformats.org/drawingml/2006/main">
            <a:r>
              <a:t/>
            </a:r>
          </a:p>
          <a:p xmlns:a="http://schemas.openxmlformats.org/drawingml/2006/main">
            <a:r>
              <a:t>입력·답칸·확인 순서는 [실습지의 A05](practice-guide.md#a05)와 [활동 원문](examples/course/data/A05_input.md)에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“이상”은 기준값도 포함하므로 &gt;=를 씁니다.</a:t>
            </a:r>
          </a:p>
          <a:p xmlns:a="http://schemas.openxmlformats.org/drawingml/2006/main">
            <a:r>
              <a:t/>
            </a:r>
          </a:p>
          <a:p xmlns:a="http://schemas.openxmlformats.org/drawingml/2006/main">
            <a:r>
              <a:t>이 표에서 볼 것: 규칙이 바뀌는 바로 앞·같은 값·뒤를 봅니다. 평범한 입력 한 개로는 경계를 알 수 없습니다.</a:t>
            </a:r>
          </a:p>
          <a:p xmlns:a="http://schemas.openxmlformats.org/drawingml/2006/main">
            <a:r>
              <a:t>예상 결과: 기준을 27로 낮추면 27.9도 주의가 됩니다. 기호 수정과 기준 수정은 다릅니다.</a:t>
            </a:r>
          </a:p>
          <a:p xmlns:a="http://schemas.openxmlformats.org/drawingml/2006/main">
            <a:r>
              <a:t/>
            </a:r>
          </a:p>
          <a:p xmlns:a="http://schemas.openxmlformats.org/drawingml/2006/main">
            <a:r>
              <a:t>풀이: 정상·정상·점검입니다. 초과는 &gt;이고 이상은 &gt;=입니다. None은 여전히 별도 누락 상태로 둡니다.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기준을 27로 낮추면 27.9도 주의가 됩니다. 기호 수정과 기준 수정은 다릅니다.</a:t>
            </a:r>
          </a:p>
          <a:p xmlns:a="http://schemas.openxmlformats.org/drawingml/2006/main">
            <a:r>
              <a:t/>
            </a:r>
          </a:p>
          <a:p xmlns:a="http://schemas.openxmlformats.org/drawingml/2006/main">
            <a:r>
              <a:t>앞에서 배운 내용: 규칙이 바뀌는 바로 앞·같은 값·뒤를 봅니다. 평범한 입력 한 개로는 경계를 알 수 없습니다.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정상·정상·점검입니다. 초과는 &gt;이고 이상은 &gt;=입니다. None은 여전히 별도 누락 상태로 둡니다.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새 규칙은 5 초과 점검입니다. 4.9·5·5.1의 결과는 무엇인가요?</a:t>
            </a:r>
          </a:p>
          <a:p xmlns:a="http://schemas.openxmlformats.org/drawingml/2006/main">
            <a:r>
              <a:t/>
            </a:r>
          </a:p>
          <a:p xmlns:a="http://schemas.openxmlformats.org/drawingml/2006/main">
            <a:r>
              <a:t>정답과 풀이: 정상·정상·점검입니다. 초과는 &gt;이고 이상은 &gt;=입니다. None은 여전히 별도 누락 상태로 둡니다.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A06의 개념과 원문 해설입니다.</a:t>
            </a:r>
          </a:p>
          <a:p xmlns:a="http://schemas.openxmlformats.org/drawingml/2006/main">
            <a:r>
              <a:t>### A06 · 검증 가능한 프롬프트</a:t>
            </a:r>
          </a:p>
          <a:p xmlns:a="http://schemas.openxmlformats.org/drawingml/2006/main">
            <a:r>
              <a:t/>
            </a:r>
          </a:p>
          <a:p xmlns:a="http://schemas.openxmlformats.org/drawingml/2006/main">
            <a:r>
              <a:t>**뜻과 비유.** 프롬프트는 도구에게 전달하는 요청 문장입니다. 무엇을 고칠지, 어떤 값을 넣을지, 무엇을 유지할지, 어떻게 시험할지 적으면 도구의 결과를 직접 확인할 수 있습니다.</a:t>
            </a:r>
          </a:p>
          <a:p xmlns:a="http://schemas.openxmlformats.org/drawingml/2006/main">
            <a:r>
              <a:t/>
            </a:r>
          </a:p>
          <a:p xmlns:a="http://schemas.openxmlformats.org/drawingml/2006/main">
            <a:r>
              <a:t>**왜 필요한가.** 검사 방법을 먼저 적으면 도구가 스스로 완료라고 말해도 무엇이 확인됐는지 비교할 수 있습니다.</a:t>
            </a:r>
          </a:p>
          <a:p xmlns:a="http://schemas.openxmlformats.org/drawingml/2006/main">
            <a:r>
              <a:t/>
            </a:r>
          </a:p>
          <a:p xmlns:a="http://schemas.openxmlformats.org/drawingml/2006/main">
            <a:r>
              <a:t>**예를 따라 읽기.** “28 이상은 주의로 고치고 None은 미측정으로 남기며 아홉 사례를 실행해 결과를 보고해 주세요.”</a:t>
            </a:r>
          </a:p>
          <a:p xmlns:a="http://schemas.openxmlformats.org/drawingml/2006/main">
            <a:r>
              <a:t/>
            </a:r>
          </a:p>
          <a:p xmlns:a="http://schemas.openxmlformats.org/drawingml/2006/main">
            <a:r>
              <a:t>**헷갈리는 반례.** “완벽한 전문가 코드로 만들어”는 어떤 결과가 맞는지 판단할 기준이 없습니다.</a:t>
            </a:r>
          </a:p>
          <a:p xmlns:a="http://schemas.openxmlformats.org/drawingml/2006/main">
            <a:r>
              <a:t/>
            </a:r>
          </a:p>
          <a:p xmlns:a="http://schemas.openxmlformats.org/drawingml/2006/main">
            <a:r>
              <a:t>**직접 적용.** work/task.md의 여섯 칸 채우기 → 모호한 형용사 한 개를 구체 조건으로 고치기 → 짝이 요청만 보고 예상 결과 말하기 → 해석이 갈린 문장 다시 쓰기</a:t>
            </a:r>
          </a:p>
          <a:p xmlns:a="http://schemas.openxmlformats.org/drawingml/2006/main">
            <a:r>
              <a:t/>
            </a:r>
          </a:p>
          <a:p xmlns:a="http://schemas.openxmlformats.org/drawingml/2006/main">
            <a:r>
              <a:t>**설명할 질문.** 좋은 요청에 실행 전 기대 결과가 들어가는 이유는 무엇인가요?</a:t>
            </a:r>
          </a:p>
          <a:p xmlns:a="http://schemas.openxmlformats.org/drawingml/2006/main">
            <a:r>
              <a:t/>
            </a:r>
          </a:p>
          <a:p xmlns:a="http://schemas.openxmlformats.org/drawingml/2006/main">
            <a:r>
              <a:t>**막혔을 때.** 요청이 길어지면 목적과 유지 조건을 분리하고 이번에 필요 없는 기능은 후속 요청으로 둡니다.</a:t>
            </a:r>
          </a:p>
          <a:p xmlns:a="http://schemas.openxmlformats.org/drawingml/2006/main">
            <a:r>
              <a:t/>
            </a:r>
          </a:p>
          <a:p xmlns:a="http://schemas.openxmlformats.org/drawingml/2006/main">
            <a:r>
              <a:t>입력·답칸·확인 순서는 [실습지의 A06](practice-guide.md#a06)와 [활동 원문](examples/course/data/A06_input.md)에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“알아서 좋게”보다 확인할 조건을 씁니다.</a:t>
            </a:r>
          </a:p>
          <a:p xmlns:a="http://schemas.openxmlformats.org/drawingml/2006/main">
            <a:r>
              <a:t/>
            </a:r>
          </a:p>
          <a:p xmlns:a="http://schemas.openxmlformats.org/drawingml/2006/main">
            <a:r>
              <a:t>이 표에서 볼 것: 목적·대상·유지 조건을 적습니다. 입력과 기대 결과로 확인 방법을 정합니다.</a:t>
            </a:r>
          </a:p>
          <a:p xmlns:a="http://schemas.openxmlformats.org/drawingml/2006/main">
            <a:r>
              <a:t>예상 결과: 동료가 같은 검사를 할 수 있는지 읽습니다. 허용할 파일과 행동도 명시합니다.</a:t>
            </a:r>
          </a:p>
          <a:p xmlns:a="http://schemas.openxmlformats.org/drawingml/2006/main">
            <a:r>
              <a:t/>
            </a:r>
          </a:p>
          <a:p xmlns:a="http://schemas.openxmlformats.org/drawingml/2006/main">
            <a:r>
              <a:t>풀이: work/classifier.py의 경계·누락·입력 검사를 요청하되 classify·기준28·출력명은 유지합니다. 동일한 cases.json으로 확인하고 실제 서비스 게시나 비밀 자료 사용은 요청 범위에 넣지 않습니다.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동료가 같은 검사를 할 수 있는지 읽습니다. 허용할 파일과 행동도 명시합니다.</a:t>
            </a:r>
          </a:p>
          <a:p xmlns:a="http://schemas.openxmlformats.org/drawingml/2006/main">
            <a:r>
              <a:t/>
            </a:r>
          </a:p>
          <a:p xmlns:a="http://schemas.openxmlformats.org/drawingml/2006/main">
            <a:r>
              <a:t>앞에서 배운 내용: 목적·대상·유지 조건을 적습니다. 입력과 기대 결과로 확인 방법을 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work/classifier.py의 경계·누락·입력 검사를 요청하되 classify·기준28·출력명은 유지합니다. 동일한 cases.json으로 확인하고 실제 서비스 게시나 비밀 자료 사용은 요청 범위에 넣지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목적·대상·유지·권한·검사를 작성하세요.</a:t>
            </a:r>
          </a:p>
          <a:p xmlns:a="http://schemas.openxmlformats.org/drawingml/2006/main">
            <a:r>
              <a:t/>
            </a:r>
          </a:p>
          <a:p xmlns:a="http://schemas.openxmlformats.org/drawingml/2006/main">
            <a:r>
              <a:t>정답과 풀이: work/classifier.py의 경계·누락·입력 검사를 요청하되 classify·기준28·출력명은 유지합니다. 동일한 cases.json으로 확인하고 실제 서비스 게시나 비밀 자료 사용은 요청 범위에 넣지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3교시 주제는 변경된 코드 읽기입니다.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코드 비교에서 어느 줄을 고쳤는지 봅니다. 실행 명령과 넣은 값, 나온 결과를 확인합니다.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A07의 개념과 원문 해설입니다.</a:t>
            </a:r>
          </a:p>
          <a:p xmlns:a="http://schemas.openxmlformats.org/drawingml/2006/main">
            <a:r>
              <a:t>### A07 · 변경 비교의 기호 읽기</a:t>
            </a:r>
          </a:p>
          <a:p xmlns:a="http://schemas.openxmlformats.org/drawingml/2006/main">
            <a:r>
              <a:t/>
            </a:r>
          </a:p>
          <a:p xmlns:a="http://schemas.openxmlformats.org/drawingml/2006/main">
            <a:r>
              <a:t>#### 사례로 이해하기 · 그럴듯한 완료 문장에서 근거 찾기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제공 응답 A는 “모든 문제를 해결했습니다”라고 말합니다. 하지만 코드에서 기본 기준을 27로 낮추고 None을 0으로 바꿨습니다. 설명이 친절하고 자신 있어도 요청한 규칙대로 고쳤는지는 따로 확인해야 합니다. 바꿨다고 말한 부분을 코드에서 찾고 실행 결과와 비교합니다.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변경 비교는 이전과 이후의 차이를 보여 줍니다. 삭제 표시 -와 추가 표시 +는 파일 내용에 넣는 기호가 아닙니다. 주장에는 “고쳤다”, “검사했다”, “운영 가능하다”처럼 서로 다른 범위가 있습니다. 첫 주장은 코드 차이로, 둘째는 대상과 명령과 출력으로, 셋째는 실제 장비에서 실행한 결과로 확인합니다. 결과를 보지 못했다면 거짓이라고 단정하지 말고 아직 확인하지 못했다고 적습니다. 다음에 무엇을 시험할지도 정합니다.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code/proposal_a.py를 읽으면 `threshold=27`과 None을 0으로 바꾸는 줄이 보입니다. 요청의 유지 조건은 threshold=28이고 None은 미측정입니다. 먼저 두 차이를 표시한 뒤 같은 code/check_cases.py로 실행합니다. 응답의 말과 실제 함수 동작은 별도로 기록합니다. 실행 경로가 proposal_a.py인지도 확인합니다. work/classifier.py를 고쳤는데 baseline.py를 실행했다면 고친 코드를 시험한 것이 아닙니다. 복구할 때는 원본 baseline.py를 보존한 채 작업 복사본만 다시 가져옵니다.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“수정 완료, 오류 없음, 실제 장비에서도 안정적”이라는 세 주장 옆에 어떤 파일이나 실행 결과를 확인해야 하는지 적으세요. 주어진 자료가 코드 비교와 로컬 가상 검사 출력뿐일 때 어느 문장까지 보고할 수 있는지도 결정하세요.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변경 완료에는 diff, 오류 검사는 사례별 실행 결과, 장비 안정성에는 실제 장비와 운영 조건의 관찰이 필요합니다. 현재는 가상 검사 범위만 보고하고 장비 부분은 미확인으로 남깁니다. “AI의 자신감이 높아서 승인”은 코드나 실행 결과를 확인하지 않은 답입니다. “검사 결과가 없으니 코드는 반드시 틀렸다”도 맞지 않습니다. 아직 확인하지 못한 것과 검사에서 실패한 것은 다릅니다.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코드 차이만으로 실행 성공을 아나요? 실제로 실행한 결과를 봐야 합니다. ② 통과 화면에 대상 경로가 필요한 이유는 무엇인가요? 어느 복사본을 확인했는지 식별합니다. ③ 불확실성을 어떻게 쓰나요? 관찰 사실과 아직 확인하지 않은 조건을 나누어 구체적으로 적습니다.</a:t>
            </a:r>
          </a:p>
          <a:p xmlns:a="http://schemas.openxmlformats.org/drawingml/2006/main">
            <a:r>
              <a:t/>
            </a:r>
          </a:p>
          <a:p xmlns:a="http://schemas.openxmlformats.org/drawingml/2006/main">
            <a:r>
              <a:t>**뜻과 비유.** diff는 전후 코드에서 빠진 줄과 새 줄을 보여 주는 변경 비교입니다. -는 이전 줄, +는 새 줄이며 코드의 빼기·더하기 연산과 다릅니다.</a:t>
            </a:r>
          </a:p>
          <a:p xmlns:a="http://schemas.openxmlformats.org/drawingml/2006/main">
            <a:r>
              <a:t/>
            </a:r>
          </a:p>
          <a:p xmlns:a="http://schemas.openxmlformats.org/drawingml/2006/main">
            <a:r>
              <a:t>**왜 필요한가.** 전체 파일을 외우지 않아도 요청이 어느 변경에 반영됐는지 확인할 수 있습니다.</a:t>
            </a:r>
          </a:p>
          <a:p xmlns:a="http://schemas.openxmlformats.org/drawingml/2006/main">
            <a:r>
              <a:t/>
            </a:r>
          </a:p>
          <a:p xmlns:a="http://schemas.openxmlformats.org/drawingml/2006/main">
            <a:r>
              <a:t>**예를 따라 읽기.** &gt;를 &gt;=로 바꾼 줄은 경계 28을 포함하도록 동작을 바꿉니다.</a:t>
            </a:r>
          </a:p>
          <a:p xmlns:a="http://schemas.openxmlformats.org/drawingml/2006/main">
            <a:r>
              <a:t/>
            </a:r>
          </a:p>
          <a:p xmlns:a="http://schemas.openxmlformats.org/drawingml/2006/main">
            <a:r>
              <a:t>**헷갈리는 반례.** 주석만 “28 이상”으로 바뀌고 실제 비교가 &gt;이면 동작은 그대로입니다.</a:t>
            </a:r>
          </a:p>
          <a:p xmlns:a="http://schemas.openxmlformats.org/drawingml/2006/main">
            <a:r>
              <a:t/>
            </a:r>
          </a:p>
          <a:p xmlns:a="http://schemas.openxmlformats.org/drawingml/2006/main">
            <a:r>
              <a:t>**직접 적용.** changes.diff에서 파일 이름 찾기 → 미측정·검사·경계 변경 줄 묶기 → 요청한 항목과 변경 한 곳 연결하기 → 문구 변경과 동작 변경 구분하기</a:t>
            </a:r>
          </a:p>
          <a:p xmlns:a="http://schemas.openxmlformats.org/drawingml/2006/main">
            <a:r>
              <a:t/>
            </a:r>
          </a:p>
          <a:p xmlns:a="http://schemas.openxmlformats.org/drawingml/2006/main">
            <a:r>
              <a:t>**설명할 질문.** diff의 +와 Python의 +는 어떤 차이가 있나요?</a:t>
            </a:r>
          </a:p>
          <a:p xmlns:a="http://schemas.openxmlformats.org/drawingml/2006/main">
            <a:r>
              <a:t/>
            </a:r>
          </a:p>
          <a:p xmlns:a="http://schemas.openxmlformats.org/drawingml/2006/main">
            <a:r>
              <a:t>**막혔을 때.** diff의 +를 원본 코드에 복사했다면 실제 소스 파일의 완성 줄을 참고해 제거합니다.</a:t>
            </a:r>
          </a:p>
          <a:p xmlns:a="http://schemas.openxmlformats.org/drawingml/2006/main">
            <a:r>
              <a:t/>
            </a:r>
          </a:p>
          <a:p xmlns:a="http://schemas.openxmlformats.org/drawingml/2006/main">
            <a:r>
              <a:t>입력·답칸·확인 순서는 [실습지의 A07](practice-guide.md#a07)와 [활동 원문](examples/course/data/A07_input.md)에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바뀐 줄이 요청한 조건을 지키는지 봅니다.</a:t>
            </a:r>
          </a:p>
          <a:p xmlns:a="http://schemas.openxmlformats.org/drawingml/2006/main">
            <a:r>
              <a:t/>
            </a:r>
          </a:p>
          <a:p xmlns:a="http://schemas.openxmlformats.org/drawingml/2006/main">
            <a:r>
              <a:t>이 표에서 볼 것: -는 이전 줄, +는 새 줄의 표시입니다. 최종 파일에 비교 기호를 넣지 않습니다.</a:t>
            </a:r>
          </a:p>
          <a:p xmlns:a="http://schemas.openxmlformats.org/drawingml/2006/main">
            <a:r>
              <a:t>예상 결과: threshold=27은 유지 조건을 어겼습니다. None을 0으로 바꾸면 누락이 사라집니다.</a:t>
            </a:r>
          </a:p>
          <a:p xmlns:a="http://schemas.openxmlformats.org/drawingml/2006/main">
            <a:r>
              <a:t/>
            </a:r>
          </a:p>
          <a:p xmlns:a="http://schemas.openxmlformats.org/drawingml/2006/main">
            <a:r>
              <a:t>풀이: 요구 원문과 실제 코드 차이와 동일 검사 결과를 연결합니다. 자신감이나 어조는 요구 충족의 증거가 아닙니다.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threshold=27은 유지 조건을 어겼습니다. None을 0으로 바꾸면 누락이 사라집니다.</a:t>
            </a:r>
          </a:p>
          <a:p xmlns:a="http://schemas.openxmlformats.org/drawingml/2006/main">
            <a:r>
              <a:t/>
            </a:r>
          </a:p>
          <a:p xmlns:a="http://schemas.openxmlformats.org/drawingml/2006/main">
            <a:r>
              <a:t>앞에서 배운 내용: -는 이전 줄, +는 새 줄의 표시입니다. 최종 파일에 비교 기호를 넣지 않습니다.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요구 원문과 실제 코드 차이와 동일 검사 결과를 연결합니다. 자신감이나 어조는 요구 충족의 증거가 아닙니다.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AI의 설명과 실제 코드가 다릅니다. 어떤 줄과 실행 결과를 확인해야 할까요?</a:t>
            </a:r>
          </a:p>
          <a:p xmlns:a="http://schemas.openxmlformats.org/drawingml/2006/main">
            <a:r>
              <a:t/>
            </a:r>
          </a:p>
          <a:p xmlns:a="http://schemas.openxmlformats.org/drawingml/2006/main">
            <a:r>
              <a:t>정답과 풀이: 요구 원문과 실제 코드 차이와 동일 검사 결과를 연결합니다. 자신감이나 어조는 요구 충족의 증거가 아닙니다.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A08의 개념과 원문 해설입니다.</a:t>
            </a:r>
          </a:p>
          <a:p xmlns:a="http://schemas.openxmlformats.org/drawingml/2006/main">
            <a:r>
              <a:t>### A08 · 설득력 있는 응답 검토</a:t>
            </a:r>
          </a:p>
          <a:p xmlns:a="http://schemas.openxmlformats.org/drawingml/2006/main">
            <a:r>
              <a:t/>
            </a:r>
          </a:p>
          <a:p xmlns:a="http://schemas.openxmlformats.org/drawingml/2006/main">
            <a:r>
              <a:t>**뜻과 비유.** AI가 실행했다고 말해도 그것만으로 실행 결과를 알 수는 없습니다. 코드를 바꿨다는 주장, 검사를 했다는 주장, 실제 결과를 각각 확인합니다.</a:t>
            </a:r>
          </a:p>
          <a:p xmlns:a="http://schemas.openxmlformats.org/drawingml/2006/main">
            <a:r>
              <a:t/>
            </a:r>
          </a:p>
          <a:p xmlns:a="http://schemas.openxmlformats.org/drawingml/2006/main">
            <a:r>
              <a:t>**왜 필요한가.** 자신 있는 문장 때문에 범위 밖 수정이나 누락된 검사를 지나칠 수 있습니다.</a:t>
            </a:r>
          </a:p>
          <a:p xmlns:a="http://schemas.openxmlformats.org/drawingml/2006/main">
            <a:r>
              <a:t/>
            </a:r>
          </a:p>
          <a:p xmlns:a="http://schemas.openxmlformats.org/drawingml/2006/main">
            <a:r>
              <a:t>**예를 따라 읽기.** 응답 A는 기준을 27로 바꾸고 None을 0으로 채웁니다. 요청의 28 유지와 미측정 보존에 어긋납니다.</a:t>
            </a:r>
          </a:p>
          <a:p xmlns:a="http://schemas.openxmlformats.org/drawingml/2006/main">
            <a:r>
              <a:t/>
            </a:r>
          </a:p>
          <a:p xmlns:a="http://schemas.openxmlformats.org/drawingml/2006/main">
            <a:r>
              <a:t>**헷갈리는 반례.** “모든 문제 해결”이라는 문장이 있어도 어떤 입력으로 확인했는지 없으면 결론을 보류합니다.</a:t>
            </a:r>
          </a:p>
          <a:p xmlns:a="http://schemas.openxmlformats.org/drawingml/2006/main">
            <a:r>
              <a:t/>
            </a:r>
          </a:p>
          <a:p xmlns:a="http://schemas.openxmlformats.org/drawingml/2006/main">
            <a:r>
              <a:t>**직접 적용.** 응답 A와 코드 나란히 읽기 → 기준 변경과 빈 값 처리 표시하기 → 요청과 달라진 조건 두 개 적기 → 승인 전 추가 확인 질문 작성하기</a:t>
            </a:r>
          </a:p>
          <a:p xmlns:a="http://schemas.openxmlformats.org/drawingml/2006/main">
            <a:r>
              <a:t/>
            </a:r>
          </a:p>
          <a:p xmlns:a="http://schemas.openxmlformats.org/drawingml/2006/main">
            <a:r>
              <a:t>**설명할 질문.** 친절하고 자신 있는 응답도 왜 다시 확인하나요?</a:t>
            </a:r>
          </a:p>
          <a:p xmlns:a="http://schemas.openxmlformats.org/drawingml/2006/main">
            <a:r>
              <a:t/>
            </a:r>
          </a:p>
          <a:p xmlns:a="http://schemas.openxmlformats.org/drawingml/2006/main">
            <a:r>
              <a:t>**막혔을 때.** 응답의 어조보다 실제 바뀐 값과 반환을 원문 요청에 대조합니다.</a:t>
            </a:r>
          </a:p>
          <a:p xmlns:a="http://schemas.openxmlformats.org/drawingml/2006/main">
            <a:r>
              <a:t/>
            </a:r>
          </a:p>
          <a:p xmlns:a="http://schemas.openxmlformats.org/drawingml/2006/main">
            <a:r>
              <a:t>입력·답칸·확인 순서는 [실습지의 A08](practice-guide.md#a08)와 [활동 원문](examples/course/data/A08_input.md)에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확인할 결과가 없다면 미확인으로 적습니다.</a:t>
            </a:r>
          </a:p>
          <a:p xmlns:a="http://schemas.openxmlformats.org/drawingml/2006/main">
            <a:r>
              <a:t/>
            </a:r>
          </a:p>
          <a:p xmlns:a="http://schemas.openxmlformats.org/drawingml/2006/main">
            <a:r>
              <a:t>이 표에서 볼 것: 수정·검사·운영은 서로 다른 주장입니다. 각 주장에 맞는 증거를 찾습니다.</a:t>
            </a:r>
          </a:p>
          <a:p xmlns:a="http://schemas.openxmlformats.org/drawingml/2006/main">
            <a:r>
              <a:t>예상 결과: 로컬 가상 검사만 확인했다면 그 범위만 씁니다. 장비 안정성은 별도 확인이 필요합니다.</a:t>
            </a:r>
          </a:p>
          <a:p xmlns:a="http://schemas.openxmlformats.org/drawingml/2006/main">
            <a:r>
              <a:t/>
            </a:r>
          </a:p>
          <a:p xmlns:a="http://schemas.openxmlformats.org/drawingml/2006/main">
            <a:r>
              <a:t>풀이: 코드와 로컬 가상 출력만으로 장비 안정성을 확인할 수 없습니다. 미확인 조건과 필요한 다음 시험을 적습니다.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가상 입력으로 검사한 결과까지만 보고합니다. 실제 장비에서 잘 되는지는 따로 시험해야 합니다.</a:t>
            </a:r>
          </a:p>
          <a:p xmlns:a="http://schemas.openxmlformats.org/drawingml/2006/main">
            <a:r>
              <a:t/>
            </a:r>
          </a:p>
          <a:p xmlns:a="http://schemas.openxmlformats.org/drawingml/2006/main">
            <a:r>
              <a:t>앞에서 배운 내용: 수정·검사·운영은 서로 다른 주장입니다. 각 주장에 맞는 증거를 찾습니다.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코드와 로컬 가상 출력만으로 장비 안정성을 확인할 수 없습니다. 미확인 조건과 필요한 다음 시험을 적습니다.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“실제 장비도 안정적”이라고 적었습니다. 현재 자료로 확인할 수 있나요?</a:t>
            </a:r>
          </a:p>
          <a:p xmlns:a="http://schemas.openxmlformats.org/drawingml/2006/main">
            <a:r>
              <a:t/>
            </a:r>
          </a:p>
          <a:p xmlns:a="http://schemas.openxmlformats.org/drawingml/2006/main">
            <a:r>
              <a:t>정답과 풀이: 코드와 로컬 가상 출력만으로 장비 안정성을 확인할 수 없습니다. 미확인 조건과 필요한 다음 시험을 적습니다.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A09의 개념과 원문 해설입니다.</a:t>
            </a:r>
          </a:p>
          <a:p xmlns:a="http://schemas.openxmlformats.org/drawingml/2006/main">
            <a:r>
              <a:t>### A09 · 작업 복사본과 되돌림</a:t>
            </a:r>
          </a:p>
          <a:p xmlns:a="http://schemas.openxmlformats.org/drawingml/2006/main">
            <a:r>
              <a:t/>
            </a:r>
          </a:p>
          <a:p xmlns:a="http://schemas.openxmlformats.org/drawingml/2006/main">
            <a:r>
              <a:t>**뜻과 비유.** 작업 복사본은 원본을 남기고 수정 결과를 비교하기 위한 파일입니다. 저장한 파일과 실행한 파일의 경로가 같아야 변경의 효과를 볼 수 있습니다.</a:t>
            </a:r>
          </a:p>
          <a:p xmlns:a="http://schemas.openxmlformats.org/drawingml/2006/main">
            <a:r>
              <a:t/>
            </a:r>
          </a:p>
          <a:p xmlns:a="http://schemas.openxmlformats.org/drawingml/2006/main">
            <a:r>
              <a:t>**왜 필요한가.** 같은 이름의 파일을 다른 폴더에서 실행하면 고쳤는데도 이전 결과가 나오는 것처럼 보입니다.</a:t>
            </a:r>
          </a:p>
          <a:p xmlns:a="http://schemas.openxmlformats.org/drawingml/2006/main">
            <a:r>
              <a:t/>
            </a:r>
          </a:p>
          <a:p xmlns:a="http://schemas.openxmlformats.org/drawingml/2006/main">
            <a:r>
              <a:t>**예를 따라 읽기.** work/classifier.py는 원본과 같은 시작 코드입니다. code/baseline.py는 비교용으로 유지합니다.</a:t>
            </a:r>
          </a:p>
          <a:p xmlns:a="http://schemas.openxmlformats.org/drawingml/2006/main">
            <a:r>
              <a:t/>
            </a:r>
          </a:p>
          <a:p xmlns:a="http://schemas.openxmlformats.org/drawingml/2006/main">
            <a:r>
              <a:t>**헷갈리는 반례.** 원본까지 덮어쓰고 이 전 동작을 기억만 하면 변경 근거와 되돌릴 기준을 잃습니다.</a:t>
            </a:r>
          </a:p>
          <a:p xmlns:a="http://schemas.openxmlformats.org/drawingml/2006/main">
            <a:r>
              <a:t/>
            </a:r>
          </a:p>
          <a:p xmlns:a="http://schemas.openxmlformats.org/drawingml/2006/main">
            <a:r>
              <a:t>**직접 적용.** 세 폴더 역할 적기 → work/classifier.py를 열어 원본과 대조하기 → 실행할 정확 경로 기록하기 → 수정전 사본과 복구 방법 적기</a:t>
            </a:r>
          </a:p>
          <a:p xmlns:a="http://schemas.openxmlformats.org/drawingml/2006/main">
            <a:r>
              <a:t/>
            </a:r>
          </a:p>
          <a:p xmlns:a="http://schemas.openxmlformats.org/drawingml/2006/main">
            <a:r>
              <a:t>**설명할 질문.** 파일 이름이 같은데 다른 결과가 나올 수 있는 이유는 무엇인가요?</a:t>
            </a:r>
          </a:p>
          <a:p xmlns:a="http://schemas.openxmlformats.org/drawingml/2006/main">
            <a:r>
              <a:t/>
            </a:r>
          </a:p>
          <a:p xmlns:a="http://schemas.openxmlformats.org/drawingml/2006/main">
            <a:r>
              <a:t>**막혔을 때.** 파일 확장자 숨김이면 파일 속성을 확인하고 ZIP 목록 안에서 편집하지 않습니다.</a:t>
            </a:r>
          </a:p>
          <a:p xmlns:a="http://schemas.openxmlformats.org/drawingml/2006/main">
            <a:r>
              <a:t/>
            </a:r>
          </a:p>
          <a:p xmlns:a="http://schemas.openxmlformats.org/drawingml/2006/main">
            <a:r>
              <a:t>입력·답칸·확인 순서는 [실습지의 A09](practice-guide.md#a09)와 [활동 원문](examples/course/data/A09_input.md)에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ZIP을 풀고 실제 폴더에서 작업합니다.</a:t>
            </a:r>
          </a:p>
          <a:p xmlns:a="http://schemas.openxmlformats.org/drawingml/2006/main">
            <a:r>
              <a:t/>
            </a:r>
          </a:p>
          <a:p xmlns:a="http://schemas.openxmlformats.org/drawingml/2006/main">
            <a:r>
              <a:t>이 표에서 볼 것: code의 원본과 work의 수정본을 나눕니다. 수정한 파일의 경로로 실행합니다.</a:t>
            </a:r>
          </a:p>
          <a:p xmlns:a="http://schemas.openxmlformats.org/drawingml/2006/main">
            <a:r>
              <a:t>예상 결과: 저장한 경로와 실행한 경로를 비교합니다. 원본까지 고치면 처음 코드로 되돌리기 어렵습니다.</a:t>
            </a:r>
          </a:p>
          <a:p xmlns:a="http://schemas.openxmlformats.org/drawingml/2006/main">
            <a:r>
              <a:t/>
            </a:r>
          </a:p>
          <a:p xmlns:a="http://schemas.openxmlformats.org/drawingml/2006/main">
            <a:r>
              <a:t>풀이: 원본 baseline의 동작을 확인한 것입니다. 수정본 검증은 work/classifier.py를 인수로 실행해야 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저장한 경로와 실행한 경로를 비교합니다. 원본까지 고치면 처음 코드로 되돌리기 어렵습니다.</a:t>
            </a:r>
          </a:p>
          <a:p xmlns:a="http://schemas.openxmlformats.org/drawingml/2006/main">
            <a:r>
              <a:t/>
            </a:r>
          </a:p>
          <a:p xmlns:a="http://schemas.openxmlformats.org/drawingml/2006/main">
            <a:r>
              <a:t>앞에서 배운 내용: code의 원본과 work의 수정본을 나눕니다. 수정한 파일의 경로로 실행합니다.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원본 baseline의 동작을 확인한 것입니다. 수정본 검증은 work/classifier.py를 인수로 실행해야 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work를 고쳤는데 baseline을 실행했습니다. 고친 코드도 시험했다고 말할 수 있나요?</a:t>
            </a:r>
          </a:p>
          <a:p xmlns:a="http://schemas.openxmlformats.org/drawingml/2006/main">
            <a:r>
              <a:t/>
            </a:r>
          </a:p>
          <a:p xmlns:a="http://schemas.openxmlformats.org/drawingml/2006/main">
            <a:r>
              <a:t>정답과 풀이: 원본 baseline의 동작을 확인한 것입니다. 수정본 검증은 work/classifier.py를 인수로 실행해야 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4교시 주제는 예상과 실제 결과입니다.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어느 파일을 실행했는지 봅니다. 기대와 실제가 다른 행을 찾습니다.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A10의 개념과 원문 해설입니다.</a:t>
            </a:r>
          </a:p>
          <a:p xmlns:a="http://schemas.openxmlformats.org/drawingml/2006/main">
            <a:r>
              <a:t>### A10 · 기준 코드의 실제 실패</a:t>
            </a:r>
          </a:p>
          <a:p xmlns:a="http://schemas.openxmlformats.org/drawingml/2006/main">
            <a:r>
              <a:t/>
            </a:r>
          </a:p>
          <a:p xmlns:a="http://schemas.openxmlformats.org/drawingml/2006/main">
            <a:r>
              <a:t>#### 사례로 이해하기 · 실패 결과를 요구와 연결하는 검사</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프로그램이 실행되었는데 검사 결과에 FAIL이 보입니다. 비전공자는 설치가 잘못됐다고 생각하기 쉽습니다. 하지만 이 검사기는 요구와 다른 출력이 나오면 의도적으로 실패 상태를 남깁니다. 실패를 읽을 수 있으면 재설치보다 수정할 규칙을 먼저 찾을 수 있습니다.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예상은 실행 전에 규칙으로 정한 답이고 실제는 실행으로 관찰한 답입니다. 종료 코드 0은 이 검사에서 모든 사례가 맞았다는 뜻이며 1은 적어도 하나가 달랐다는 뜻입니다. 이 의미는 프로그램마다 다릅니다. TypeError가 출력에 보이면 값 종류에 맞지 않는 비교가 발생했을 수 있습니다. 누락과 종류와 범위를 먼저 확인한 뒤 경계를 비교하면 오류 상황을 정상 온도로 착각하지 않습니다.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압축을 푼 course에서 `python code/check_cases.py code/baseline.py`를 실행합니다. baseline은 28을 정상, None을 정상으로 반환하고 문자 비교에서는 예외가 발생합니다. 따라서 성공적인 수업 시연에서도 종료 코드가 1입니다. reviewed.py는 None을 먼저 미측정으로 처리하고 정확한 숫자 종류와 0~50 범위를 확인한 뒤 &gt;=28을 적용합니다. `python code/check_cases.py code/reviewed.py`는 제공 아홉 사례에서 9/9입니다. 예상 목록이 같고 실행 대상만 달라졌음을 확인해야 변화의 원인을 설명할 수 있습니다.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입력 0, None, True, "28", 50, 51의 출력을 먼저 표로 작성하세요. 이후 제공 완성 함수의 조건을 위에서 아래로 따라가며 각 입력이 어느 줄에서 반환되는지 설명하세요. 조건 순서를 바꾸면 문자 비교가 어떻게 달라지는지도 판단하세요.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0은 정상, None은 미측정, True와 "28"과 51은 입력 오류, 50은 주의입니다. “True는 1과 같으니 정상”은 오늘의 계약이 허용한 정확한 종류를 놓쳤습니다. “None은 0”은 값 없음과 유효한 영점을 혼동합니다.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FAIL이면 파이썬이 실행되지 않았나요? 실행된 뒤 기대와 달랐을 수 있습니다. ② 기준만 낮추면 해결되나요? 기존 정상 경계를 깨뜨립니다. ③ 아홉 통과로 모든 입력을 보장하나요? 제공된 검사 범위만 확인한 것이므로 새로운 입력 조건은 별도로 검토합니다.</a:t>
            </a:r>
          </a:p>
          <a:p xmlns:a="http://schemas.openxmlformats.org/drawingml/2006/main">
            <a:r>
              <a:t/>
            </a:r>
          </a:p>
          <a:p xmlns:a="http://schemas.openxmlformats.org/drawingml/2006/main">
            <a:r>
              <a:t>**뜻과 비유.** 실패 검사는 실수로 망가진 수업이 아니라 요구와 현재 동작의 차이를 드러내는 관찰입니다. 검사 프로그램은 기대와 실제를 나란히 비교합니다.</a:t>
            </a:r>
          </a:p>
          <a:p xmlns:a="http://schemas.openxmlformats.org/drawingml/2006/main">
            <a:r>
              <a:t/>
            </a:r>
          </a:p>
          <a:p xmlns:a="http://schemas.openxmlformats.org/drawingml/2006/main">
            <a:r>
              <a:t>**왜 필요한가.** 수정 전 실패를 재현해 두면 수정 후 무엇이 달라졌는지 확인할 기준이 생깁니다.</a:t>
            </a:r>
          </a:p>
          <a:p xmlns:a="http://schemas.openxmlformats.org/drawingml/2006/main">
            <a:r>
              <a:t/>
            </a:r>
          </a:p>
          <a:p xmlns:a="http://schemas.openxmlformats.org/drawingml/2006/main">
            <a:r>
              <a:t>**예를 따라 읽기.** python code/check_cases.py code/baseline.py를 실행하면 경계와 미측정 등의 차이가 FAIL로 나옵니다.</a:t>
            </a:r>
          </a:p>
          <a:p xmlns:a="http://schemas.openxmlformats.org/drawingml/2006/main">
            <a:r>
              <a:t/>
            </a:r>
          </a:p>
          <a:p xmlns:a="http://schemas.openxmlformats.org/drawingml/2006/main">
            <a:r>
              <a:t>**헷갈리는 반례.** 종료 코드 1을 보고 무조건 재설치하지 않습니다. 이 검사기는 실패 사례가 있으면 의도적으로 1을 반환합니다.</a:t>
            </a:r>
          </a:p>
          <a:p xmlns:a="http://schemas.openxmlformats.org/drawingml/2006/main">
            <a:r>
              <a:t/>
            </a:r>
          </a:p>
          <a:p xmlns:a="http://schemas.openxmlformats.org/drawingml/2006/main">
            <a:r>
              <a:t>**직접 적용.** 전체 검사 코드와 줄 해설 읽기 → 원본 실행 명령 확인하기 → 아홉 줄 결과에서 FAIL의 입력 찾기 → 예상과 실제 차이를 표에 남기기</a:t>
            </a:r>
          </a:p>
          <a:p xmlns:a="http://schemas.openxmlformats.org/drawingml/2006/main">
            <a:r>
              <a:t/>
            </a:r>
          </a:p>
          <a:p xmlns:a="http://schemas.openxmlformats.org/drawingml/2006/main">
            <a:r>
              <a:t>**설명할 질문.** 테스트가 실패한 것과 실행환경이 고장 난 것은 어떻게 구별하나요?</a:t>
            </a:r>
          </a:p>
          <a:p xmlns:a="http://schemas.openxmlformats.org/drawingml/2006/main">
            <a:r>
              <a:t/>
            </a:r>
          </a:p>
          <a:p xmlns:a="http://schemas.openxmlformats.org/drawingml/2006/main">
            <a:r>
              <a:t>**막혔을 때.** 모듈 경로 오류면 course 폴더에서 명령을 실행하고 파일 경로 인수를 빠뜨리지 않았는지 봅니다.</a:t>
            </a:r>
          </a:p>
          <a:p xmlns:a="http://schemas.openxmlformats.org/drawingml/2006/main">
            <a:r>
              <a:t/>
            </a:r>
          </a:p>
          <a:p xmlns:a="http://schemas.openxmlformats.org/drawingml/2006/main">
            <a:r>
              <a:t>입력·답칸·확인 순서는 [실습지의 A10](practice-guide.md#a10)와 [활동 원문](examples/course/data/A10_input.md)에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실패도 검사 결과의 예</a:t>
            </a:r>
          </a:p>
          <a:p xmlns:a="http://schemas.openxmlformats.org/drawingml/2006/main">
            <a:r>
              <a:t>실행 위치: 압축을 푼 course</a:t>
            </a:r>
          </a:p>
          <a:p xmlns:a="http://schemas.openxmlformats.org/drawingml/2006/main">
            <a:r>
              <a:t/>
            </a:r>
          </a:p>
          <a:p xmlns:a="http://schemas.openxmlformats.org/drawingml/2006/main">
            <a:r>
              <a:t>python -X utf8 code/check_cases.py code/baseline.py</a:t>
            </a:r>
          </a:p>
          <a:p xmlns:a="http://schemas.openxmlformats.org/drawingml/2006/main">
            <a:r>
              <a:t>뜻: course 폴더에서 검사기를 실행하고 code/baseline.py를 검사 대상으로 건넵니다. 제공된 같은 입력 목록으로 결과를 비교합니다. -X utf8은 문자 입출력을 UTF-8로 맞춥니다.</a:t>
            </a:r>
          </a:p>
          <a:p xmlns:a="http://schemas.openxmlformats.org/drawingml/2006/main">
            <a:r>
              <a:t/>
            </a:r>
          </a:p>
          <a:p xmlns:a="http://schemas.openxmlformats.org/drawingml/2006/main">
            <a:r>
              <a:t>확인할 결과: 28과 None에서 계약과 다른 결과가 나옵니다. 이 검사기의 종료 코드 1은 실패 사례입니다.</a:t>
            </a:r>
          </a:p>
          <a:p xmlns:a="http://schemas.openxmlformats.org/drawingml/2006/main">
            <a:r>
              <a:t>풀이: 아닙니다. 검사기가 실행된 뒤 기대와 실제가 다른 것인지, 프로그램 자체가 시작하지 못한 것인지 구별합니다. 대상 파일·명령·출력을 기록합니다.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python -X utf8 code/check_cases.py code/baseline.py</a:t>
            </a:r>
          </a:p>
          <a:p xmlns:a="http://schemas.openxmlformats.org/drawingml/2006/main">
            <a:r>
              <a:t>뜻: course 폴더에서 검사기를 실행하고 code/baseline.py를 검사 대상으로 건넵니다. 제공된 같은 입력 목록으로 결과를 비교합니다. -X utf8은 문자 입출력을 UTF-8로 맞춥니다.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28과 None에서 계약과 다른 결과가 나옵니다. 이 검사기의 종료 코드 1은 실패 사례입니다.</a:t>
            </a:r>
          </a:p>
          <a:p xmlns:a="http://schemas.openxmlformats.org/drawingml/2006/main">
            <a:r>
              <a:t/>
            </a:r>
          </a:p>
          <a:p xmlns:a="http://schemas.openxmlformats.org/drawingml/2006/main">
            <a:r>
              <a:t>앞에서 배운 내용: 수정 전 실패를 먼저 재현합니다. 기대와 실제 차이가 수정의 근거입니다.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아닙니다. 검사기가 실행된 뒤 기대와 실제가 다른 것인지, 프로그램 자체가 시작하지 못한 것인지 구별합니다. 대상 파일·명령·출력을 기록합니다.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FAIL이 보이면 재설치부터 해야 하나요?</a:t>
            </a:r>
          </a:p>
          <a:p xmlns:a="http://schemas.openxmlformats.org/drawingml/2006/main">
            <a:r>
              <a:t/>
            </a:r>
          </a:p>
          <a:p xmlns:a="http://schemas.openxmlformats.org/drawingml/2006/main">
            <a:r>
              <a:t>정답과 풀이: 아닙니다. 검사기가 실행된 뒤 기대와 실제가 다른 것인지, 프로그램 자체가 시작하지 못한 것인지 구별합니다. 대상 파일·명령·출력을 기록합니다.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A11의 개념과 원문 해설입니다.</a:t>
            </a:r>
          </a:p>
          <a:p xmlns:a="http://schemas.openxmlformats.org/drawingml/2006/main">
            <a:r>
              <a:t>### A11 · 경계 비교 기호 수정</a:t>
            </a:r>
          </a:p>
          <a:p xmlns:a="http://schemas.openxmlformats.org/drawingml/2006/main">
            <a:r>
              <a:t/>
            </a:r>
          </a:p>
          <a:p xmlns:a="http://schemas.openxmlformats.org/drawingml/2006/main">
            <a:r>
              <a:t>**뜻과 비유.** &gt;는 기준보다 큰 값, &gt;=는 기준과 같은 값까지 포함합니다. 말로 쓴 “이상”과 코드 비교 기호를 연결합니다.</a:t>
            </a:r>
          </a:p>
          <a:p xmlns:a="http://schemas.openxmlformats.org/drawingml/2006/main">
            <a:r>
              <a:t/>
            </a:r>
          </a:p>
          <a:p xmlns:a="http://schemas.openxmlformats.org/drawingml/2006/main">
            <a:r>
              <a:t>**왜 필요한가.** 경계 한 글자는 업무 분류를 바꿉니다. 정상 값만 시험하면 이 차이를 놓칩니다.</a:t>
            </a:r>
          </a:p>
          <a:p xmlns:a="http://schemas.openxmlformats.org/drawingml/2006/main">
            <a:r>
              <a:t/>
            </a:r>
          </a:p>
          <a:p xmlns:a="http://schemas.openxmlformats.org/drawingml/2006/main">
            <a:r>
              <a:t>**예를 따라 읽기.** 작업본의 value &gt; threshold를 value &gt;= threshold로 바꾸면 28의 결과가 정상에서 주의로 달라집니다.</a:t>
            </a:r>
          </a:p>
          <a:p xmlns:a="http://schemas.openxmlformats.org/drawingml/2006/main">
            <a:r>
              <a:t/>
            </a:r>
          </a:p>
          <a:p xmlns:a="http://schemas.openxmlformats.org/drawingml/2006/main">
            <a:r>
              <a:t>**헷갈리는 반례.** 기본 threshold를 27로 내리는 것은 같은 수정이 아닙니다. 27.9까지 주의가 되어 규칙을 바꿉니다.</a:t>
            </a:r>
          </a:p>
          <a:p xmlns:a="http://schemas.openxmlformats.org/drawingml/2006/main">
            <a:r>
              <a:t/>
            </a:r>
          </a:p>
          <a:p xmlns:a="http://schemas.openxmlformats.org/drawingml/2006/main">
            <a:r>
              <a:t>**직접 적용.** 수정 전 28결과 기록하기 → work의 비교 기호 한곳 수정하기 → 저장 후 같은 검사 다시 실행하기 → 27.9·28·28.1 변화 비교하기</a:t>
            </a:r>
          </a:p>
          <a:p xmlns:a="http://schemas.openxmlformats.org/drawingml/2006/main">
            <a:r>
              <a:t/>
            </a:r>
          </a:p>
          <a:p xmlns:a="http://schemas.openxmlformats.org/drawingml/2006/main">
            <a:r>
              <a:t>**설명할 질문.** 기준값을 바꾸는 것과 비교 기호를 바꾸는 것은 왜 다른가요?</a:t>
            </a:r>
          </a:p>
          <a:p xmlns:a="http://schemas.openxmlformats.org/drawingml/2006/main">
            <a:r>
              <a:t/>
            </a:r>
          </a:p>
          <a:p xmlns:a="http://schemas.openxmlformats.org/drawingml/2006/main">
            <a:r>
              <a:t>**막혔을 때.** 결과가 그대로면 저장 여부와 실행 경로를 먼저 확인합니다.</a:t>
            </a:r>
          </a:p>
          <a:p xmlns:a="http://schemas.openxmlformats.org/drawingml/2006/main">
            <a:r>
              <a:t/>
            </a:r>
          </a:p>
          <a:p xmlns:a="http://schemas.openxmlformats.org/drawingml/2006/main">
            <a:r>
              <a:t>입력·답칸·확인 순서는 [실습지의 A11](practice-guide.md#a11)와 [활동 원문](examples/course/data/A11_input.md)에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같은 값의 포함 여부의 예</a:t>
            </a:r>
          </a:p>
          <a:p xmlns:a="http://schemas.openxmlformats.org/drawingml/2006/main">
            <a:r>
              <a:t>경계 비교만 떼어 낸 짧은 완성 예입니다.</a:t>
            </a:r>
          </a:p>
          <a:p xmlns:a="http://schemas.openxmlformats.org/drawingml/2006/main">
            <a:r>
              <a:t/>
            </a:r>
          </a:p>
          <a:p xmlns:a="http://schemas.openxmlformats.org/drawingml/2006/main">
            <a:r>
              <a:t>def classify(value, threshold=28):</a:t>
            </a:r>
          </a:p>
          <a:p xmlns:a="http://schemas.openxmlformats.org/drawingml/2006/main">
            <a:r>
              <a:t>뜻: classify 함수를 만듭니다. value는 분류할 값이고, threshold를 따로 주지 않으면 28을 씁니다. 콜론 아래 들여쓴 줄이 함수 안입니다.</a:t>
            </a:r>
          </a:p>
          <a:p xmlns:a="http://schemas.openxmlformats.org/drawingml/2006/main">
            <a:r>
              <a:t/>
            </a:r>
          </a:p>
          <a:p xmlns:a="http://schemas.openxmlformats.org/drawingml/2006/main">
            <a:r>
              <a:t>    if value &gt; threshold:</a:t>
            </a:r>
          </a:p>
          <a:p xmlns:a="http://schemas.openxmlformats.org/drawingml/2006/main">
            <a:r>
              <a:t>뜻: 온도가 기준보다 큰지 묻습니다. 28과 기준 28은 같으므로 이 조건은 거짓입니다.</a:t>
            </a:r>
          </a:p>
          <a:p xmlns:a="http://schemas.openxmlformats.org/drawingml/2006/main">
            <a:r>
              <a:t/>
            </a:r>
          </a:p>
          <a:p xmlns:a="http://schemas.openxmlformats.org/drawingml/2006/main">
            <a:r>
              <a:t>        return "주의"</a:t>
            </a:r>
          </a:p>
          <a:p xmlns:a="http://schemas.openxmlformats.org/drawingml/2006/main">
            <a:r>
              <a:t>뜻: 함수 결과로 문자열 주의를 돌려주고 이번 호출을 끝냅니다.</a:t>
            </a:r>
          </a:p>
          <a:p xmlns:a="http://schemas.openxmlformats.org/drawingml/2006/main">
            <a:r>
              <a:t/>
            </a:r>
          </a:p>
          <a:p xmlns:a="http://schemas.openxmlformats.org/drawingml/2006/main">
            <a:r>
              <a:t>    return "정상"</a:t>
            </a:r>
          </a:p>
          <a:p xmlns:a="http://schemas.openxmlformats.org/drawingml/2006/main">
            <a:r>
              <a:t>뜻: 앞 조건에 해당하지 않으면 문자열 정상을 돌려줍니다.</a:t>
            </a:r>
          </a:p>
          <a:p xmlns:a="http://schemas.openxmlformats.org/drawingml/2006/main">
            <a:r>
              <a:t/>
            </a:r>
          </a:p>
          <a:p xmlns:a="http://schemas.openxmlformats.org/drawingml/2006/main">
            <a:r>
              <a:t>확인할 결과: &gt;를 &gt;=로 바꾸면 28이 주의가 됩니다. 27.9와 28.1도 다시 확인합니다.</a:t>
            </a:r>
          </a:p>
          <a:p xmlns:a="http://schemas.openxmlformats.org/drawingml/2006/main">
            <a:r>
              <a:t>풀이: 다릅니다. 기준 변경은27.9까지 주의로 바꾸므로 기존 규칙을 깨뜨립니다. 이 짧은 예는 누락·형식 검사가 없는 경계 설명용입니다. 전체 함수는 code/reviewed.py에 있습니다.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def classify(value, threshold=28):</a:t>
            </a:r>
          </a:p>
          <a:p xmlns:a="http://schemas.openxmlformats.org/drawingml/2006/main">
            <a:r>
              <a:t>뜻: classify 함수를 만듭니다. value는 분류할 값이고, threshold를 따로 주지 않으면 28을 씁니다. 콜론 아래 들여쓴 줄이 함수 안입니다.</a:t>
            </a:r>
          </a:p>
          <a:p xmlns:a="http://schemas.openxmlformats.org/drawingml/2006/main">
            <a:r>
              <a:t/>
            </a:r>
          </a:p>
          <a:p xmlns:a="http://schemas.openxmlformats.org/drawingml/2006/main">
            <a:r>
              <a:t>    if value &gt; threshold:</a:t>
            </a:r>
          </a:p>
          <a:p xmlns:a="http://schemas.openxmlformats.org/drawingml/2006/main">
            <a:r>
              <a:t>뜻: 온도가 기준보다 큰지 묻습니다. 28과 기준 28은 같으므로 이 조건은 거짓입니다.</a:t>
            </a:r>
          </a:p>
          <a:p xmlns:a="http://schemas.openxmlformats.org/drawingml/2006/main">
            <a:r>
              <a:t/>
            </a:r>
          </a:p>
          <a:p xmlns:a="http://schemas.openxmlformats.org/drawingml/2006/main">
            <a:r>
              <a:t>        return "주의"</a:t>
            </a:r>
          </a:p>
          <a:p xmlns:a="http://schemas.openxmlformats.org/drawingml/2006/main">
            <a:r>
              <a:t>뜻: 함수 결과로 문자열 주의를 돌려주고 이번 호출을 끝냅니다.</a:t>
            </a:r>
          </a:p>
          <a:p xmlns:a="http://schemas.openxmlformats.org/drawingml/2006/main">
            <a:r>
              <a:t/>
            </a:r>
          </a:p>
          <a:p xmlns:a="http://schemas.openxmlformats.org/drawingml/2006/main">
            <a:r>
              <a:t>    return "정상"</a:t>
            </a:r>
          </a:p>
          <a:p xmlns:a="http://schemas.openxmlformats.org/drawingml/2006/main">
            <a:r>
              <a:t>뜻: 앞 조건에 해당하지 않으면 문자열 정상을 돌려줍니다.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&gt;를 &gt;=로 바꾸면 28이 주의가 됩니다. 27.9와 28.1도 다시 확인합니다.</a:t>
            </a:r>
          </a:p>
          <a:p xmlns:a="http://schemas.openxmlformats.org/drawingml/2006/main">
            <a:r>
              <a:t/>
            </a:r>
          </a:p>
          <a:p xmlns:a="http://schemas.openxmlformats.org/drawingml/2006/main">
            <a:r>
              <a:t>앞에서 배운 내용: &gt;는 기준보다 큰 값입니다. &gt;=는 기준과 같은 값도 포함합니다.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다릅니다. 기준 변경은27.9까지 주의로 바꾸므로 기존 규칙을 깨뜨립니다. 이 짧은 예는 누락·형식 검사가 없는 경계 설명용입니다. 전체 함수는 code/reviewed.py에 있습니다.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기준을 27로 낮추는 것과 같은가요?</a:t>
            </a:r>
          </a:p>
          <a:p xmlns:a="http://schemas.openxmlformats.org/drawingml/2006/main">
            <a:r>
              <a:t/>
            </a:r>
          </a:p>
          <a:p xmlns:a="http://schemas.openxmlformats.org/drawingml/2006/main">
            <a:r>
              <a:t>정답과 풀이: 다릅니다. 기준 변경은27.9까지 주의로 바꾸므로 기존 규칙을 깨뜨립니다. 이 짧은 예는 누락·형식 검사가 없는 경계 설명용입니다. 전체 함수는 code/reviewed.py에 있습니다.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A12의 개념과 원문 해설입니다.</a:t>
            </a:r>
          </a:p>
          <a:p xmlns:a="http://schemas.openxmlformats.org/drawingml/2006/main">
            <a:r>
              <a:t>### A12 · 누락과 잘못된 입력 처리</a:t>
            </a:r>
          </a:p>
          <a:p xmlns:a="http://schemas.openxmlformats.org/drawingml/2006/main">
            <a:r>
              <a:t/>
            </a:r>
          </a:p>
          <a:p xmlns:a="http://schemas.openxmlformats.org/drawingml/2006/main">
            <a:r>
              <a:t>**뜻과 비유.** 입력 검사는 자료가 함수의 약속에 맞는지 살펴보는 것입니다. 값이 없는 경우와 종류가 틀린 경우, 범위를 벗어난 경우를 따로 처리합니다.</a:t>
            </a:r>
          </a:p>
          <a:p xmlns:a="http://schemas.openxmlformats.org/drawingml/2006/main">
            <a:r>
              <a:t/>
            </a:r>
          </a:p>
          <a:p xmlns:a="http://schemas.openxmlformats.org/drawingml/2006/main">
            <a:r>
              <a:t>**왜 필요한가.** 없음을 0으로 채우면 실제 0 측정과 구분할 수 없고 문자에 비교 연산을 하면 실행 오류가 납니다.</a:t>
            </a:r>
          </a:p>
          <a:p xmlns:a="http://schemas.openxmlformats.org/drawingml/2006/main">
            <a:r>
              <a:t/>
            </a:r>
          </a:p>
          <a:p xmlns:a="http://schemas.openxmlformats.org/drawingml/2006/main">
            <a:r>
              <a:t>**예를 따라 읽기.** reviewed.py는 None →미측정, 숫자 아님 →입력 오류, 범위 밖 →입력 오류를 먼저 검사합니다.</a:t>
            </a:r>
          </a:p>
          <a:p xmlns:a="http://schemas.openxmlformats.org/drawingml/2006/main">
            <a:r>
              <a:t/>
            </a:r>
          </a:p>
          <a:p xmlns:a="http://schemas.openxmlformats.org/drawingml/2006/main">
            <a:r>
              <a:t>**헷갈리는 반례.** Python에서 bool은 숫자와 관련된 특성이 있지만 이 업무 계약은 온도로 받지 않으므로 type을 정확히 확인합니다.</a:t>
            </a:r>
          </a:p>
          <a:p xmlns:a="http://schemas.openxmlformats.org/drawingml/2006/main">
            <a:r>
              <a:t/>
            </a:r>
          </a:p>
          <a:p xmlns:a="http://schemas.openxmlformats.org/drawingml/2006/main">
            <a:r>
              <a:t>**직접 적용.** 완성 검사 세 부분 줄별로 읽기 → 작업본에 제공된 검사 구간 반영하기 → 0·None·True·51결과 예상하기 → 검사기로 실제 결과 확인하기</a:t>
            </a:r>
          </a:p>
          <a:p xmlns:a="http://schemas.openxmlformats.org/drawingml/2006/main">
            <a:r>
              <a:t/>
            </a:r>
          </a:p>
          <a:p xmlns:a="http://schemas.openxmlformats.org/drawingml/2006/main">
            <a:r>
              <a:t>**설명할 질문.** 값 검사를 비교보다 먼저 하는 이유는 무엇인가요?</a:t>
            </a:r>
          </a:p>
          <a:p xmlns:a="http://schemas.openxmlformats.org/drawingml/2006/main">
            <a:r>
              <a:t/>
            </a:r>
          </a:p>
          <a:p xmlns:a="http://schemas.openxmlformats.org/drawingml/2006/main">
            <a:r>
              <a:t>**막혔을 때.** 들여 쓰기가 틀리면 원본 완성 예제의 블록 범위를 대조합니다. 조건 순서도 함께 확인합니다.</a:t>
            </a:r>
          </a:p>
          <a:p xmlns:a="http://schemas.openxmlformats.org/drawingml/2006/main">
            <a:r>
              <a:t/>
            </a:r>
          </a:p>
          <a:p xmlns:a="http://schemas.openxmlformats.org/drawingml/2006/main">
            <a:r>
              <a:t>입력·답칸·확인 순서는 [실습지의 A12](practice-guide.md#a12)와 [활동 원문](examples/course/data/A12_input.md)에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누락·종류·범위 검사의 예</a:t>
            </a:r>
          </a:p>
          <a:p xmlns:a="http://schemas.openxmlformats.org/drawingml/2006/main">
            <a:r>
              <a:t>발췌: code/reviewed.py의 함수 내부</a:t>
            </a:r>
          </a:p>
          <a:p xmlns:a="http://schemas.openxmlformats.org/drawingml/2006/main">
            <a:r>
              <a:t/>
            </a:r>
          </a:p>
          <a:p xmlns:a="http://schemas.openxmlformats.org/drawingml/2006/main">
            <a:r>
              <a:t>if value is None:</a:t>
            </a:r>
          </a:p>
          <a:p xmlns:a="http://schemas.openxmlformats.org/drawingml/2006/main">
            <a:r>
              <a:t>뜻: 값이 없는 None인지 먼저 확인합니다. 실제 온도 0과 다릅니다.</a:t>
            </a:r>
          </a:p>
          <a:p xmlns:a="http://schemas.openxmlformats.org/drawingml/2006/main">
            <a:r>
              <a:t/>
            </a:r>
          </a:p>
          <a:p xmlns:a="http://schemas.openxmlformats.org/drawingml/2006/main">
            <a:r>
              <a:t>    return "미측정"</a:t>
            </a:r>
          </a:p>
          <a:p xmlns:a="http://schemas.openxmlformats.org/drawingml/2006/main">
            <a:r>
              <a:t>뜻: 온도가 없다는 뜻으로 미측정을 돌려줍니다. 정상 온도로 채우지 않습니다.</a:t>
            </a:r>
          </a:p>
          <a:p xmlns:a="http://schemas.openxmlformats.org/drawingml/2006/main">
            <a:r>
              <a:t/>
            </a:r>
          </a:p>
          <a:p xmlns:a="http://schemas.openxmlformats.org/drawingml/2006/main">
            <a:r>
              <a:t>if type(value) not in (int, float):</a:t>
            </a:r>
          </a:p>
          <a:p xmlns:a="http://schemas.openxmlformats.org/drawingml/2006/main">
            <a:r>
              <a:t>뜻: 정확한 자료형이 int나 float인지 봅니다. 문자와 bool은 이 예제의 온도 입력으로 받지 않습니다.</a:t>
            </a:r>
          </a:p>
          <a:p xmlns:a="http://schemas.openxmlformats.org/drawingml/2006/main">
            <a:r>
              <a:t/>
            </a:r>
          </a:p>
          <a:p xmlns:a="http://schemas.openxmlformats.org/drawingml/2006/main">
            <a:r>
              <a:t>    return "입력 오류"</a:t>
            </a:r>
          </a:p>
          <a:p xmlns:a="http://schemas.openxmlformats.org/drawingml/2006/main">
            <a:r>
              <a:t>뜻: 입력이 약속한 종류나 범위와 다르면 입력 오류를 돌려줍니다.</a:t>
            </a:r>
          </a:p>
          <a:p xmlns:a="http://schemas.openxmlformats.org/drawingml/2006/main">
            <a:r>
              <a:t/>
            </a:r>
          </a:p>
          <a:p xmlns:a="http://schemas.openxmlformats.org/drawingml/2006/main">
            <a:r>
              <a:t>if not 0 &lt;= value &lt;= 50:</a:t>
            </a:r>
          </a:p>
          <a:p xmlns:a="http://schemas.openxmlformats.org/drawingml/2006/main">
            <a:r>
              <a:t>뜻: 0부터 50까지의 범위에 속하지 않는지 봅니다. 0과 50은 범위에 포함됩니다.</a:t>
            </a:r>
          </a:p>
          <a:p xmlns:a="http://schemas.openxmlformats.org/drawingml/2006/main">
            <a:r>
              <a:t/>
            </a:r>
          </a:p>
          <a:p xmlns:a="http://schemas.openxmlformats.org/drawingml/2006/main">
            <a:r>
              <a:t>    return "입력 오류"</a:t>
            </a:r>
          </a:p>
          <a:p xmlns:a="http://schemas.openxmlformats.org/drawingml/2006/main">
            <a:r>
              <a:t>뜻: 입력이 약속한 종류나 범위와 다르면 입력 오류를 돌려줍니다.</a:t>
            </a:r>
          </a:p>
          <a:p xmlns:a="http://schemas.openxmlformats.org/drawingml/2006/main">
            <a:r>
              <a:t/>
            </a:r>
          </a:p>
          <a:p xmlns:a="http://schemas.openxmlformats.org/drawingml/2006/main">
            <a:r>
              <a:t>확인할 결과: 0은 정상, None은 미측정입니다. True와 "28"과 51은 입력 오류입니다.</a:t>
            </a:r>
          </a:p>
          <a:p xmlns:a="http://schemas.openxmlformats.org/drawingml/2006/main">
            <a:r>
              <a:t>풀이: TypeError가 발생할 수 있습니다. 이 계약은 불리언을 온도로 받지 않으므로 정확한 type으로 검사합니다. 원본 reviewed.py 전체를 읽고 함수 내부 들여쓰기를 유지합니다.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if value is None:</a:t>
            </a:r>
          </a:p>
          <a:p xmlns:a="http://schemas.openxmlformats.org/drawingml/2006/main">
            <a:r>
              <a:t>뜻: 값이 없는 None인지 먼저 확인합니다. 실제 온도 0과 다릅니다.</a:t>
            </a:r>
          </a:p>
          <a:p xmlns:a="http://schemas.openxmlformats.org/drawingml/2006/main">
            <a:r>
              <a:t/>
            </a:r>
          </a:p>
          <a:p xmlns:a="http://schemas.openxmlformats.org/drawingml/2006/main">
            <a:r>
              <a:t>    return "미측정"</a:t>
            </a:r>
          </a:p>
          <a:p xmlns:a="http://schemas.openxmlformats.org/drawingml/2006/main">
            <a:r>
              <a:t>뜻: 온도가 없다는 뜻으로 미측정을 돌려줍니다. 정상 온도로 채우지 않습니다.</a:t>
            </a:r>
          </a:p>
          <a:p xmlns:a="http://schemas.openxmlformats.org/drawingml/2006/main">
            <a:r>
              <a:t/>
            </a:r>
          </a:p>
          <a:p xmlns:a="http://schemas.openxmlformats.org/drawingml/2006/main">
            <a:r>
              <a:t>if type(value) not in (int, float):</a:t>
            </a:r>
          </a:p>
          <a:p xmlns:a="http://schemas.openxmlformats.org/drawingml/2006/main">
            <a:r>
              <a:t>뜻: 정확한 자료형이 int나 float인지 봅니다. 문자와 bool은 이 예제의 온도 입력으로 받지 않습니다.</a:t>
            </a:r>
          </a:p>
          <a:p xmlns:a="http://schemas.openxmlformats.org/drawingml/2006/main">
            <a:r>
              <a:t/>
            </a:r>
          </a:p>
          <a:p xmlns:a="http://schemas.openxmlformats.org/drawingml/2006/main">
            <a:r>
              <a:t>    return "입력 오류"</a:t>
            </a:r>
          </a:p>
          <a:p xmlns:a="http://schemas.openxmlformats.org/drawingml/2006/main">
            <a:r>
              <a:t>뜻: 입력이 약속한 종류나 범위와 다르면 입력 오류를 돌려줍니다.</a:t>
            </a:r>
          </a:p>
          <a:p xmlns:a="http://schemas.openxmlformats.org/drawingml/2006/main">
            <a:r>
              <a:t/>
            </a:r>
          </a:p>
          <a:p xmlns:a="http://schemas.openxmlformats.org/drawingml/2006/main">
            <a:r>
              <a:t>if not 0 &lt;= value &lt;= 50:</a:t>
            </a:r>
          </a:p>
          <a:p xmlns:a="http://schemas.openxmlformats.org/drawingml/2006/main">
            <a:r>
              <a:t>뜻: 0부터 50까지의 범위에 속하지 않는지 봅니다. 0과 50은 범위에 포함됩니다.</a:t>
            </a:r>
          </a:p>
          <a:p xmlns:a="http://schemas.openxmlformats.org/drawingml/2006/main">
            <a:r>
              <a:t/>
            </a:r>
          </a:p>
          <a:p xmlns:a="http://schemas.openxmlformats.org/drawingml/2006/main">
            <a:r>
              <a:t>    return "입력 오류"</a:t>
            </a:r>
          </a:p>
          <a:p xmlns:a="http://schemas.openxmlformats.org/drawingml/2006/main">
            <a:r>
              <a:t>뜻: 입력이 약속한 종류나 범위와 다르면 입력 오류를 돌려줍니다.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0은 정상, None은 미측정입니다. True와 "28"과 51은 입력 오류입니다.</a:t>
            </a:r>
          </a:p>
          <a:p xmlns:a="http://schemas.openxmlformats.org/drawingml/2006/main">
            <a:r>
              <a:t/>
            </a:r>
          </a:p>
          <a:p xmlns:a="http://schemas.openxmlformats.org/drawingml/2006/main">
            <a:r>
              <a:t>앞에서 배운 내용: None은 미측정으로 먼저 돌려줍니다. 숫자 종류와 범위를 비교 전에 확인합니다.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TypeError가 발생할 수 있습니다. 이 계약은 불리언을 온도로 받지 않으므로 정확한 type으로 검사합니다. 원본 reviewed.py 전체를 읽고 함수 내부 들여쓰기를 유지합니다.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문자에 온도 비교를 먼저 하면? 어떤 문제가 생길 수 있나요?</a:t>
            </a:r>
          </a:p>
          <a:p xmlns:a="http://schemas.openxmlformats.org/drawingml/2006/main">
            <a:r>
              <a:t/>
            </a:r>
          </a:p>
          <a:p xmlns:a="http://schemas.openxmlformats.org/drawingml/2006/main">
            <a:r>
              <a:t>정답과 풀이: TypeError가 발생할 수 있습니다. 이 계약은 불리언을 온도로 받지 않으므로 정확한 type으로 검사합니다. 원본 reviewed.py 전체를 읽고 함수 내부 들여쓰기를 유지합니다.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5교시 주제는 오류 재현과 수정입니다.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실패했던 입력과 기존 입력을 모두 시험합니다. 실제 오류와 추측한 원인을 따로 적습니다.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A13의 개념과 원문 해설입니다.</a:t>
            </a:r>
          </a:p>
          <a:p xmlns:a="http://schemas.openxmlformats.org/drawingml/2006/main">
            <a:r>
              <a:t>### A13 · 재현 가능한 오류 보고</a:t>
            </a:r>
          </a:p>
          <a:p xmlns:a="http://schemas.openxmlformats.org/drawingml/2006/main">
            <a:r>
              <a:t/>
            </a:r>
          </a:p>
          <a:p xmlns:a="http://schemas.openxmlformats.org/drawingml/2006/main">
            <a:r>
              <a:t>#### 사례로 이해하기 · 다른 사람이 재현할 수 있는 오류 보고</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직원이 “AI가 이상하게 고쳤어요”라고 보고하면 동료는 어떤 입력과 파일을 봐야 할지 모릅니다. 대신 “proposal_a.py에서 27.9를 넣었더니 주의가 나왔고 요청상 정상이어야 한다”고 쓰면 바로 확인할 수 있습니다. 좋은 보고는 원인을 먼저 단정하지 않고 재현 정보를 먼저 제공합니다.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재현은 같은 조건에서 같은 현상을 다시 보는 일입니다. 회귀는 새 변경 때문에 이전에 맞던 동작이 다시 틀리는 현상입니다. 오류 보고에는 현재 폴더, 대상 파일, 실행 명령, 입력, 기대, 실제, 관찰 방식이 들어갑니다. 추정 원인은 별도 칸에 씁니다. 학생이 강사 시연을 봤다면 개인 실행으로 적지 않고 관찰이라고 표시합니다. 제공 결과를 읽기만 했다면 기록 읽기로 구분합니다.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보고의 제목은 “27.9 경계 아래 값이 주의로 분류됨”입니다. 명령은 `python code/check_cases.py code/proposal_a.py`, 기대는 below 사례 정상, 실제는 주의입니다. 원인 추정은 기본 threshold가 27로 바뀐 영향입니다. 추가 요청은 “기준 28과 함수 이름, None의 미측정 계약을 유지하고 경계 비교를 검토”입니다. 수정 후에는 27.9와 28뿐 아니라 0·누락·문자·불리언·범위 밖까지 같은 검사를 다시 돌립니다. 변경한 검사가 아니라 동일한 요구 사례로 비교해야 회귀 여부를 볼 수 있습니다.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“검사에서 text 행이 TypeError”인 상황의 재현 보고 다섯 줄을 쓰세요. 확정 사실 하나와 추정 하나를 표시하고, 고친 뒤에도 반드시 다시 확인할 다른 입력을 두 개 골라 이유를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파일과 명령, 문자 입력, 입력 오류라는 기대, TypeError라는 실제, 실행 또는 관찰 방식이 필요합니다. 종류 검사를 비교보다 먼저 하는 것이 수정 후보이며 실제 원인은 코드 확인 전에는 추정으로 둡니다. 28과 None 등을 재확인하여 경계와 누락 계약이 유지됐는지 봅니다. “전부 고쳐”는 범위를 넓혀 새 오류를 만들 수 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통과 수만 기록하면 충분한가요? 같은 수라도 실패 입력이 다를 수 있습니다. ② 재검사에 기존 사례가 필요한 이유는 무엇인가요? 회귀를 찾습니다. ③ 원인을 확정하는 시점은 언제인가요? 코드와 재현 결과가 가설을 뒷받침할 때입니다.</a:t>
            </a:r>
          </a:p>
          <a:p xmlns:a="http://schemas.openxmlformats.org/drawingml/2006/main">
            <a:r>
              <a:t/>
            </a:r>
          </a:p>
          <a:p xmlns:a="http://schemas.openxmlformats.org/drawingml/2006/main">
            <a:r>
              <a:t>**뜻과 비유.** 오류 보고는 실제로 한 행동·입력·기대한 결과·실제 결과를 다른 사람이 다시 따라갈 수 있게 적은 문서입니다.</a:t>
            </a:r>
          </a:p>
          <a:p xmlns:a="http://schemas.openxmlformats.org/drawingml/2006/main">
            <a:r>
              <a:t/>
            </a:r>
          </a:p>
          <a:p xmlns:a="http://schemas.openxmlformats.org/drawingml/2006/main">
            <a:r>
              <a:t>**왜 필요한가.** “안 돼요”보다 파일 경로와 입력 하나를 제시하면 재현 범위가 좁아지고 원인 추측을 줄입니다.</a:t>
            </a:r>
          </a:p>
          <a:p xmlns:a="http://schemas.openxmlformats.org/drawingml/2006/main">
            <a:r>
              <a:t/>
            </a:r>
          </a:p>
          <a:p xmlns:a="http://schemas.openxmlformats.org/drawingml/2006/main">
            <a:r>
              <a:t>**예를 따라 읽기.** 입력 28, 기대 주의, 실제 정상,baseline.py 실행이라는 네 정보가 있으면 경계 문제를 재현할 수 있습니다.</a:t>
            </a:r>
          </a:p>
          <a:p xmlns:a="http://schemas.openxmlformats.org/drawingml/2006/main">
            <a:r>
              <a:t/>
            </a:r>
          </a:p>
          <a:p xmlns:a="http://schemas.openxmlformats.org/drawingml/2006/main">
            <a:r>
              <a:t>**헷갈리는 반례.** 관찰하지 않은 원인을 확정해“AI가 고장 났다”고 쓰면 다음 확인 행동이 불명확합니다.</a:t>
            </a:r>
          </a:p>
          <a:p xmlns:a="http://schemas.openxmlformats.org/drawingml/2006/main">
            <a:r>
              <a:t/>
            </a:r>
          </a:p>
          <a:p xmlns:a="http://schemas.openxmlformats.org/drawingml/2006/main">
            <a:r>
              <a:t>**직접 적용.** 실패한 사례 하나 고르기 → 파일·명령·입력·기대·실제 쓰기 → 추정 원인과 관찰 사실 분리하기 → 짝이 같은 문제를 재현할 수 있는지 읽기</a:t>
            </a:r>
          </a:p>
          <a:p xmlns:a="http://schemas.openxmlformats.org/drawingml/2006/main">
            <a:r>
              <a:t/>
            </a:r>
          </a:p>
          <a:p xmlns:a="http://schemas.openxmlformats.org/drawingml/2006/main">
            <a:r>
              <a:t>**설명할 질문.** 관찰 사실과 원인 추정은 왜 나누어 쓰나요?</a:t>
            </a:r>
          </a:p>
          <a:p xmlns:a="http://schemas.openxmlformats.org/drawingml/2006/main">
            <a:r>
              <a:t/>
            </a:r>
          </a:p>
          <a:p xmlns:a="http://schemas.openxmlformats.org/drawingml/2006/main">
            <a:r>
              <a:t>**막혔을 때.** 실행 화면을 남기지 못 했으면 실제 출력 문구를 그대로 적고 확인하지 않은 내용은 비워 둡니다.</a:t>
            </a:r>
          </a:p>
          <a:p xmlns:a="http://schemas.openxmlformats.org/drawingml/2006/main">
            <a:r>
              <a:t/>
            </a:r>
          </a:p>
          <a:p xmlns:a="http://schemas.openxmlformats.org/drawingml/2006/main">
            <a:r>
              <a:t>입력·답칸·확인 순서는 [실습지의 A13](practice-guide.md#a13)와 [활동 원문](examples/course/data/A13_input.md)에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현재 위치와 관찰 방식도 적습니다.</a:t>
            </a:r>
          </a:p>
          <a:p xmlns:a="http://schemas.openxmlformats.org/drawingml/2006/main">
            <a:r>
              <a:t/>
            </a:r>
          </a:p>
          <a:p xmlns:a="http://schemas.openxmlformats.org/drawingml/2006/main">
            <a:r>
              <a:t>이 표에서 볼 것: 파일·명령·입력·기대·실제를 남깁니다. 관찰 사실과 원인 추정을 구별합니다.</a:t>
            </a:r>
          </a:p>
          <a:p xmlns:a="http://schemas.openxmlformats.org/drawingml/2006/main">
            <a:r>
              <a:t>예상 결과: 기준 28과 함수 이름을 유지한다고 씁니다. 실패한 입력을 다음 요청에 연결합니다.</a:t>
            </a:r>
          </a:p>
          <a:p xmlns:a="http://schemas.openxmlformats.org/drawingml/2006/main">
            <a:r>
              <a:t/>
            </a:r>
          </a:p>
          <a:p xmlns:a="http://schemas.openxmlformats.org/drawingml/2006/main">
            <a:r>
              <a:t>풀이: 파일·명령·입력·기대 입력 오류·실제 TypeError를 씁니다. 코드 확인 전 종류 검사 누락은 추정입니다. 직접 실행·강사 관찰·제공 결과 읽기를 구별합니다.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기준 28과 함수 이름은 유지한다고 씁니다. 어떤 입력에서 실패했는지도 함께 적습니다.</a:t>
            </a:r>
          </a:p>
          <a:p xmlns:a="http://schemas.openxmlformats.org/drawingml/2006/main">
            <a:r>
              <a:t/>
            </a:r>
          </a:p>
          <a:p xmlns:a="http://schemas.openxmlformats.org/drawingml/2006/main">
            <a:r>
              <a:t>앞에서 배운 내용: 파일·명령·입력·기대·실제를 남깁니다. 관찰 사실과 원인 추정을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파일·명령·입력·기대 입력 오류·실제 TypeError를 씁니다. 코드 확인 전 종류 검사 누락은 추정입니다. 직접 실행·강사 관찰·제공 결과 읽기를 구별합니다.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"뜨거움" 입력에서 TypeError가 나왔습니다. 재현 보고 다섯 줄을 작성하세요.</a:t>
            </a:r>
          </a:p>
          <a:p xmlns:a="http://schemas.openxmlformats.org/drawingml/2006/main">
            <a:r>
              <a:t/>
            </a:r>
          </a:p>
          <a:p xmlns:a="http://schemas.openxmlformats.org/drawingml/2006/main">
            <a:r>
              <a:t>정답과 풀이: 파일·명령·입력·기대 입력 오류·실제 TypeError를 씁니다. 코드 확인 전 종류 검사 누락은 추정입니다. 직접 실행·강사 관찰·제공 결과 읽기를 구별합니다.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A14의 개념과 원문 해설입니다.</a:t>
            </a:r>
          </a:p>
          <a:p xmlns:a="http://schemas.openxmlformats.org/drawingml/2006/main">
            <a:r>
              <a:t>### A14 · 수정 요청을 좁히기</a:t>
            </a:r>
          </a:p>
          <a:p xmlns:a="http://schemas.openxmlformats.org/drawingml/2006/main">
            <a:r>
              <a:t/>
            </a:r>
          </a:p>
          <a:p xmlns:a="http://schemas.openxmlformats.org/drawingml/2006/main">
            <a:r>
              <a:t>**뜻과 비유.** 추가 요청은 실패한 조건과 유지할 조건을 함께 적는 것입니다. 문제가 하나 발견됐다고 전체 프로그램을 다시 만드는 요청으로 넓히지 않습니다.</a:t>
            </a:r>
          </a:p>
          <a:p xmlns:a="http://schemas.openxmlformats.org/drawingml/2006/main">
            <a:r>
              <a:t/>
            </a:r>
          </a:p>
          <a:p xmlns:a="http://schemas.openxmlformats.org/drawingml/2006/main">
            <a:r>
              <a:t>**왜 필요한가.** 작은 수정은 이미 통과한 사례를 보존하는지 재확인하기 쉽습니다.</a:t>
            </a:r>
          </a:p>
          <a:p xmlns:a="http://schemas.openxmlformats.org/drawingml/2006/main">
            <a:r>
              <a:t/>
            </a:r>
          </a:p>
          <a:p xmlns:a="http://schemas.openxmlformats.org/drawingml/2006/main">
            <a:r>
              <a:t>**예를 따라 읽기.** “28의 기대는 주의인데 정상입니다. 기준 28과 함수 이름을 유지하고 비교 조건만 검토해 주세요.”</a:t>
            </a:r>
          </a:p>
          <a:p xmlns:a="http://schemas.openxmlformats.org/drawingml/2006/main">
            <a:r>
              <a:t/>
            </a:r>
          </a:p>
          <a:p xmlns:a="http://schemas.openxmlformats.org/drawingml/2006/main">
            <a:r>
              <a:t>**헷갈리는 반례.** “전부 새로 고쳐”는 빈 값 처리나 이름까지 바꾸어 새 문제를 만들 수 있습니다.</a:t>
            </a:r>
          </a:p>
          <a:p xmlns:a="http://schemas.openxmlformats.org/drawingml/2006/main">
            <a:r>
              <a:t/>
            </a:r>
          </a:p>
          <a:p xmlns:a="http://schemas.openxmlformats.org/drawingml/2006/main">
            <a:r>
              <a:t>**직접 적용.** 이전 실패에서 추가 요청한 문단 쓰기 → 수정 대상과 유지 대상 분리하기 → 응답 B가 주장한 범위 읽기 → 실행으로 확인할 주장 표시하기</a:t>
            </a:r>
          </a:p>
          <a:p xmlns:a="http://schemas.openxmlformats.org/drawingml/2006/main">
            <a:r>
              <a:t/>
            </a:r>
          </a:p>
          <a:p xmlns:a="http://schemas.openxmlformats.org/drawingml/2006/main">
            <a:r>
              <a:t>**설명할 질문.** 추가 요청에서도 유지할 조건을 다시 적는 이유는 무엇인가요?</a:t>
            </a:r>
          </a:p>
          <a:p xmlns:a="http://schemas.openxmlformats.org/drawingml/2006/main">
            <a:r>
              <a:t/>
            </a:r>
          </a:p>
          <a:p xmlns:a="http://schemas.openxmlformats.org/drawingml/2006/main">
            <a:r>
              <a:t>**막혔을 때.** 응답에 없는 검증을 했다고 추측하지 말고 별도 확인 항목으로 남깁니다.</a:t>
            </a:r>
          </a:p>
          <a:p xmlns:a="http://schemas.openxmlformats.org/drawingml/2006/main">
            <a:r>
              <a:t/>
            </a:r>
          </a:p>
          <a:p xmlns:a="http://schemas.openxmlformats.org/drawingml/2006/main">
            <a:r>
              <a:t>입력·답칸·확인 순서는 [실습지의 A14](practice-guide.md#a14)와 [활동 원문](examples/course/data/A14_input.md)에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28의 기대는 주의인데 정상입니다. 기준 28과 함수 이름을 유지합니다. 경계 비교를 검토해 주세요.</a:t>
            </a:r>
          </a:p>
          <a:p xmlns:a="http://schemas.openxmlformats.org/drawingml/2006/main">
            <a:r>
              <a:t/>
            </a:r>
          </a:p>
          <a:p xmlns:a="http://schemas.openxmlformats.org/drawingml/2006/main">
            <a:r>
              <a:t>이 표에서 볼 것: 실패 조건과 유지 조건을 함께 씁니다. 전체 재작성보다 확인할 문제를 정합니다.</a:t>
            </a:r>
          </a:p>
          <a:p xmlns:a="http://schemas.openxmlformats.org/drawingml/2006/main">
            <a:r>
              <a:t>예상 결과: 설명만 읽고 검사가 끝났다고 쓰지 않습니다. 수정한 파일에 같은 입력을 적용합니다.</a:t>
            </a:r>
          </a:p>
          <a:p xmlns:a="http://schemas.openxmlformats.org/drawingml/2006/main">
            <a:r>
              <a:t/>
            </a:r>
          </a:p>
          <a:p xmlns:a="http://schemas.openxmlformats.org/drawingml/2006/main">
            <a:r>
              <a:t>풀이: 작은 수정이 이름·기준·누락 처리 등 이미 맞던 계약을 바꾸지 않도록 합니다. 응답이 검사했다고 주장하면 실제 대상과 실행 근거를 확인합니다.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설명만 읽고 검사가 끝났다고 쓰지 않습니다. 수정한 파일에 같은 입력을 적용합니다.</a:t>
            </a:r>
          </a:p>
          <a:p xmlns:a="http://schemas.openxmlformats.org/drawingml/2006/main">
            <a:r>
              <a:t/>
            </a:r>
          </a:p>
          <a:p xmlns:a="http://schemas.openxmlformats.org/drawingml/2006/main">
            <a:r>
              <a:t>앞에서 배운 내용: 실패 조건과 유지 조건을 함께 씁니다. 전체 재작성보다 확인할 문제를 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작은 수정이 이름·기준·누락 처리 등 이미 맞던 계약을 바꾸지 않도록 합니다. 응답이 검사했다고 주장하면 실제 대상과 실행 근거를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추가 요청에 유지 조건을 다시 쓰는 이유는?</a:t>
            </a:r>
          </a:p>
          <a:p xmlns:a="http://schemas.openxmlformats.org/drawingml/2006/main">
            <a:r>
              <a:t/>
            </a:r>
          </a:p>
          <a:p xmlns:a="http://schemas.openxmlformats.org/drawingml/2006/main">
            <a:r>
              <a:t>정답과 풀이: 작은 수정이 이름·기준·누락 처리 등 이미 맞던 계약을 바꾸지 않도록 합니다. 응답이 검사했다고 주장하면 실제 대상과 실행 근거를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A15의 개념과 원문 해설입니다.</a:t>
            </a:r>
          </a:p>
          <a:p xmlns:a="http://schemas.openxmlformats.org/drawingml/2006/main">
            <a:r>
              <a:t>### A15 · 회귀 확인과 증거</a:t>
            </a:r>
          </a:p>
          <a:p xmlns:a="http://schemas.openxmlformats.org/drawingml/2006/main">
            <a:r>
              <a:t/>
            </a:r>
          </a:p>
          <a:p xmlns:a="http://schemas.openxmlformats.org/drawingml/2006/main">
            <a:r>
              <a:t>**뜻과 비유.** 회귀는 수정한 뒤 예전에 맞던 동작이 다시 틀리는 현상입니다. 수정한 사례 뿐 아니라 관련된 기존 사례도 함께 확인합니다.</a:t>
            </a:r>
          </a:p>
          <a:p xmlns:a="http://schemas.openxmlformats.org/drawingml/2006/main">
            <a:r>
              <a:t/>
            </a:r>
          </a:p>
          <a:p xmlns:a="http://schemas.openxmlformats.org/drawingml/2006/main">
            <a:r>
              <a:t>**왜 필요한가.** 경계를 고치며 기준을 27로 바꾸면 28 은 맞아도 27.9가 틀려집니다.</a:t>
            </a:r>
          </a:p>
          <a:p xmlns:a="http://schemas.openxmlformats.org/drawingml/2006/main">
            <a:r>
              <a:t/>
            </a:r>
          </a:p>
          <a:p xmlns:a="http://schemas.openxmlformats.org/drawingml/2006/main">
            <a:r>
              <a:t>**예를 따라 읽기.** baseline·proposal_a·reviewed의 아홉 결과를 같은 기대 값으로 비교합니다.</a:t>
            </a:r>
          </a:p>
          <a:p xmlns:a="http://schemas.openxmlformats.org/drawingml/2006/main">
            <a:r>
              <a:t/>
            </a:r>
          </a:p>
          <a:p xmlns:a="http://schemas.openxmlformats.org/drawingml/2006/main">
            <a:r>
              <a:t>**헷갈리는 반례.** 검사를 새 코드에 유리하게 바꾸거나 통과 한 줄만 보고하면 근거가 사라집니다.</a:t>
            </a:r>
          </a:p>
          <a:p xmlns:a="http://schemas.openxmlformats.org/drawingml/2006/main">
            <a:r>
              <a:t/>
            </a:r>
          </a:p>
          <a:p xmlns:a="http://schemas.openxmlformats.org/drawingml/2006/main">
            <a:r>
              <a:t>**직접 적용.** 세 후보에 같은 검사 실행하기 → 통과 수와 실패 입력 표로 비교하기 → 요구 위반과 실패의 연결 쓰기 → 원본 검사 파일이 유지됐는지 확인하기</a:t>
            </a:r>
          </a:p>
          <a:p xmlns:a="http://schemas.openxmlformats.org/drawingml/2006/main">
            <a:r>
              <a:t/>
            </a:r>
          </a:p>
          <a:p xmlns:a="http://schemas.openxmlformats.org/drawingml/2006/main">
            <a:r>
              <a:t>**설명할 질문.** 통과 수만 같으면 같은 품질이라고 할 수 있나요?</a:t>
            </a:r>
          </a:p>
          <a:p xmlns:a="http://schemas.openxmlformats.org/drawingml/2006/main">
            <a:r>
              <a:t/>
            </a:r>
          </a:p>
          <a:p xmlns:a="http://schemas.openxmlformats.org/drawingml/2006/main">
            <a:r>
              <a:t>**막혔을 때.** FAIL 수가 줄어도 새로운 실패가 입력되었는지 각 행을 확인합니다.</a:t>
            </a:r>
          </a:p>
          <a:p xmlns:a="http://schemas.openxmlformats.org/drawingml/2006/main">
            <a:r>
              <a:t/>
            </a:r>
          </a:p>
          <a:p xmlns:a="http://schemas.openxmlformats.org/drawingml/2006/main">
            <a:r>
              <a:t>입력·답칸·확인 순서는 [실습지의 A15](practice-guide.md#a15)와 [활동 원문](examples/course/data/A15_input.md)에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회귀 확인의 예</a:t>
            </a:r>
          </a:p>
          <a:p xmlns:a="http://schemas.openxmlformats.org/drawingml/2006/main">
            <a:r>
              <a:t>실행 위치: course. 기준은 동일합니다.</a:t>
            </a:r>
          </a:p>
          <a:p xmlns:a="http://schemas.openxmlformats.org/drawingml/2006/main">
            <a:r>
              <a:t/>
            </a:r>
          </a:p>
          <a:p xmlns:a="http://schemas.openxmlformats.org/drawingml/2006/main">
            <a:r>
              <a:t>python code/check_cases.py code/baseline.py</a:t>
            </a:r>
          </a:p>
          <a:p xmlns:a="http://schemas.openxmlformats.org/drawingml/2006/main">
            <a:r>
              <a:t>뜻: course 폴더에서 검사기를 실행하고 code/baseline.py를 검사 대상으로 건넵니다. 제공된 같은 입력 목록으로 결과를 비교합니다.</a:t>
            </a:r>
          </a:p>
          <a:p xmlns:a="http://schemas.openxmlformats.org/drawingml/2006/main">
            <a:r>
              <a:t/>
            </a:r>
          </a:p>
          <a:p xmlns:a="http://schemas.openxmlformats.org/drawingml/2006/main">
            <a:r>
              <a:t>python code/check_cases.py code/proposal_a.py</a:t>
            </a:r>
          </a:p>
          <a:p xmlns:a="http://schemas.openxmlformats.org/drawingml/2006/main">
            <a:r>
              <a:t>뜻: course 폴더에서 검사기를 실행하고 code/proposal_a.py를 검사 대상으로 건넵니다. 제공된 같은 입력 목록으로 결과를 비교합니다.</a:t>
            </a:r>
          </a:p>
          <a:p xmlns:a="http://schemas.openxmlformats.org/drawingml/2006/main">
            <a:r>
              <a:t/>
            </a:r>
          </a:p>
          <a:p xmlns:a="http://schemas.openxmlformats.org/drawingml/2006/main">
            <a:r>
              <a:t>python code/check_cases.py code/reviewed.py</a:t>
            </a:r>
          </a:p>
          <a:p xmlns:a="http://schemas.openxmlformats.org/drawingml/2006/main">
            <a:r>
              <a:t>뜻: course 폴더에서 검사기를 실행하고 code/reviewed.py를 검사 대상으로 건넵니다. 제공된 같은 입력 목록으로 결과를 비교합니다.</a:t>
            </a:r>
          </a:p>
          <a:p xmlns:a="http://schemas.openxmlformats.org/drawingml/2006/main">
            <a:r>
              <a:t/>
            </a:r>
          </a:p>
          <a:p xmlns:a="http://schemas.openxmlformats.org/drawingml/2006/main">
            <a:r>
              <a:t>확인할 결과: reviewed는 제공 아홉 사례에서 9/9입니다. 모든 실제 센서 조건의 보장은 아닙니다.</a:t>
            </a:r>
          </a:p>
          <a:p xmlns:a="http://schemas.openxmlformats.org/drawingml/2006/main">
            <a:r>
              <a:t>풀이: 실패한 입력이 다를 수 있으므로 각 행과 요구 위반을 비교합니다. 실패가 줄었어도 새로운 회귀가 생겼는지 확인합니다.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python code/check_cases.py code/baseline.py</a:t>
            </a:r>
          </a:p>
          <a:p xmlns:a="http://schemas.openxmlformats.org/drawingml/2006/main">
            <a:r>
              <a:t>뜻: course 폴더에서 검사기를 실행하고 code/baseline.py를 검사 대상으로 건넵니다. 제공된 같은 입력 목록으로 결과를 비교합니다.</a:t>
            </a:r>
          </a:p>
          <a:p xmlns:a="http://schemas.openxmlformats.org/drawingml/2006/main">
            <a:r>
              <a:t/>
            </a:r>
          </a:p>
          <a:p xmlns:a="http://schemas.openxmlformats.org/drawingml/2006/main">
            <a:r>
              <a:t>python code/check_cases.py code/proposal_a.py</a:t>
            </a:r>
          </a:p>
          <a:p xmlns:a="http://schemas.openxmlformats.org/drawingml/2006/main">
            <a:r>
              <a:t>뜻: course 폴더에서 검사기를 실행하고 code/proposal_a.py를 검사 대상으로 건넵니다. 제공된 같은 입력 목록으로 결과를 비교합니다.</a:t>
            </a:r>
          </a:p>
          <a:p xmlns:a="http://schemas.openxmlformats.org/drawingml/2006/main">
            <a:r>
              <a:t/>
            </a:r>
          </a:p>
          <a:p xmlns:a="http://schemas.openxmlformats.org/drawingml/2006/main">
            <a:r>
              <a:t>python code/check_cases.py code/reviewed.py</a:t>
            </a:r>
          </a:p>
          <a:p xmlns:a="http://schemas.openxmlformats.org/drawingml/2006/main">
            <a:r>
              <a:t>뜻: course 폴더에서 검사기를 실행하고 code/reviewed.py를 검사 대상으로 건넵니다. 제공된 같은 입력 목록으로 결과를 비교합니다.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reviewed는 제공 아홉 사례에서 9/9입니다. 모든 실제 센서 조건의 보장은 아닙니다.</a:t>
            </a:r>
          </a:p>
          <a:p xmlns:a="http://schemas.openxmlformats.org/drawingml/2006/main">
            <a:r>
              <a:t/>
            </a:r>
          </a:p>
          <a:p xmlns:a="http://schemas.openxmlformats.org/drawingml/2006/main">
            <a:r>
              <a:t>앞에서 배운 내용: 고친 뒤 예전 동작도 다시 확인합니다. 세 후보에 같은 검사 기준을 적용합니다.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실패한 입력이 다를 수 있으므로 각 행과 요구 위반을 비교합니다. 실패가 줄었어도 새로운 회귀가 생겼는지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두 코드의 통과 수가 같습니다. 같은 품질이라고 판단할 수 있나요?</a:t>
            </a:r>
          </a:p>
          <a:p xmlns:a="http://schemas.openxmlformats.org/drawingml/2006/main">
            <a:r>
              <a:t/>
            </a:r>
          </a:p>
          <a:p xmlns:a="http://schemas.openxmlformats.org/drawingml/2006/main">
            <a:r>
              <a:t>정답과 풀이: 실패한 입력이 다를 수 있으므로 각 행과 요구 위반을 비교합니다. 실패가 줄었어도 새로운 회귀가 생겼는지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주제는 새 요청과 인수인계입니다. </a:t>
            </a:r>
          </a:p>
          <a:p xmlns:a="http://schemas.openxmlformats.org/drawingml/2006/main">
            <a:r>
              <a:t/>
            </a:r>
          </a:p>
          <a:p xmlns:a="http://schemas.openxmlformats.org/drawingml/2006/main">
            <a:r>
              <a:t>예제를 보여 준 뒤 학생과 함께 따라 해 봅니다. 학생이 한 값을 바꾸고 결과를 예상하게 한 다음 실제 결과와 비교합니다. beginner-start의 교시별 활동부터 진행하고 남은 문제는 복습으로 안내합니다. 설치가 안 되면 제공 출력으로 같은 문제를 풀게 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이번 호출만 바꿀지, 기본값을 바꿀지 정합니다. 누가 요청했는지와 검사할 입력을 적습니다.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A16의 개념과 원문 해설입니다.</a:t>
            </a:r>
          </a:p>
          <a:p xmlns:a="http://schemas.openxmlformats.org/drawingml/2006/main">
            <a:r>
              <a:t>### A16 · 새 조건의 영향 분석</a:t>
            </a:r>
          </a:p>
          <a:p xmlns:a="http://schemas.openxmlformats.org/drawingml/2006/main">
            <a:r>
              <a:t/>
            </a:r>
          </a:p>
          <a:p xmlns:a="http://schemas.openxmlformats.org/drawingml/2006/main">
            <a:r>
              <a:t>#### 사례로 이해하기 · 새 기준과 완료 범위를 인계하기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담당자가 새 장소에는 기준 30을 적용해 달라고 승인했습니다. 기존 모든 장소의 기본값을 30으로 바꾸면 이전 업무가 달라집니다. 새 요청이 특정 장소만의 조건인지 전체 기본값 변경인지 먼저 확인하고 영향 받는 호출과 검사를 찾습니다.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함수 인수는 호출할 때 전달하는 입력입니다. 기본값은 그 인수를 생략했을 때 사용하는 값입니다. `classify(29.9, threshold=30)`과 `classify(29.9)`는 같은 입력 온도지만 기준이 다르므로 결과가 다를 수 있습니다. 요구 변경은 검사의 기대를 바꿀 수 있으나 어떤 승인된 요구에 따른 변경인지 근거를 남겨야 합니다. 기존 실패를 숨기려고 기대를 바꾼 상황과 구별합니다.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새 장소 요청서에 기준 30, 기본 계약 28 유지, 유효 범위 0~50 유지라고 씁니다. 새 호출의 29.9는 정상, 30과 30.1은 주의입니다. 기본 호출의 28은 여전히 주의입니다. None은 두 호출 모두 미측정이고 범위 밖은 입력 오류입니다. 인계에는 수정한 파일, 변경 조건, 기본 아홉 사례 결과, 새 경계 세 사례 결과, 실제 AI 호출 여부를 씁니다. 오늘은 제공 응답을 검토한 오프라인 활동이며 실제 센서 안전 판단과 실제 AI 서비스 연결은 확인하지 않았다고 기록합니다.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기준 30을 특정 장소에만 적용하는 요청과 전체 기본값을 30으로 바꾸는 요청을 각각 한 문장으로 작성하세요. 두 요청에서 기대가 달라질 기본 호출 한 개를 고르고, 동료가 다시 확인할 명령과 자료 위치를 인계문에 넣으세요.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특정 장소에는 threshold 인수를 명시하고 전체 변경에는 기본값 변경 승인을 명시합니다. 기본 classify(28)은 전자에서 주의, 후자에서 정상입니다. “새 검사가 통과했으니 모든 서비스 운영 완료”는 검증 범위를 넘었습니다. “새 요청은 절대 기대를 바꾸면 안 된다”도 승인된 요구 변경을 무시합니다.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기본값과 인수는 왜 구별하나요? 영향 받는 호출 범위가 다릅니다. ② 동료가 같은 결과를 보려면 무엇이 필요한가요? 대상 파일·실행 위치·입력·기대를 연결한 기록입니다. ③ 아직 모르는 사항은 어떻게 전달하나요? 실제 환경, 장비, 계정 등 미확인 항목과 다음 확인 담당을 구체적으로 남깁니다.</a:t>
            </a:r>
          </a:p>
          <a:p xmlns:a="http://schemas.openxmlformats.org/drawingml/2006/main">
            <a:r>
              <a:t/>
            </a:r>
          </a:p>
          <a:p xmlns:a="http://schemas.openxmlformats.org/drawingml/2006/main">
            <a:r>
              <a:t>**뜻과 비유.** 새 업무 조건은 기존 규칙과 독립인지 먼저 확인한 뒤 작은 사례로 설계합니다. 오늘은 추가 코드보다 변경이 영향 줄 입력을 설명하는 일에 집중합니다.</a:t>
            </a:r>
          </a:p>
          <a:p xmlns:a="http://schemas.openxmlformats.org/drawingml/2006/main">
            <a:r>
              <a:t/>
            </a:r>
          </a:p>
          <a:p xmlns:a="http://schemas.openxmlformats.org/drawingml/2006/main">
            <a:r>
              <a:t>**왜 필요한가.** 특수 기준을 추가하면 조건 순서와 기존 계약을 함께 검토해야합니다.</a:t>
            </a:r>
          </a:p>
          <a:p xmlns:a="http://schemas.openxmlformats.org/drawingml/2006/main">
            <a:r>
              <a:t/>
            </a:r>
          </a:p>
          <a:p xmlns:a="http://schemas.openxmlformats.org/drawingml/2006/main">
            <a:r>
              <a:t>**예를 따라 읽기.** 담당자가 기준을 30으로 바꿔 달라고 새로 요청했다면 29.9·30·30.1을 새 경계로 예상합니다.</a:t>
            </a:r>
          </a:p>
          <a:p xmlns:a="http://schemas.openxmlformats.org/drawingml/2006/main">
            <a:r>
              <a:t/>
            </a:r>
          </a:p>
          <a:p xmlns:a="http://schemas.openxmlformats.org/drawingml/2006/main">
            <a:r>
              <a:t>**헷갈리는 반례.** 승인된 새 요청 없이 기준을 바꾸는 것과 업무 담당자가 조건을 변경한 것은 다릅니다.</a:t>
            </a:r>
          </a:p>
          <a:p xmlns:a="http://schemas.openxmlformats.org/drawingml/2006/main">
            <a:r>
              <a:t/>
            </a:r>
          </a:p>
          <a:p xmlns:a="http://schemas.openxmlformats.org/drawingml/2006/main">
            <a:r>
              <a:t>**직접 적용.** 기준 30이라는 새 요청서 작성하기 → 영향 받을 기대 값 찾기 → 29.9·30·30.1의 예상 작성하기 → 기본 기준 28 을 유지할지 인수로 전달할지 설명하기</a:t>
            </a:r>
          </a:p>
          <a:p xmlns:a="http://schemas.openxmlformats.org/drawingml/2006/main">
            <a:r>
              <a:t/>
            </a:r>
          </a:p>
          <a:p xmlns:a="http://schemas.openxmlformats.org/drawingml/2006/main">
            <a:r>
              <a:t>**설명할 질문.** 새 조건에서 어떤 기존 검사를 그대로 써야하나요?</a:t>
            </a:r>
          </a:p>
          <a:p xmlns:a="http://schemas.openxmlformats.org/drawingml/2006/main">
            <a:r>
              <a:t/>
            </a:r>
          </a:p>
          <a:p xmlns:a="http://schemas.openxmlformats.org/drawingml/2006/main">
            <a:r>
              <a:t>**막혔을 때.** 기본 기준 변경과 함수 인수 전달을 혼동하면 classify(30,threshold =30)호출 예를 읽습니다.</a:t>
            </a:r>
          </a:p>
          <a:p xmlns:a="http://schemas.openxmlformats.org/drawingml/2006/main">
            <a:r>
              <a:t/>
            </a:r>
          </a:p>
          <a:p xmlns:a="http://schemas.openxmlformats.org/drawingml/2006/main">
            <a:r>
              <a:t>입력·답칸·확인 순서는 [실습지의 A16](practice-guide.md#a16)와 [활동 원문](examples/course/data/A16_input.md)에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새 기준의 영향의 예</a:t>
            </a:r>
          </a:p>
          <a:p xmlns:a="http://schemas.openxmlformats.org/drawingml/2006/main">
            <a:r>
              <a:t>호출 발췌: reviewed의 classify가 필요합니다.</a:t>
            </a:r>
          </a:p>
          <a:p xmlns:a="http://schemas.openxmlformats.org/drawingml/2006/main">
            <a:r>
              <a:t/>
            </a:r>
          </a:p>
          <a:p xmlns:a="http://schemas.openxmlformats.org/drawingml/2006/main">
            <a:r>
              <a:t>classify(28)</a:t>
            </a:r>
          </a:p>
          <a:p xmlns:a="http://schemas.openxmlformats.org/drawingml/2006/main">
            <a:r>
              <a:t>뜻: 온도 28을 기본 기준 28과 비교합니다. reviewed 함수라면 주의입니다.</a:t>
            </a:r>
          </a:p>
          <a:p xmlns:a="http://schemas.openxmlformats.org/drawingml/2006/main">
            <a:r>
              <a:t/>
            </a:r>
          </a:p>
          <a:p xmlns:a="http://schemas.openxmlformats.org/drawingml/2006/main">
            <a:r>
              <a:t>classify(29.9, threshold=30)</a:t>
            </a:r>
          </a:p>
          <a:p xmlns:a="http://schemas.openxmlformats.org/drawingml/2006/main">
            <a:r>
              <a:t>뜻: 이번 호출은 기준 30을 씁니다. 29.9는 기준 미만이므로 정상입니다.</a:t>
            </a:r>
          </a:p>
          <a:p xmlns:a="http://schemas.openxmlformats.org/drawingml/2006/main">
            <a:r>
              <a:t/>
            </a:r>
          </a:p>
          <a:p xmlns:a="http://schemas.openxmlformats.org/drawingml/2006/main">
            <a:r>
              <a:t>classify(30, threshold=30)</a:t>
            </a:r>
          </a:p>
          <a:p xmlns:a="http://schemas.openxmlformats.org/drawingml/2006/main">
            <a:r>
              <a:t>뜻: 온도 30과 기준 30이 같습니다. 이상 조건에 포함되어 주의입니다.</a:t>
            </a:r>
          </a:p>
          <a:p xmlns:a="http://schemas.openxmlformats.org/drawingml/2006/main">
            <a:r>
              <a:t/>
            </a:r>
          </a:p>
          <a:p xmlns:a="http://schemas.openxmlformats.org/drawingml/2006/main">
            <a:r>
              <a:t>확인할 결과: 기본 28은 주의입니다. 기준 30에서 29.9는 정상, 30은 주의입니다.</a:t>
            </a:r>
          </a:p>
          <a:p xmlns:a="http://schemas.openxmlformats.org/drawingml/2006/main">
            <a:r>
              <a:t>풀이: 특정 호출은 threshold=30을 명시하고 전체 기본값 변경에는 별도 요구 승인이 필요합니다. 새 경계29.9·30·30.1과 기존 기본 검사를 함께 확인합니다.</a:t>
            </a:r>
          </a:p>
          <a:p xmlns:a="http://schemas.openxmlformats.org/drawingml/2006/main">
            <a:r>
              <a:t/>
            </a:r>
          </a:p>
          <a:p xmlns:a="http://schemas.openxmlformats.org/drawingml/2006/main">
            <a:r>
              <a:t>전체 코드와 함께 쓰는 파일은 아래 자료에서 확인합니다. 발췌 코드는 전체 파일의 어느 부분인지 먼저 보여 줍니다. 이 부분만 새 파일에 붙여 실행하지 않도록 안내합니다. 저장 위치와 실행 위치를 먼저 확인하고 한 단계씩 결과를 비교합니다.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classify(28)</a:t>
            </a:r>
          </a:p>
          <a:p xmlns:a="http://schemas.openxmlformats.org/drawingml/2006/main">
            <a:r>
              <a:t>뜻: 온도 28을 기본 기준 28과 비교합니다. reviewed 함수라면 주의입니다.</a:t>
            </a:r>
          </a:p>
          <a:p xmlns:a="http://schemas.openxmlformats.org/drawingml/2006/main">
            <a:r>
              <a:t/>
            </a:r>
          </a:p>
          <a:p xmlns:a="http://schemas.openxmlformats.org/drawingml/2006/main">
            <a:r>
              <a:t>classify(29.9, threshold=30)</a:t>
            </a:r>
          </a:p>
          <a:p xmlns:a="http://schemas.openxmlformats.org/drawingml/2006/main">
            <a:r>
              <a:t>뜻: 이번 호출은 기준 30을 씁니다. 29.9는 기준 미만이므로 정상입니다.</a:t>
            </a:r>
          </a:p>
          <a:p xmlns:a="http://schemas.openxmlformats.org/drawingml/2006/main">
            <a:r>
              <a:t/>
            </a:r>
          </a:p>
          <a:p xmlns:a="http://schemas.openxmlformats.org/drawingml/2006/main">
            <a:r>
              <a:t>classify(30, threshold=30)</a:t>
            </a:r>
          </a:p>
          <a:p xmlns:a="http://schemas.openxmlformats.org/drawingml/2006/main">
            <a:r>
              <a:t>뜻: 온도 30과 기준 30이 같습니다. 이상 조건에 포함되어 주의입니다.</a:t>
            </a:r>
          </a:p>
          <a:p xmlns:a="http://schemas.openxmlformats.org/drawingml/2006/main">
            <a:r>
              <a:t/>
            </a:r>
          </a:p>
          <a:p xmlns:a="http://schemas.openxmlformats.org/drawingml/2006/main">
            <a:r>
              <a:t>전체 코드와 실행할 폴더는 아래 원문 활동을 확인합니다. 화면에 나온 줄부터 차례대로 읽습니다.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기본 28은 주의입니다. 기준 30에서 29.9는 정상, 30은 주의입니다.</a:t>
            </a:r>
          </a:p>
          <a:p xmlns:a="http://schemas.openxmlformats.org/drawingml/2006/main">
            <a:r>
              <a:t/>
            </a:r>
          </a:p>
          <a:p xmlns:a="http://schemas.openxmlformats.org/drawingml/2006/main">
            <a:r>
              <a:t>앞에서 배운 내용: 특정 장소만 기준 30을 사용합니다. 기본값 28과 호출 인수를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특정 호출은 threshold=30을 명시하고 전체 기본값 변경에는 별도 요구 승인이 필요합니다. 새 경계29.9·30·30.1과 기존 기본 검사를 함께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특정 장소만 바꾸는 요청과 전체 변경은? 영향 받을 호출을 구별해 보세요.</a:t>
            </a:r>
          </a:p>
          <a:p xmlns:a="http://schemas.openxmlformats.org/drawingml/2006/main">
            <a:r>
              <a:t/>
            </a:r>
          </a:p>
          <a:p xmlns:a="http://schemas.openxmlformats.org/drawingml/2006/main">
            <a:r>
              <a:t>정답과 풀이: 특정 호출은 threshold=30을 명시하고 전체 기본값 변경에는 별도 요구 승인이 필요합니다. 새 경계29.9·30·30.1과 기존 기본 검사를 함께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A17의 개념과 원문 해설입니다.</a:t>
            </a:r>
          </a:p>
          <a:p xmlns:a="http://schemas.openxmlformats.org/drawingml/2006/main">
            <a:r>
              <a:t>### A17 · 동료의 변경을 설명하기</a:t>
            </a:r>
          </a:p>
          <a:p xmlns:a="http://schemas.openxmlformats.org/drawingml/2006/main">
            <a:r>
              <a:t/>
            </a:r>
          </a:p>
          <a:p xmlns:a="http://schemas.openxmlformats.org/drawingml/2006/main">
            <a:r>
              <a:t>**뜻과 비유.** 동료 검토에서는 요청한 조건, 바뀐 줄, 검사 결과를 다른 사람도 찾을 수 있는지 확인합니다.</a:t>
            </a:r>
          </a:p>
          <a:p xmlns:a="http://schemas.openxmlformats.org/drawingml/2006/main">
            <a:r>
              <a:t/>
            </a:r>
          </a:p>
          <a:p xmlns:a="http://schemas.openxmlformats.org/drawingml/2006/main">
            <a:r>
              <a:t>**왜 필요한가.** 다른 사람에게 설명할 수 없다면 어떤 줄을 왜 바꿨는지 자신도 놓친 부분이 있을 수 있습니다.</a:t>
            </a:r>
          </a:p>
          <a:p xmlns:a="http://schemas.openxmlformats.org/drawingml/2006/main">
            <a:r>
              <a:t/>
            </a:r>
          </a:p>
          <a:p xmlns:a="http://schemas.openxmlformats.org/drawingml/2006/main">
            <a:r>
              <a:t>**예를 따라 읽기.** 짝은 None을 처리하는 줄과 &gt;= 조건을 찾습니다. 요청서의 조건에 맞는지 읽고 같은 검사 입력으로 실행해 봅니다.</a:t>
            </a:r>
          </a:p>
          <a:p xmlns:a="http://schemas.openxmlformats.org/drawingml/2006/main">
            <a:r>
              <a:t/>
            </a:r>
          </a:p>
          <a:p xmlns:a="http://schemas.openxmlformats.org/drawingml/2006/main">
            <a:r>
              <a:t>**헷갈리는 반례.** “테스트됐음”한 줄만 있으면 실행한 대상과 입력이 불명확합니다.</a:t>
            </a:r>
          </a:p>
          <a:p xmlns:a="http://schemas.openxmlformats.org/drawingml/2006/main">
            <a:r>
              <a:t/>
            </a:r>
          </a:p>
          <a:p xmlns:a="http://schemas.openxmlformats.org/drawingml/2006/main">
            <a:r>
              <a:t>**직접 적용.** 작업본과 검토 노트를 짝에게 전달하기 → 요구 두 개에 대응하는 줄 찾기 → 검사 결과 한 개를 재현하기 → 부족한 설명하나 보완하기</a:t>
            </a:r>
          </a:p>
          <a:p xmlns:a="http://schemas.openxmlformats.org/drawingml/2006/main">
            <a:r>
              <a:t/>
            </a:r>
          </a:p>
          <a:p xmlns:a="http://schemas.openxmlformats.org/drawingml/2006/main">
            <a:r>
              <a:t>**설명할 질문.** 동료가 다시 확인하려면 어떤 정보가 있어야 하나요?</a:t>
            </a:r>
          </a:p>
          <a:p xmlns:a="http://schemas.openxmlformats.org/drawingml/2006/main">
            <a:r>
              <a:t/>
            </a:r>
          </a:p>
          <a:p xmlns:a="http://schemas.openxmlformats.org/drawingml/2006/main">
            <a:r>
              <a:t>**막혔을 때.** 짝의 작업본을 바로 덮어쓰지 말고 수정 제안을 먼저 기록합니다.</a:t>
            </a:r>
          </a:p>
          <a:p xmlns:a="http://schemas.openxmlformats.org/drawingml/2006/main">
            <a:r>
              <a:t/>
            </a:r>
          </a:p>
          <a:p xmlns:a="http://schemas.openxmlformats.org/drawingml/2006/main">
            <a:r>
              <a:t>입력·답칸·확인 순서는 [실습지의 A17](practice-guide.md#a17)와 [활동 원문](examples/course/data/A17_input.md)에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동료 코드를 덮어쓰기 전에 바뀐 줄을 읽습니다.</a:t>
            </a:r>
          </a:p>
          <a:p xmlns:a="http://schemas.openxmlformats.org/drawingml/2006/main">
            <a:r>
              <a:t/>
            </a:r>
          </a:p>
          <a:p xmlns:a="http://schemas.openxmlformats.org/drawingml/2006/main">
            <a:r>
              <a:t>이 표에서 볼 것: 요구 한 개를 바뀐 줄과 연결합니다. 검사 한 개를 동료가 다시 확인합니다.</a:t>
            </a:r>
          </a:p>
          <a:p xmlns:a="http://schemas.openxmlformats.org/drawingml/2006/main">
            <a:r>
              <a:t>예상 결과: 동료가 파일과 실행 경로를 찾을 수 있어야 합니다. 부족한 설명을 검토 메모로 남깁니다.</a:t>
            </a:r>
          </a:p>
          <a:p xmlns:a="http://schemas.openxmlformats.org/drawingml/2006/main">
            <a:r>
              <a:t/>
            </a:r>
          </a:p>
          <a:p xmlns:a="http://schemas.openxmlformats.org/drawingml/2006/main">
            <a:r>
              <a:t>풀이: 대상 파일·명령·입력·기대·실제와 수행 방법을 넣습니다. 실제로 하지 않은 검증은 미실행으로 남깁니다.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파일 위치와 실행할 명령을 적어 줍니다. 설명이 빠진 곳은 동료에게 물어봅니다.</a:t>
            </a:r>
          </a:p>
          <a:p xmlns:a="http://schemas.openxmlformats.org/drawingml/2006/main">
            <a:r>
              <a:t/>
            </a:r>
          </a:p>
          <a:p xmlns:a="http://schemas.openxmlformats.org/drawingml/2006/main">
            <a:r>
              <a:t>앞에서 배운 내용: 요구 한 개를 바뀐 줄과 연결합니다. 검사 한 개를 동료가 다시 확인합니다.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대상 파일·명령·입력·기대·실제와 수행 방법을 넣습니다. 실제로 하지 않은 검증은 미실행으로 남깁니다.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“테스트됐음”만 적은 설명을 보완하세요.</a:t>
            </a:r>
          </a:p>
          <a:p xmlns:a="http://schemas.openxmlformats.org/drawingml/2006/main">
            <a:r>
              <a:t/>
            </a:r>
          </a:p>
          <a:p xmlns:a="http://schemas.openxmlformats.org/drawingml/2006/main">
            <a:r>
              <a:t>정답과 풀이: 대상 파일·명령·입력·기대·실제와 수행 방법을 넣습니다. 실제로 하지 않은 검증은 미실행으로 남깁니다.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A18의 개념과 원문 해설입니다.</a:t>
            </a:r>
          </a:p>
          <a:p xmlns:a="http://schemas.openxmlformats.org/drawingml/2006/main">
            <a:r>
              <a:t>### A18 · 완료 범위와 다음 확인</a:t>
            </a:r>
          </a:p>
          <a:p xmlns:a="http://schemas.openxmlformats.org/drawingml/2006/main">
            <a:r>
              <a:t/>
            </a:r>
          </a:p>
          <a:p xmlns:a="http://schemas.openxmlformats.org/drawingml/2006/main">
            <a:r>
              <a:t>**뜻과 비유.** 인수인계에서는 요청받은 일, 고친 파일, 실행 결과, 아직 시험하지 못한 조건을 다음 사람에게 알려 줍니다.</a:t>
            </a:r>
          </a:p>
          <a:p xmlns:a="http://schemas.openxmlformats.org/drawingml/2006/main">
            <a:r>
              <a:t/>
            </a:r>
          </a:p>
          <a:p xmlns:a="http://schemas.openxmlformats.org/drawingml/2006/main">
            <a:r>
              <a:t>**왜 필요한가.** 합성 데이터 검사와 실제 센서 운영은 다른 범위입니다. 확인하지 않은 서비스 호출이나 장비 연결을 완료라고 쓰지 않습니다.</a:t>
            </a:r>
          </a:p>
          <a:p xmlns:a="http://schemas.openxmlformats.org/drawingml/2006/main">
            <a:r>
              <a:t/>
            </a:r>
          </a:p>
          <a:p xmlns:a="http://schemas.openxmlformats.org/drawingml/2006/main">
            <a:r>
              <a:t>**예를 따라 읽기.** 분류기 아홉 사례 통과·오프라인 응답 검토·실제 AI 호출 미수행을 함께 적습니다.</a:t>
            </a:r>
          </a:p>
          <a:p xmlns:a="http://schemas.openxmlformats.org/drawingml/2006/main">
            <a:r>
              <a:t/>
            </a:r>
          </a:p>
          <a:p xmlns:a="http://schemas.openxmlformats.org/drawingml/2006/main">
            <a:r>
              <a:t>**헷갈리는 반례.** AI가 코드를 썼다고 가정하거나 검사 통과만으로 실제 안전 시스템 완성이라고 표현하지 않습니다.</a:t>
            </a:r>
          </a:p>
          <a:p xmlns:a="http://schemas.openxmlformats.org/drawingml/2006/main">
            <a:r>
              <a:t/>
            </a:r>
          </a:p>
          <a:p xmlns:a="http://schemas.openxmlformats.org/drawingml/2006/main">
            <a:r>
              <a:t>**직접 적용.** 세 문장 인계 작성하기 → 실제 AI 호출 여부 명시하기 → 미검증 조건 두 개 쓰기 → 0과 None의 차이, 기준과 경계값의 차이, AI 설명을 확인하는 방법에 답하기</a:t>
            </a:r>
          </a:p>
          <a:p xmlns:a="http://schemas.openxmlformats.org/drawingml/2006/main">
            <a:r>
              <a:t/>
            </a:r>
          </a:p>
          <a:p xmlns:a="http://schemas.openxmlformats.org/drawingml/2006/main">
            <a:r>
              <a:t>**설명할 질문.** 자료 작성과 실제 운영 검증을 어떻게 구분하나요?</a:t>
            </a:r>
          </a:p>
          <a:p xmlns:a="http://schemas.openxmlformats.org/drawingml/2006/main">
            <a:r>
              <a:t/>
            </a:r>
          </a:p>
          <a:p xmlns:a="http://schemas.openxmlformats.org/drawingml/2006/main">
            <a:r>
              <a:t>**막혔을 때.** 완료 문장이 추상적이면 파일·입력 수·실행 방법을 넣습니다.</a:t>
            </a:r>
          </a:p>
          <a:p xmlns:a="http://schemas.openxmlformats.org/drawingml/2006/main">
            <a:r>
              <a:t/>
            </a:r>
          </a:p>
          <a:p xmlns:a="http://schemas.openxmlformats.org/drawingml/2006/main">
            <a:r>
              <a:t>입력·답칸·확인 순서는 [실습지의 A18](practice-guide.md#a18)와 [활동 원문](examples/course/data/A18_input.md)에 있습니다.</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다음 확인 조건도 함께 전달합니다.</a:t>
            </a:r>
          </a:p>
          <a:p xmlns:a="http://schemas.openxmlformats.org/drawingml/2006/main">
            <a:r>
              <a:t/>
            </a:r>
          </a:p>
          <a:p xmlns:a="http://schemas.openxmlformats.org/drawingml/2006/main">
            <a:r>
              <a:t>이 표에서 볼 것: 바뀐 조건과 관찰한 결과를 보고합니다. 가상 검사와 실제 운영을 구별합니다.</a:t>
            </a:r>
          </a:p>
          <a:p xmlns:a="http://schemas.openxmlformats.org/drawingml/2006/main">
            <a:r>
              <a:t>예상 결과: 제공 응답 검토와 로컬 분류 검사를 남깁니다. 실제 AI가 작성했다고 추정하지 않습니다.</a:t>
            </a:r>
          </a:p>
          <a:p xmlns:a="http://schemas.openxmlformats.org/drawingml/2006/main">
            <a:r>
              <a:t/>
            </a:r>
          </a:p>
          <a:p xmlns:a="http://schemas.openxmlformats.org/drawingml/2006/main">
            <a:r>
              <a:t>풀이: 작업본의 조건 변경, 제공 검사 입력과 관찰 결과, 실제 AI 호출·센서·서비스 연결 등 미확인 범위를 구체적으로 적습니다.</a:t>
            </a:r>
          </a:p>
          <a:p xmlns:a="http://schemas.openxmlformats.org/drawingml/2006/main">
            <a:r>
              <a:t>학생에게 각 행에 어떤 값을 넣고 어떤 결과가 나오는지 물어봅니다. 이름이 같은 파일을 다른 폴더에서 읽지 않았는지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제공 응답 검토와 로컬 분류 검사를 남깁니다. 실제 AI가 작성했다고 추정하지 않습니다.</a:t>
            </a:r>
          </a:p>
          <a:p xmlns:a="http://schemas.openxmlformats.org/drawingml/2006/main">
            <a:r>
              <a:t/>
            </a:r>
          </a:p>
          <a:p xmlns:a="http://schemas.openxmlformats.org/drawingml/2006/main">
            <a:r>
              <a:t>앞에서 배운 내용: 바뀐 조건과 관찰한 결과를 보고합니다. 가상 검사와 실제 운영을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풀이: 작업본의 조건 변경, 제공 검사 입력과 관찰 결과, 실제 AI 호출·센서·서비스 연결 등 미확인 범위를 구체적으로 적습니다.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고친 줄, 확인한 결과, 남은 질문을 한 문장씩 쓰세요.</a:t>
            </a:r>
          </a:p>
          <a:p xmlns:a="http://schemas.openxmlformats.org/drawingml/2006/main">
            <a:r>
              <a:t/>
            </a:r>
          </a:p>
          <a:p xmlns:a="http://schemas.openxmlformats.org/drawingml/2006/main">
            <a:r>
              <a:t>정답과 풀이: 작업본의 조건 변경, 제공 검사 입력과 관찰 결과, 실제 AI 호출·센서·서비스 연결 등 미확인 범위를 구체적으로 적습니다.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D:\KDigital_PhysicalAI\outputs\2026-10-20\lesson.md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1 · 작업 요청과 공유 자료</a:t>
            </a:r>
          </a:p>
          <a:p xmlns:a="http://schemas.openxmlformats.org/drawingml/2006/main">
            <a:r>
              <a:t/>
            </a:r>
          </a:p>
          <a:p xmlns:a="http://schemas.openxmlformats.org/drawingml/2006/main">
            <a:r>
              <a:t>**문제:** 온도 경계 오류를 맡길 때 고객 연락처, 실제 API 키, 현재 함수, 가상 검사 입력, 실패 로그 중 무엇을 제공하나요? 다섯 줄 요청을 작성하세요.</a:t>
            </a:r>
          </a:p>
          <a:p xmlns:a="http://schemas.openxmlformats.org/drawingml/2006/main">
            <a:r>
              <a:t/>
            </a:r>
          </a:p>
          <a:p xmlns:a="http://schemas.openxmlformats.org/drawingml/2006/main">
            <a:r>
              <a:t>**해설·확인 기준:** 현재 함수·가상 검사 입력·비밀을 제거한 실패 로그를 제공합니다. 목적·대상·유지 조건·허용 행동·검증을 씁니다. 실제 키와 고객 연락처는 이번 문제의 근거에 필요하지 않습니다. 자료를 많이 보내는 것이 목표라는 답은 부족합니다.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2 · 새 경계 규칙</a:t>
            </a:r>
          </a:p>
          <a:p xmlns:a="http://schemas.openxmlformats.org/drawingml/2006/main">
            <a:r>
              <a:t/>
            </a:r>
          </a:p>
          <a:p xmlns:a="http://schemas.openxmlformats.org/drawingml/2006/main">
            <a:r>
              <a:t>**문제:** 업무 규칙은 5 초과 점검입니다. 4.9·5·5.1과 None의 기대를 쓰고 28 이상 주의 규칙과 비교 기호 차이를 설명하세요.</a:t>
            </a:r>
          </a:p>
          <a:p xmlns:a="http://schemas.openxmlformats.org/drawingml/2006/main">
            <a:r>
              <a:t/>
            </a:r>
          </a:p>
          <a:p xmlns:a="http://schemas.openxmlformats.org/drawingml/2006/main">
            <a:r>
              <a:t>**해설·확인 기준:** 정상·정상·점검이며 누락은 별도 미측정입니다. 초과는 &gt;, 이상은 &gt;=입니다. 함수 출력 문자열은 새로운 업무 계약에 맞게 명시합니다. 기준과 기호를 함께 설명하면 충족입니다.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3 · 주장과 근거</a:t>
            </a:r>
          </a:p>
          <a:p xmlns:a="http://schemas.openxmlformats.org/drawingml/2006/main">
            <a:r>
              <a:t/>
            </a:r>
          </a:p>
          <a:p xmlns:a="http://schemas.openxmlformats.org/drawingml/2006/main">
            <a:r>
              <a:t>**문제:** 응답은 “수정·검사·실제 운영 모두 완료”라고 합니다. 제공 근거는 코드 diff와 로컬 가상 검사 출력뿐입니다. 보고할 수 있는 범위와 남은 질문을 쓰세요.</a:t>
            </a:r>
          </a:p>
          <a:p xmlns:a="http://schemas.openxmlformats.org/drawingml/2006/main">
            <a:r>
              <a:t/>
            </a:r>
          </a:p>
          <a:p xmlns:a="http://schemas.openxmlformats.org/drawingml/2006/main">
            <a:r>
              <a:t>**해설·확인 기준:** 실제 변경과 해당 로컬 검사 결과까지 보고하고 실제 장비·서비스 운영은 미확인으로 남깁니다. 대상 파일·명령·입력이 필요합니다. 확인한 결과가 없으면 실패로 단정하지 말고 아직 확인하지 못했다고 적습니다.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4 · 잘못된 입력의 해석</a:t>
            </a:r>
          </a:p>
          <a:p xmlns:a="http://schemas.openxmlformats.org/drawingml/2006/main">
            <a:r>
              <a:t/>
            </a:r>
          </a:p>
          <a:p xmlns:a="http://schemas.openxmlformats.org/drawingml/2006/main">
            <a:r>
              <a:t>**문제:** 0·None·True·문자 "28"·50·51을 현재 분류 계약으로 판단하고 종류 검사를 비교보다 먼저 해야 하는 이유를 쓰세요.</a:t>
            </a:r>
          </a:p>
          <a:p xmlns:a="http://schemas.openxmlformats.org/drawingml/2006/main">
            <a:r>
              <a:t/>
            </a:r>
          </a:p>
          <a:p xmlns:a="http://schemas.openxmlformats.org/drawingml/2006/main">
            <a:r>
              <a:t>**해설·확인 기준:** 정상·미측정·입력 오류·입력 오류·주의·입력 오류입니다. 문자나 불리언은 허용한 정확한 숫자 종류가 아니며 문자 비교는 예외를 낼 수 있습니다. None을 0으로 바꾸면 측정과 누락을 합칩니다.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5 · 재현 가능한 보고</a:t>
            </a:r>
          </a:p>
          <a:p xmlns:a="http://schemas.openxmlformats.org/drawingml/2006/main">
            <a:r>
              <a:t/>
            </a:r>
          </a:p>
          <a:p xmlns:a="http://schemas.openxmlformats.org/drawingml/2006/main">
            <a:r>
              <a:t>**문제:** 입력 문자 "뜨거움"에서 TypeError가 관찰되었습니다. 다른 사람이 재현할 수 있는 보고와 수정 뒤 회귀 확인 두 사례를 쓰세요.</a:t>
            </a:r>
          </a:p>
          <a:p xmlns:a="http://schemas.openxmlformats.org/drawingml/2006/main">
            <a:r>
              <a:t/>
            </a:r>
          </a:p>
          <a:p xmlns:a="http://schemas.openxmlformats.org/drawingml/2006/main">
            <a:r>
              <a:t>**해설·확인 기준:** 파일·현재 위치·명령·입력·기대 입력 오류·실제 TypeError·관찰 방식을 씁니다. 종류 검사 누락은 코드 확인 전 가설입니다. 기존 28 경계와 None 등을 다시 확인하여 이전 계약을 보존합니다.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수업 활동을 마친 뒤 풀어 보는 추가 문제입니다. 시간이 부족하면 수업 뒤에 이어서 풀도록 안내합니다. 학생이 먼저 독립 답안을 작성하고 정답을 notes로 읽습니다.</a:t>
            </a:r>
          </a:p>
          <a:p xmlns:a="http://schemas.openxmlformats.org/drawingml/2006/main">
            <a:r>
              <a:t>6 · 기본값과 특정 호출</a:t>
            </a:r>
          </a:p>
          <a:p xmlns:a="http://schemas.openxmlformats.org/drawingml/2006/main">
            <a:r>
              <a:t/>
            </a:r>
          </a:p>
          <a:p xmlns:a="http://schemas.openxmlformats.org/drawingml/2006/main">
            <a:r>
              <a:t>**문제:** 특정 장소만 기준 30입니다. classify(28)과 classify(29.9,threshold=30)의 기대를 쓰고 인계에 남길 미확인 범위 두 개를 제시하세요.</a:t>
            </a:r>
          </a:p>
          <a:p xmlns:a="http://schemas.openxmlformats.org/drawingml/2006/main">
            <a:r>
              <a:t/>
            </a:r>
          </a:p>
          <a:p xmlns:a="http://schemas.openxmlformats.org/drawingml/2006/main">
            <a:r>
              <a:t>**해설·확인 기준:** 기본 호출은 주의, 기준 30 호출은 정상입니다. 기본값 28을 유지하고 특정 호출 인수를 지정합니다. 실제 AI 서비스 연결과 실제 센서 운영은 미확인입니다. 기본 전체 변경은 별도 요구라는 점을 설명하면 충족입니다.</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변경한 파일과 목적을 적습니다. 넣은 값과 예상한 결과, 실제 결과를 적습니다. 직접 실행한 것과 시연에서 본 것을 구분합니다.</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아직 시험해 보지 못한 조건을 두 개 쓰세요. 동료가 다시 실행할 순서를 적어 보세요.</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출처: D:\KDigital_PhysicalAI\outputs\2026-10-20\lesson.md</a:t>
            </a:r>
          </a:p>
          <a:p xmlns:a="http://schemas.openxmlformats.org/drawingml/2006/main">
            <a:r>
              <a:t>실습 단계·예상 출력·복구: D:\KDigital_PhysicalAI\outputs\2026-10-20\practice-guide.md</a:t>
            </a:r>
          </a:p>
          <a:p xmlns:a="http://schemas.openxmlformats.org/drawingml/2006/main">
            <a:r>
              <a:t>수업 활동과 추가 문제: D:\KDigital_PhysicalAI\outputs\2026-10-20\beginner-start.md</a:t>
            </a:r>
          </a:p>
          <a:p xmlns:a="http://schemas.openxmlformats.org/drawingml/2006/main">
            <a:r>
              <a:t>실행 예제 원본: D:\KDigital_PhysicalAI\outputs\2026-10-20\examples\course</a:t>
            </a:r>
          </a:p>
          <a:p xmlns:a="http://schemas.openxmlformats.org/drawingml/2006/main">
            <a:r>
              <a:t/>
            </a:r>
          </a:p>
          <a:p xmlns:a="http://schemas.openxmlformats.org/drawingml/2006/main">
            <a:r>
              <a:t>자료 위치: D:\KDigital_PhysicalAI\outputs\2026-10-20\assessment.md</a:t>
            </a:r>
          </a:p>
          <a:p xmlns:a="http://schemas.openxmlformats.org/drawingml/2006/main">
            <a:r>
              <a:t>웹 교안: https://zeusk302-png.github.io/kdigital-physical-ai/#/sessions/2026-10-20/lesson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600d02ffb7c4ea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8cb09e46af4168" /><Relationship Type="http://schemas.openxmlformats.org/officeDocument/2006/relationships/slideLayout" Target="/ppt/slideLayouts/slideLayout1.xml" Id="R7cb5c01045ce4a6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cb5c01045ce4a6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dc74a8a77f34394" /><Relationship Type="http://schemas.openxmlformats.org/officeDocument/2006/relationships/notesSlide" Target="/ppt/notesSlides/notesSlide1.xml" Id="Rd340d1dc6e674d2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e39e32516094983" /><Relationship Type="http://schemas.openxmlformats.org/officeDocument/2006/relationships/notesSlide" Target="/ppt/notesSlides/notesSlide2.xml" Id="R5d29a67a02ff42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64a2ec89aa14658" /><Relationship Type="http://schemas.openxmlformats.org/officeDocument/2006/relationships/notesSlide" Target="/ppt/notesSlides/notesSlide3.xml" Id="R18ca173cce4e42c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5a94cc7198b460c" /><Relationship Type="http://schemas.openxmlformats.org/officeDocument/2006/relationships/notesSlide" Target="/ppt/notesSlides/notesSlide4.xml" Id="Re33f5354b282496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8399385cba04da6" /><Relationship Type="http://schemas.openxmlformats.org/officeDocument/2006/relationships/notesSlide" Target="/ppt/notesSlides/notesSlide5.xml" Id="R7cdc4df0e1d443e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9a19a5fd6b947a9" /><Relationship Type="http://schemas.openxmlformats.org/officeDocument/2006/relationships/notesSlide" Target="/ppt/notesSlides/notesSlide6.xml" Id="Rad17000f2933411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5181b4939a2439c" /><Relationship Type="http://schemas.openxmlformats.org/officeDocument/2006/relationships/notesSlide" Target="/ppt/notesSlides/notesSlide7.xml" Id="R99a5ccb73a8e46f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e6079b8ae3847e1" /><Relationship Type="http://schemas.openxmlformats.org/officeDocument/2006/relationships/notesSlide" Target="/ppt/notesSlides/notesSlide8.xml" Id="R79b314918e944f1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1678554cdd0488b" /><Relationship Type="http://schemas.openxmlformats.org/officeDocument/2006/relationships/notesSlide" Target="/ppt/notesSlides/notesSlide9.xml" Id="Reb9954657c62427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dc90a40811d4fb4" /><Relationship Type="http://schemas.openxmlformats.org/officeDocument/2006/relationships/notesSlide" Target="/ppt/notesSlides/notesSlide10.xml" Id="R64a2cf7fa2b7452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0d1d663038d47c7" /><Relationship Type="http://schemas.openxmlformats.org/officeDocument/2006/relationships/notesSlide" Target="/ppt/notesSlides/notesSlide11.xml" Id="R7ae311cd103c4b1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f24af16d5224d30" /><Relationship Type="http://schemas.openxmlformats.org/officeDocument/2006/relationships/notesSlide" Target="/ppt/notesSlides/notesSlide12.xml" Id="R90a28056a32e4de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13883bafec24ff9" /><Relationship Type="http://schemas.openxmlformats.org/officeDocument/2006/relationships/notesSlide" Target="/ppt/notesSlides/notesSlide13.xml" Id="R73e33dde8e47410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316fcc24a0f46ca" /><Relationship Type="http://schemas.openxmlformats.org/officeDocument/2006/relationships/notesSlide" Target="/ppt/notesSlides/notesSlide14.xml" Id="R63e72d797f1c477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169fb469f32462f" /><Relationship Type="http://schemas.openxmlformats.org/officeDocument/2006/relationships/notesSlide" Target="/ppt/notesSlides/notesSlide15.xml" Id="Rf19af0b5b9f749c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8954c6df2874599" /><Relationship Type="http://schemas.openxmlformats.org/officeDocument/2006/relationships/notesSlide" Target="/ppt/notesSlides/notesSlide16.xml" Id="R4ff7cb38ea6a4a8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0f4949307494892" /><Relationship Type="http://schemas.openxmlformats.org/officeDocument/2006/relationships/notesSlide" Target="/ppt/notesSlides/notesSlide17.xml" Id="Rae46f597f58642d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af4722b264040d8" /><Relationship Type="http://schemas.openxmlformats.org/officeDocument/2006/relationships/notesSlide" Target="/ppt/notesSlides/notesSlide18.xml" Id="Rc1e3b682cb69422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1b95c68cf2544ea" /><Relationship Type="http://schemas.openxmlformats.org/officeDocument/2006/relationships/notesSlide" Target="/ppt/notesSlides/notesSlide19.xml" Id="Re06e54e91a25432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a4f49bea0214be9" /><Relationship Type="http://schemas.openxmlformats.org/officeDocument/2006/relationships/notesSlide" Target="/ppt/notesSlides/notesSlide20.xml" Id="R0a2c3af98be14d3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6dc152866864f7c" /><Relationship Type="http://schemas.openxmlformats.org/officeDocument/2006/relationships/notesSlide" Target="/ppt/notesSlides/notesSlide21.xml" Id="R4317188a7ee54dd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03d5a46f7244b02" /><Relationship Type="http://schemas.openxmlformats.org/officeDocument/2006/relationships/notesSlide" Target="/ppt/notesSlides/notesSlide22.xml" Id="R682c9aea911e44a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df2d46b0c594b09" /><Relationship Type="http://schemas.openxmlformats.org/officeDocument/2006/relationships/notesSlide" Target="/ppt/notesSlides/notesSlide23.xml" Id="R49c73d4eeff749e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2d19ccbc4e44b55" /><Relationship Type="http://schemas.openxmlformats.org/officeDocument/2006/relationships/notesSlide" Target="/ppt/notesSlides/notesSlide24.xml" Id="R6d183303046b44b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eb7efe9f483472a" /><Relationship Type="http://schemas.openxmlformats.org/officeDocument/2006/relationships/notesSlide" Target="/ppt/notesSlides/notesSlide25.xml" Id="R6e06a2fa9dcf450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b3248fa556a4f41" /><Relationship Type="http://schemas.openxmlformats.org/officeDocument/2006/relationships/notesSlide" Target="/ppt/notesSlides/notesSlide26.xml" Id="R6bff1c73198946c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2280a62b6724319" /><Relationship Type="http://schemas.openxmlformats.org/officeDocument/2006/relationships/notesSlide" Target="/ppt/notesSlides/notesSlide27.xml" Id="R534aafbfe3044c7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12e7f69aa6744bc" /><Relationship Type="http://schemas.openxmlformats.org/officeDocument/2006/relationships/notesSlide" Target="/ppt/notesSlides/notesSlide28.xml" Id="Rd9cf6a539e984dc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803cdb1f9d34f84" /><Relationship Type="http://schemas.openxmlformats.org/officeDocument/2006/relationships/notesSlide" Target="/ppt/notesSlides/notesSlide29.xml" Id="R30bcbf77eb504c0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bfe388aae3d4da5" /><Relationship Type="http://schemas.openxmlformats.org/officeDocument/2006/relationships/notesSlide" Target="/ppt/notesSlides/notesSlide30.xml" Id="Rc3705037b67247a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01f5d0600b7b443e" /><Relationship Type="http://schemas.openxmlformats.org/officeDocument/2006/relationships/notesSlide" Target="/ppt/notesSlides/notesSlide31.xml" Id="R91fa7d92093344b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4869a64c8914858" /><Relationship Type="http://schemas.openxmlformats.org/officeDocument/2006/relationships/notesSlide" Target="/ppt/notesSlides/notesSlide32.xml" Id="Rb05963e18fb34f7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2f49c0a040543d8" /><Relationship Type="http://schemas.openxmlformats.org/officeDocument/2006/relationships/notesSlide" Target="/ppt/notesSlides/notesSlide33.xml" Id="R3279eee1fd6c4c0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a33c1e0cd3f4178" /><Relationship Type="http://schemas.openxmlformats.org/officeDocument/2006/relationships/notesSlide" Target="/ppt/notesSlides/notesSlide34.xml" Id="R50b932ca014a4cc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087bb2338104240" /><Relationship Type="http://schemas.openxmlformats.org/officeDocument/2006/relationships/notesSlide" Target="/ppt/notesSlides/notesSlide35.xml" Id="Rc0e48ac5bbd4489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1597674ae5c24d73" /><Relationship Type="http://schemas.openxmlformats.org/officeDocument/2006/relationships/notesSlide" Target="/ppt/notesSlides/notesSlide36.xml" Id="R3cefb460f34b41e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d58aa40ef6c24a92" /><Relationship Type="http://schemas.openxmlformats.org/officeDocument/2006/relationships/notesSlide" Target="/ppt/notesSlides/notesSlide37.xml" Id="R806f50966637494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f9defcf88c5c41a8" /><Relationship Type="http://schemas.openxmlformats.org/officeDocument/2006/relationships/notesSlide" Target="/ppt/notesSlides/notesSlide38.xml" Id="Rcf990c40cd3248e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de32649255aa4adf" /><Relationship Type="http://schemas.openxmlformats.org/officeDocument/2006/relationships/notesSlide" Target="/ppt/notesSlides/notesSlide39.xml" Id="R56b5649703824b4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a16b33d3f7c747ec" /><Relationship Type="http://schemas.openxmlformats.org/officeDocument/2006/relationships/notesSlide" Target="/ppt/notesSlides/notesSlide40.xml" Id="R0fa0a25d7c1f424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23ed20586f034ce7" /><Relationship Type="http://schemas.openxmlformats.org/officeDocument/2006/relationships/notesSlide" Target="/ppt/notesSlides/notesSlide41.xml" Id="R237a488cd8ea4c2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81b00abc106442d1" /><Relationship Type="http://schemas.openxmlformats.org/officeDocument/2006/relationships/notesSlide" Target="/ppt/notesSlides/notesSlide42.xml" Id="R7fdc8eca1cef47b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63d404713b145a6" /><Relationship Type="http://schemas.openxmlformats.org/officeDocument/2006/relationships/notesSlide" Target="/ppt/notesSlides/notesSlide43.xml" Id="Rad49e4213bac490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60c6e03010dd417b" /><Relationship Type="http://schemas.openxmlformats.org/officeDocument/2006/relationships/notesSlide" Target="/ppt/notesSlides/notesSlide44.xml" Id="Rb8c02b3eeabc427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17b4116731fe4597" /><Relationship Type="http://schemas.openxmlformats.org/officeDocument/2006/relationships/notesSlide" Target="/ppt/notesSlides/notesSlide45.xml" Id="R0200ca165fa3428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92cbd2683a1455b" /><Relationship Type="http://schemas.openxmlformats.org/officeDocument/2006/relationships/notesSlide" Target="/ppt/notesSlides/notesSlide46.xml" Id="R107fa5e3a7004e4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33597443e164f2a" /><Relationship Type="http://schemas.openxmlformats.org/officeDocument/2006/relationships/notesSlide" Target="/ppt/notesSlides/notesSlide47.xml" Id="R1ec61428fb62435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904754123c884d4b" /><Relationship Type="http://schemas.openxmlformats.org/officeDocument/2006/relationships/notesSlide" Target="/ppt/notesSlides/notesSlide48.xml" Id="R94987ddf670248b6"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dd5f09a930d142d6" /><Relationship Type="http://schemas.openxmlformats.org/officeDocument/2006/relationships/notesSlide" Target="/ppt/notesSlides/notesSlide49.xml" Id="R55468d4e1f374c5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147ccf3f5e8340c4" /><Relationship Type="http://schemas.openxmlformats.org/officeDocument/2006/relationships/notesSlide" Target="/ppt/notesSlides/notesSlide50.xml" Id="R61e7a62c57da4a6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44b2008b140f47d8" /><Relationship Type="http://schemas.openxmlformats.org/officeDocument/2006/relationships/notesSlide" Target="/ppt/notesSlides/notesSlide51.xml" Id="R3c191e36a1f34a9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2343b515d6524d29" /><Relationship Type="http://schemas.openxmlformats.org/officeDocument/2006/relationships/notesSlide" Target="/ppt/notesSlides/notesSlide52.xml" Id="Rb2557f58db99498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115810aba72e441a" /><Relationship Type="http://schemas.openxmlformats.org/officeDocument/2006/relationships/notesSlide" Target="/ppt/notesSlides/notesSlide53.xml" Id="R945fd06184e2456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f4e1334ade804632" /><Relationship Type="http://schemas.openxmlformats.org/officeDocument/2006/relationships/notesSlide" Target="/ppt/notesSlides/notesSlide54.xml" Id="R812101c7bd0f4d7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97a2cfd183e44eb7" /><Relationship Type="http://schemas.openxmlformats.org/officeDocument/2006/relationships/notesSlide" Target="/ppt/notesSlides/notesSlide55.xml" Id="R8080c9768da44f0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3984463826f94e73" /><Relationship Type="http://schemas.openxmlformats.org/officeDocument/2006/relationships/notesSlide" Target="/ppt/notesSlides/notesSlide56.xml" Id="R990184e04aac4ed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a7fecf73618141fb" /><Relationship Type="http://schemas.openxmlformats.org/officeDocument/2006/relationships/notesSlide" Target="/ppt/notesSlides/notesSlide57.xml" Id="R966bdd1396ca443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2418e95ec2084e66" /><Relationship Type="http://schemas.openxmlformats.org/officeDocument/2006/relationships/notesSlide" Target="/ppt/notesSlides/notesSlide58.xml" Id="R4d9a83d3a6db434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d927ce22184d4a84" /><Relationship Type="http://schemas.openxmlformats.org/officeDocument/2006/relationships/notesSlide" Target="/ppt/notesSlides/notesSlide59.xml" Id="R33483186a24b43db"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385d457649d84b67" /><Relationship Type="http://schemas.openxmlformats.org/officeDocument/2006/relationships/notesSlide" Target="/ppt/notesSlides/notesSlide60.xml" Id="Rf097ac03935041fd"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d3e052615fc94b0d" /><Relationship Type="http://schemas.openxmlformats.org/officeDocument/2006/relationships/notesSlide" Target="/ppt/notesSlides/notesSlide61.xml" Id="R5eb667df46f44ce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40baeb6effa64958" /><Relationship Type="http://schemas.openxmlformats.org/officeDocument/2006/relationships/notesSlide" Target="/ppt/notesSlides/notesSlide62.xml" Id="Re9e2220ef0714f4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864f05454a034f91" /><Relationship Type="http://schemas.openxmlformats.org/officeDocument/2006/relationships/notesSlide" Target="/ppt/notesSlides/notesSlide63.xml" Id="R82a9f3744754461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83dace27d4c042bb" /><Relationship Type="http://schemas.openxmlformats.org/officeDocument/2006/relationships/notesSlide" Target="/ppt/notesSlides/notesSlide64.xml" Id="R11272fa1a6224804"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0797b40d978e4cb8" /><Relationship Type="http://schemas.openxmlformats.org/officeDocument/2006/relationships/notesSlide" Target="/ppt/notesSlides/notesSlide65.xml" Id="R3a52a812690a4f60"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99ecf7d402fd41e6" /><Relationship Type="http://schemas.openxmlformats.org/officeDocument/2006/relationships/notesSlide" Target="/ppt/notesSlides/notesSlide66.xml" Id="R896c91d44740469a"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abdd043efa340d0" /><Relationship Type="http://schemas.openxmlformats.org/officeDocument/2006/relationships/notesSlide" Target="/ppt/notesSlides/notesSlide67.xml" Id="R2a7e4dd3208b4d35"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562ac4b98bb44dbc" /><Relationship Type="http://schemas.openxmlformats.org/officeDocument/2006/relationships/notesSlide" Target="/ppt/notesSlides/notesSlide68.xml" Id="Rd157d927fc904fb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13346187ff954517" /><Relationship Type="http://schemas.openxmlformats.org/officeDocument/2006/relationships/notesSlide" Target="/ppt/notesSlides/notesSlide69.xml" Id="Rb9860722cd854882"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0776bd851c53433c" /><Relationship Type="http://schemas.openxmlformats.org/officeDocument/2006/relationships/notesSlide" Target="/ppt/notesSlides/notesSlide70.xml" Id="R62f2b238da464f4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53f0331764f44212" /><Relationship Type="http://schemas.openxmlformats.org/officeDocument/2006/relationships/notesSlide" Target="/ppt/notesSlides/notesSlide71.xml" Id="Rb8ca55512cd34b3f"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8fdcca1cfc6b46d1" /><Relationship Type="http://schemas.openxmlformats.org/officeDocument/2006/relationships/notesSlide" Target="/ppt/notesSlides/notesSlide72.xml" Id="R4fb0c5e413c74668"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a60ed2bb02684aae" /><Relationship Type="http://schemas.openxmlformats.org/officeDocument/2006/relationships/notesSlide" Target="/ppt/notesSlides/notesSlide73.xml" Id="R05354cd54a384791"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1ac0a4e785b74c0a" /><Relationship Type="http://schemas.openxmlformats.org/officeDocument/2006/relationships/notesSlide" Target="/ppt/notesSlides/notesSlide74.xml" Id="R7fc3865bb52b49c6"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021ac5e7e184478a" /><Relationship Type="http://schemas.openxmlformats.org/officeDocument/2006/relationships/notesSlide" Target="/ppt/notesSlides/notesSlide75.xml" Id="Rb3de8c0ba62d4840"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a4d1ac5919564ce0" /><Relationship Type="http://schemas.openxmlformats.org/officeDocument/2006/relationships/notesSlide" Target="/ppt/notesSlides/notesSlide76.xml" Id="R2f6fcb8ac0b64c5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cb8efbffa27242a5" /><Relationship Type="http://schemas.openxmlformats.org/officeDocument/2006/relationships/notesSlide" Target="/ppt/notesSlides/notesSlide77.xml" Id="Rd899e7ee161f4c22"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0301264245f940c1" /><Relationship Type="http://schemas.openxmlformats.org/officeDocument/2006/relationships/notesSlide" Target="/ppt/notesSlides/notesSlide78.xml" Id="Rd2bc9550e1604c08"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06709b24d47d416c" /><Relationship Type="http://schemas.openxmlformats.org/officeDocument/2006/relationships/notesSlide" Target="/ppt/notesSlides/notesSlide79.xml" Id="R55007e3011824ee9"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c686f865bd5f4249" /><Relationship Type="http://schemas.openxmlformats.org/officeDocument/2006/relationships/notesSlide" Target="/ppt/notesSlides/notesSlide80.xml" Id="Raf97d627b9b8404d"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2a30773132414945" /><Relationship Type="http://schemas.openxmlformats.org/officeDocument/2006/relationships/notesSlide" Target="/ppt/notesSlides/notesSlide81.xml" Id="R0a3d5667be3d4e8b"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aa8f1057a60a437a" /><Relationship Type="http://schemas.openxmlformats.org/officeDocument/2006/relationships/notesSlide" Target="/ppt/notesSlides/notesSlide82.xml" Id="R681cf68e3b0c4fa4"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9effc93b89fd4fc6" /><Relationship Type="http://schemas.openxmlformats.org/officeDocument/2006/relationships/notesSlide" Target="/ppt/notesSlides/notesSlide83.xml" Id="Rf7020a95a8634f1c"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ecb4a16d87c644c4" /><Relationship Type="http://schemas.openxmlformats.org/officeDocument/2006/relationships/notesSlide" Target="/ppt/notesSlides/notesSlide84.xml" Id="Ra4c62dbe47154f9e"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56b6ccbab2dd409d" /><Relationship Type="http://schemas.openxmlformats.org/officeDocument/2006/relationships/notesSlide" Target="/ppt/notesSlides/notesSlide85.xml" Id="Rdecc6485e3cd4a76"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a1a4db6f804b486e" /><Relationship Type="http://schemas.openxmlformats.org/officeDocument/2006/relationships/notesSlide" Target="/ppt/notesSlides/notesSlide86.xml" Id="R7a7bee9369764cf4"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b0aca980ac7547a2" /><Relationship Type="http://schemas.openxmlformats.org/officeDocument/2006/relationships/notesSlide" Target="/ppt/notesSlides/notesSlide87.xml" Id="R7274a70473394ddc"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2c5e0186da09408d" /><Relationship Type="http://schemas.openxmlformats.org/officeDocument/2006/relationships/notesSlide" Target="/ppt/notesSlides/notesSlide88.xml" Id="Rb927ca0543c44ccb"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b8d339a160194326" /><Relationship Type="http://schemas.openxmlformats.org/officeDocument/2006/relationships/notesSlide" Target="/ppt/notesSlides/notesSlide89.xml" Id="R4e6c34f942394ef1"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3b83329749f445fe" /><Relationship Type="http://schemas.openxmlformats.org/officeDocument/2006/relationships/notesSlide" Target="/ppt/notesSlides/notesSlide90.xml" Id="Rb0a6ccdd9b6b4d78"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4d5c49c334eb4716" /><Relationship Type="http://schemas.openxmlformats.org/officeDocument/2006/relationships/notesSlide" Target="/ppt/notesSlides/notesSlide91.xml" Id="R33c57b65ba5d4b13"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914a388ab7fa4856" /><Relationship Type="http://schemas.openxmlformats.org/officeDocument/2006/relationships/notesSlide" Target="/ppt/notesSlides/notesSlide92.xml" Id="R2f56a535b8e54889"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fefe221d97ef444f" /><Relationship Type="http://schemas.openxmlformats.org/officeDocument/2006/relationships/notesSlide" Target="/ppt/notesSlides/notesSlide93.xml" Id="R3e0a93cc423942c5"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a0f2437987fc4551" /><Relationship Type="http://schemas.openxmlformats.org/officeDocument/2006/relationships/notesSlide" Target="/ppt/notesSlides/notesSlide94.xml" Id="R60e898b68cc84750"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a514d0c4cb9d465a" /><Relationship Type="http://schemas.openxmlformats.org/officeDocument/2006/relationships/notesSlide" Target="/ppt/notesSlides/notesSlide95.xml" Id="Ra1cfbc910a2d4321"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62914213b0f74aeb" /><Relationship Type="http://schemas.openxmlformats.org/officeDocument/2006/relationships/notesSlide" Target="/ppt/notesSlides/notesSlide96.xml" Id="R425855000b9e4c1b"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15bd65c8e3ce4e27" /><Relationship Type="http://schemas.openxmlformats.org/officeDocument/2006/relationships/notesSlide" Target="/ppt/notesSlides/notesSlide97.xml" Id="R863830648d814d35"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458354cb3bf54bea" /><Relationship Type="http://schemas.openxmlformats.org/officeDocument/2006/relationships/notesSlide" Target="/ppt/notesSlides/notesSlide98.xml" Id="R9b20475b24694aa9"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659739aee4be4f3e" /><Relationship Type="http://schemas.openxmlformats.org/officeDocument/2006/relationships/notesSlide" Target="/ppt/notesSlides/notesSlide99.xml" Id="R7422a71465e24528"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65472d98fcdb4709" /><Relationship Type="http://schemas.openxmlformats.org/officeDocument/2006/relationships/notesSlide" Target="/ppt/notesSlides/notesSlide100.xml" Id="R614bd6cdbdcf4dc5"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b1c747ec0dd74d04" /><Relationship Type="http://schemas.openxmlformats.org/officeDocument/2006/relationships/notesSlide" Target="/ppt/notesSlides/notesSlide101.xml" Id="R4a14e7a90343452a"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7A3EE3-24A2-4A70-AE59-6EF7421F295A}"/>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7B3DBE5D-1B0C-4FB2-861F-5C5D4EDFF4B2}"/>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AI 코드에이전트</a:t>
            </a:r>
          </a:p>
        </p:txBody>
      </p:sp>
      <p:sp>
        <p:nvSpPr>
          <p:cNvPr id="3" name="">
            <a:extLst xmlns:a="http://schemas.openxmlformats.org/drawingml/2006/main">
              <a:ext uri="{FF2B5EF4-FFF2-40B4-BE49-F238E27FC236}">
                <a16:creationId xmlns:a16="http://schemas.microsoft.com/office/drawing/2014/main" id="{75173E18-9236-4F9A-98F1-E69F508218F0}"/>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2026-10-20</a:t>
            </a:r>
          </a:p>
        </p:txBody>
      </p:sp>
      <p:sp>
        <p:nvSpPr>
          <p:cNvPr id="4" name="">
            <a:extLst xmlns:a="http://schemas.openxmlformats.org/drawingml/2006/main">
              <a:ext uri="{FF2B5EF4-FFF2-40B4-BE49-F238E27FC236}">
                <a16:creationId xmlns:a16="http://schemas.microsoft.com/office/drawing/2014/main" id="{4E1424CE-4E70-4FFB-AA08-F19FA8CF66D7}"/>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예제 파일을 고치고 결과를 확인합니다.</a:t>
            </a:r>
          </a:p>
        </p:txBody>
      </p:sp>
      <p:sp>
        <p:nvSpPr>
          <p:cNvPr id="5" name="">
            <a:extLst xmlns:a="http://schemas.openxmlformats.org/drawingml/2006/main">
              <a:ext uri="{FF2B5EF4-FFF2-40B4-BE49-F238E27FC236}">
                <a16:creationId xmlns:a16="http://schemas.microsoft.com/office/drawing/2014/main" id="{D2BA864C-2152-4416-B0F9-F0118ABF6E9E}"/>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50분 수업 6교시로 진행합니다.</a:t>
            </a:r>
          </a:p>
        </p:txBody>
      </p:sp>
      <p:sp>
        <p:nvSpPr>
          <p:cNvPr id="6" name="">
            <a:extLst xmlns:a="http://schemas.openxmlformats.org/drawingml/2006/main">
              <a:ext uri="{FF2B5EF4-FFF2-40B4-BE49-F238E27FC236}">
                <a16:creationId xmlns:a16="http://schemas.microsoft.com/office/drawing/2014/main" id="{5924772A-1038-4AE0-B6D3-40656EBF63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930D823-7F05-42CB-B31B-58AFB05460E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178C84FE-EFA1-4664-9264-748A1AE5D25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30069334"/>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DB82CEC-6DE3-4E7C-8ACD-3D6A5BFA9C8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2026.10.20</a:t>
            </a:r>
          </a:p>
        </p:txBody>
      </p:sp>
      <p:sp>
        <p:nvSpPr>
          <p:cNvPr id="2" name="">
            <a:extLst xmlns:a="http://schemas.openxmlformats.org/drawingml/2006/main">
              <a:ext uri="{FF2B5EF4-FFF2-40B4-BE49-F238E27FC236}">
                <a16:creationId xmlns:a16="http://schemas.microsoft.com/office/drawing/2014/main" id="{8434D081-18CE-4324-9CCD-82B5DD55CAC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실습 파일부터 열어 봅시다</a:t>
            </a:r>
          </a:p>
        </p:txBody>
      </p:sp>
      <p:sp>
        <p:nvSpPr>
          <p:cNvPr id="3" name="">
            <a:extLst xmlns:a="http://schemas.openxmlformats.org/drawingml/2006/main">
              <a:ext uri="{FF2B5EF4-FFF2-40B4-BE49-F238E27FC236}">
                <a16:creationId xmlns:a16="http://schemas.microsoft.com/office/drawing/2014/main" id="{79943E82-5902-484E-BC08-0B39C507A2B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22AF5F4-0845-4BBE-9FD5-F51C00E74FE9}"/>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ZIP을 일반 폴더에 풉니다.</a:t>
            </a:r>
          </a:p>
        </p:txBody>
      </p:sp>
      <p:sp>
        <p:nvSpPr>
          <p:cNvPr id="5" name="">
            <a:extLst xmlns:a="http://schemas.openxmlformats.org/drawingml/2006/main">
              <a:ext uri="{FF2B5EF4-FFF2-40B4-BE49-F238E27FC236}">
                <a16:creationId xmlns:a16="http://schemas.microsoft.com/office/drawing/2014/main" id="{031CC285-85F1-4889-9114-D27E61D5E32C}"/>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D5BCE7A-8033-464B-BED9-B30A6997725C}"/>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C9BFA5E-E82F-42B3-8F70-5A259183F14B}"/>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course의 code·data·work를 찾습니다.</a:t>
            </a:r>
          </a:p>
        </p:txBody>
      </p:sp>
      <p:sp>
        <p:nvSpPr>
          <p:cNvPr id="8" name="">
            <a:extLst xmlns:a="http://schemas.openxmlformats.org/drawingml/2006/main">
              <a:ext uri="{FF2B5EF4-FFF2-40B4-BE49-F238E27FC236}">
                <a16:creationId xmlns:a16="http://schemas.microsoft.com/office/drawing/2014/main" id="{BE1DCF19-7A86-4FF2-A420-6FA6B1614B4D}"/>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76A512-6DF0-4C86-AEDA-4C5E79136965}"/>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529E494-8EE4-4027-ACE1-64B320EBC491}"/>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work만 수정하고 원본을 보존합니다.</a:t>
            </a:r>
          </a:p>
        </p:txBody>
      </p:sp>
      <p:sp>
        <p:nvSpPr>
          <p:cNvPr id="11" name="">
            <a:extLst xmlns:a="http://schemas.openxmlformats.org/drawingml/2006/main">
              <a:ext uri="{FF2B5EF4-FFF2-40B4-BE49-F238E27FC236}">
                <a16:creationId xmlns:a16="http://schemas.microsoft.com/office/drawing/2014/main" id="{B7C0E317-3097-4E60-B8CB-FD165F59C54B}"/>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7273C0D-CF18-439B-B85E-2CD6BD4070C5}"/>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61253B25-280F-4C1B-AA5D-BEDC6B457894}"/>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저장과 실행을 구별합니다.</a:t>
            </a:r>
          </a:p>
        </p:txBody>
      </p:sp>
      <p:sp>
        <p:nvSpPr>
          <p:cNvPr id="14" name="">
            <a:extLst xmlns:a="http://schemas.openxmlformats.org/drawingml/2006/main">
              <a:ext uri="{FF2B5EF4-FFF2-40B4-BE49-F238E27FC236}">
                <a16:creationId xmlns:a16="http://schemas.microsoft.com/office/drawing/2014/main" id="{A0137B1B-71AA-457C-9965-944F21A4BD1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E6EBF23-E8D9-46D5-BEC6-3609D30AE03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6" name="">
            <a:extLst xmlns:a="http://schemas.openxmlformats.org/drawingml/2006/main">
              <a:ext uri="{FF2B5EF4-FFF2-40B4-BE49-F238E27FC236}">
                <a16:creationId xmlns:a16="http://schemas.microsoft.com/office/drawing/2014/main" id="{0614396C-7E7F-489D-8DC9-A062E118DD1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1064279112"/>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1E1DA08-1967-4908-9043-2537F766866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2026.10.20</a:t>
            </a:r>
          </a:p>
        </p:txBody>
      </p:sp>
      <p:sp>
        <p:nvSpPr>
          <p:cNvPr id="2" name="">
            <a:extLst xmlns:a="http://schemas.openxmlformats.org/drawingml/2006/main">
              <a:ext uri="{FF2B5EF4-FFF2-40B4-BE49-F238E27FC236}">
                <a16:creationId xmlns:a16="http://schemas.microsoft.com/office/drawing/2014/main" id="{9099298C-AB5E-4646-B984-4DB27E27A22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결과를 어떻게 확인했나요?</a:t>
            </a:r>
          </a:p>
        </p:txBody>
      </p:sp>
      <p:sp>
        <p:nvSpPr>
          <p:cNvPr id="3" name="">
            <a:extLst xmlns:a="http://schemas.openxmlformats.org/drawingml/2006/main">
              <a:ext uri="{FF2B5EF4-FFF2-40B4-BE49-F238E27FC236}">
                <a16:creationId xmlns:a16="http://schemas.microsoft.com/office/drawing/2014/main" id="{410B9C91-D3A0-48BE-9452-C56BD354E8B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637F9A7-F065-4B16-8E5B-849AB500C422}"/>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직접 실행했는지, 시연을 봤는지 적습니다.</a:t>
            </a:r>
          </a:p>
        </p:txBody>
      </p:sp>
      <p:sp>
        <p:nvSpPr>
          <p:cNvPr id="5" name="">
            <a:extLst xmlns:a="http://schemas.openxmlformats.org/drawingml/2006/main">
              <a:ext uri="{FF2B5EF4-FFF2-40B4-BE49-F238E27FC236}">
                <a16:creationId xmlns:a16="http://schemas.microsoft.com/office/drawing/2014/main" id="{FA96C492-1707-4363-9295-736300016C03}"/>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EA2049D-0CF7-4ADB-8B7D-0E1454B7492B}"/>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CB3E532-8E05-4D68-BE1C-BD43BE226DEE}"/>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 전에 넣을 값과 나올 결과를 적습니다.</a:t>
            </a:r>
          </a:p>
        </p:txBody>
      </p:sp>
      <p:sp>
        <p:nvSpPr>
          <p:cNvPr id="8" name="">
            <a:extLst xmlns:a="http://schemas.openxmlformats.org/drawingml/2006/main">
              <a:ext uri="{FF2B5EF4-FFF2-40B4-BE49-F238E27FC236}">
                <a16:creationId xmlns:a16="http://schemas.microsoft.com/office/drawing/2014/main" id="{453EAE55-7936-4D31-9439-061C9F83CB31}"/>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E6AF9ED-CFFD-492B-A7B0-13EEFB7956E9}"/>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8BD71C0-9926-4A82-8C86-B2C0A76C560D}"/>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결과를 적고, 예상과 다른 곳을 찾습니다.</a:t>
            </a:r>
          </a:p>
        </p:txBody>
      </p:sp>
      <p:sp>
        <p:nvSpPr>
          <p:cNvPr id="11" name="">
            <a:extLst xmlns:a="http://schemas.openxmlformats.org/drawingml/2006/main">
              <a:ext uri="{FF2B5EF4-FFF2-40B4-BE49-F238E27FC236}">
                <a16:creationId xmlns:a16="http://schemas.microsoft.com/office/drawing/2014/main" id="{C10BFE5E-3DFC-4CDC-804B-78D151A26034}"/>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8C4897A-1F8C-46A0-BDCA-8FC18A06DBCE}"/>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933CCC77-7BE9-4712-BFD8-A85C152A9040}"/>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코드를 읽고 계산했다면 그 방법도 적습니다.</a:t>
            </a:r>
          </a:p>
        </p:txBody>
      </p:sp>
      <p:sp>
        <p:nvSpPr>
          <p:cNvPr id="14" name="">
            <a:extLst xmlns:a="http://schemas.openxmlformats.org/drawingml/2006/main">
              <a:ext uri="{FF2B5EF4-FFF2-40B4-BE49-F238E27FC236}">
                <a16:creationId xmlns:a16="http://schemas.microsoft.com/office/drawing/2014/main" id="{D48AA196-0EA4-4404-8D02-5735E204AFB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A834390-5424-4556-8F52-25C539E0676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6" name="">
            <a:extLst xmlns:a="http://schemas.openxmlformats.org/drawingml/2006/main">
              <a:ext uri="{FF2B5EF4-FFF2-40B4-BE49-F238E27FC236}">
                <a16:creationId xmlns:a16="http://schemas.microsoft.com/office/drawing/2014/main" id="{46631C33-9A69-404F-81DD-325AA2538B2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618183220"/>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2388C04-12C9-414B-ABD3-5122AA2FB8E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2026.10.20</a:t>
            </a:r>
          </a:p>
        </p:txBody>
      </p:sp>
      <p:sp>
        <p:nvSpPr>
          <p:cNvPr id="2" name="">
            <a:extLst xmlns:a="http://schemas.openxmlformats.org/drawingml/2006/main">
              <a:ext uri="{FF2B5EF4-FFF2-40B4-BE49-F238E27FC236}">
                <a16:creationId xmlns:a16="http://schemas.microsoft.com/office/drawing/2014/main" id="{7AA01BD8-B566-4A41-83F8-A0313484FFB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수업과 추가 복습</a:t>
            </a:r>
          </a:p>
        </p:txBody>
      </p:sp>
      <p:sp>
        <p:nvSpPr>
          <p:cNvPr id="3" name="">
            <a:extLst xmlns:a="http://schemas.openxmlformats.org/drawingml/2006/main">
              <a:ext uri="{FF2B5EF4-FFF2-40B4-BE49-F238E27FC236}">
                <a16:creationId xmlns:a16="http://schemas.microsoft.com/office/drawing/2014/main" id="{A50A4683-46A7-4292-822A-740A44C1AC1B}"/>
              </a:ext>
            </a:extLst>
          </p:cNvPr>
          <p:cNvSpPr>
            <a:spLocks xmlns:a="http://schemas.openxmlformats.org/drawingml/2006/main" noGrp="1"/>
          </p:cNvSpPr>
          <p:nvPr/>
        </p:nvSpPr>
        <p:spPr>
          <a:xfrm xmlns:a="http://schemas.openxmlformats.org/drawingml/2006/main">
            <a:off x="609600" y="254317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10:00~17:00에 수업과 휴식을 진행합니다.</a:t>
            </a:r>
          </a:p>
        </p:txBody>
      </p:sp>
      <p:sp>
        <p:nvSpPr>
          <p:cNvPr id="4" name="">
            <a:extLst xmlns:a="http://schemas.openxmlformats.org/drawingml/2006/main">
              <a:ext uri="{FF2B5EF4-FFF2-40B4-BE49-F238E27FC236}">
                <a16:creationId xmlns:a16="http://schemas.microsoft.com/office/drawing/2014/main" id="{7BFA1673-3F8A-4E8A-9235-71376CC02EE0}"/>
              </a:ext>
            </a:extLst>
          </p:cNvPr>
          <p:cNvSpPr>
            <a:spLocks xmlns:a="http://schemas.openxmlformats.org/drawingml/2006/main" noGrp="1"/>
          </p:cNvSpPr>
          <p:nvPr/>
        </p:nvSpPr>
        <p:spPr>
          <a:xfrm xmlns:a="http://schemas.openxmlformats.org/drawingml/2006/main">
            <a:off x="609600" y="34385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중식은 11:50~13:00입니다.</a:t>
            </a:r>
          </a:p>
        </p:txBody>
      </p:sp>
      <p:sp>
        <p:nvSpPr>
          <p:cNvPr id="5" name="">
            <a:extLst xmlns:a="http://schemas.openxmlformats.org/drawingml/2006/main">
              <a:ext uri="{FF2B5EF4-FFF2-40B4-BE49-F238E27FC236}">
                <a16:creationId xmlns:a16="http://schemas.microsoft.com/office/drawing/2014/main" id="{BBAC6DD1-2B2A-4F5D-900A-5BCFE1BAC878}"/>
              </a:ext>
            </a:extLst>
          </p:cNvPr>
          <p:cNvSpPr>
            <a:spLocks xmlns:a="http://schemas.openxmlformats.org/drawingml/2006/main" noGrp="1"/>
          </p:cNvSpPr>
          <p:nvPr/>
        </p:nvSpPr>
        <p:spPr>
          <a:xfrm xmlns:a="http://schemas.openxmlformats.org/drawingml/2006/main">
            <a:off x="609600" y="433387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활동을 마치면 추가 문제를 풀어 봅니다.</a:t>
            </a:r>
          </a:p>
        </p:txBody>
      </p:sp>
      <p:sp>
        <p:nvSpPr>
          <p:cNvPr id="6" name="">
            <a:extLst xmlns:a="http://schemas.openxmlformats.org/drawingml/2006/main">
              <a:ext uri="{FF2B5EF4-FFF2-40B4-BE49-F238E27FC236}">
                <a16:creationId xmlns:a16="http://schemas.microsoft.com/office/drawing/2014/main" id="{E16E6E33-8760-44FD-8AD4-AE42A661E8DB}"/>
              </a:ext>
            </a:extLst>
          </p:cNvPr>
          <p:cNvSpPr>
            <a:spLocks xmlns:a="http://schemas.openxmlformats.org/drawingml/2006/main" noGrp="1"/>
          </p:cNvSpPr>
          <p:nvPr/>
        </p:nvSpPr>
        <p:spPr>
          <a:xfrm xmlns:a="http://schemas.openxmlformats.org/drawingml/2006/main">
            <a:off x="609600" y="5229225"/>
            <a:ext cx="10972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 문제는 수업 뒤에도 이어서 풀 수 있습니다.</a:t>
            </a:r>
          </a:p>
        </p:txBody>
      </p:sp>
      <p:sp>
        <p:nvSpPr>
          <p:cNvPr id="7" name="">
            <a:extLst xmlns:a="http://schemas.openxmlformats.org/drawingml/2006/main">
              <a:ext uri="{FF2B5EF4-FFF2-40B4-BE49-F238E27FC236}">
                <a16:creationId xmlns:a16="http://schemas.microsoft.com/office/drawing/2014/main" id="{2F0E0269-067E-4CB7-9EE7-FAE38EDC22A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7C64AAC-CEAF-4583-B007-7D217BA3076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0147AEE5-1AA5-4A4A-A44A-F8E2D419736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163407652"/>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94BEFA-E028-4B75-A4B9-0F3B95D2143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494E1F-B4F7-4A90-A58C-3204EFB7940E}"/>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6FBD44FD-5264-4FBC-A85B-F10AF0F71CC9}"/>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298736DE-A21A-4A77-9963-2F158B16028F}"/>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작업을 맡기는 방법</a:t>
            </a:r>
          </a:p>
        </p:txBody>
      </p:sp>
      <p:sp>
        <p:nvSpPr>
          <p:cNvPr id="5" name="">
            <a:extLst xmlns:a="http://schemas.openxmlformats.org/drawingml/2006/main">
              <a:ext uri="{FF2B5EF4-FFF2-40B4-BE49-F238E27FC236}">
                <a16:creationId xmlns:a16="http://schemas.microsoft.com/office/drawing/2014/main" id="{84595FEF-7D5A-4643-98B3-A34830BDBA35}"/>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A8467AC-561E-403E-BB50-66DE70F6265B}"/>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2C0D194D-9E77-4F0D-A706-8F9523E1C6FE}"/>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5EC51916-7055-4477-B146-5849DBC5BA04}"/>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242C4047-DB9D-4726-999B-0CE79CEE10F5}"/>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2026.10.20</a:t>
            </a:r>
          </a:p>
        </p:txBody>
      </p:sp>
      <p:sp>
        <p:nvSpPr>
          <p:cNvPr id="10" name="">
            <a:extLst xmlns:a="http://schemas.openxmlformats.org/drawingml/2006/main">
              <a:ext uri="{FF2B5EF4-FFF2-40B4-BE49-F238E27FC236}">
                <a16:creationId xmlns:a16="http://schemas.microsoft.com/office/drawing/2014/main" id="{3EEDC745-CF71-444C-9A8E-3E228282C357}"/>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2102560927"/>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D862C4-452C-4D89-9078-B53B8DA9416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84B7CA0-39C6-461A-BC45-6E9605F3F5E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AI가 할 수 있는 일과 맡길 일</a:t>
            </a:r>
          </a:p>
        </p:txBody>
      </p:sp>
      <p:sp>
        <p:nvSpPr>
          <p:cNvPr id="3" name="">
            <a:extLst xmlns:a="http://schemas.openxmlformats.org/drawingml/2006/main">
              <a:ext uri="{FF2B5EF4-FFF2-40B4-BE49-F238E27FC236}">
                <a16:creationId xmlns:a16="http://schemas.microsoft.com/office/drawing/2014/main" id="{5B8C5846-1CEA-4940-ABB2-958C533B86E2}"/>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도구가 실행할 수 있어도 모두 허용하지 않습니다.</a:t>
            </a:r>
          </a:p>
        </p:txBody>
      </p:sp>
      <p:sp>
        <p:nvSpPr>
          <p:cNvPr id="4" name="">
            <a:extLst xmlns:a="http://schemas.openxmlformats.org/drawingml/2006/main">
              <a:ext uri="{FF2B5EF4-FFF2-40B4-BE49-F238E27FC236}">
                <a16:creationId xmlns:a16="http://schemas.microsoft.com/office/drawing/2014/main" id="{914655ED-A0F5-4EF3-83D7-5ABDBCA12D40}"/>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 작업에 필요한 가상 자료만 건넵니다.</a:t>
            </a:r>
          </a:p>
        </p:txBody>
      </p:sp>
      <p:sp>
        <p:nvSpPr>
          <p:cNvPr id="5" name="">
            <a:extLst xmlns:a="http://schemas.openxmlformats.org/drawingml/2006/main">
              <a:ext uri="{FF2B5EF4-FFF2-40B4-BE49-F238E27FC236}">
                <a16:creationId xmlns:a16="http://schemas.microsoft.com/office/drawing/2014/main" id="{F2FF7D1B-F616-4852-AD6C-6C9A9D3A06E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2C34663-56BD-4A50-B9A0-1C216971942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9B5E8CA6-A3E1-4AA5-B603-F4255C06C13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1435299906"/>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EE7E0C-7046-46A3-8179-AF4D43A712B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6023FBA-7B22-4391-9478-EA2D006C2DB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A01  AI와 사람의 역할</a:t>
            </a:r>
          </a:p>
        </p:txBody>
      </p:sp>
      <p:sp>
        <p:nvSpPr>
          <p:cNvPr id="3" name="">
            <a:extLst xmlns:a="http://schemas.openxmlformats.org/drawingml/2006/main">
              <a:ext uri="{FF2B5EF4-FFF2-40B4-BE49-F238E27FC236}">
                <a16:creationId xmlns:a16="http://schemas.microsoft.com/office/drawing/2014/main" id="{A986E99D-AE57-4C79-8543-85AF315A8CA0}"/>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836A3E1-C143-453A-A1DC-B0EB1C1E943B}"/>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AI 도구는 </a:t>
            </a:r>
            <a:r>
              <a:rPr b="1">
                <a:solidFill>
                  <a:srgbClr val="002FA7"/>
                </a:solidFill>
              </a:rPr>
              <a:t>허용된 파일과 명령</a:t>
            </a:r>
            <a:r>
              <a:t>을 사용합니다.</a:t>
            </a:r>
          </a:p>
        </p:txBody>
      </p:sp>
      <p:sp>
        <p:nvSpPr>
          <p:cNvPr id="5" name="">
            <a:extLst xmlns:a="http://schemas.openxmlformats.org/drawingml/2006/main">
              <a:ext uri="{FF2B5EF4-FFF2-40B4-BE49-F238E27FC236}">
                <a16:creationId xmlns:a16="http://schemas.microsoft.com/office/drawing/2014/main" id="{2108CDAA-F546-4ABC-BC9D-AE5ACE4E465E}"/>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사람은 </a:t>
            </a:r>
            <a:r>
              <a:rPr b="1">
                <a:solidFill>
                  <a:srgbClr val="002FA7"/>
                </a:solidFill>
              </a:rPr>
              <a:t>업무 규칙</a:t>
            </a:r>
            <a:r>
              <a:t>과 확인 범위를 결정합니다.</a:t>
            </a:r>
          </a:p>
        </p:txBody>
      </p:sp>
      <p:sp>
        <p:nvSpPr>
          <p:cNvPr id="6" name="">
            <a:extLst xmlns:a="http://schemas.openxmlformats.org/drawingml/2006/main">
              <a:ext uri="{FF2B5EF4-FFF2-40B4-BE49-F238E27FC236}">
                <a16:creationId xmlns:a16="http://schemas.microsoft.com/office/drawing/2014/main" id="{8682B998-8DF5-4881-B0A1-22C2EBCC551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B508CD8-1A4B-4015-88FF-438F98DE8F5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65EE635A-DE88-472E-B9C8-18C9E934578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675271169"/>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C73B4E-C990-4117-9C15-5FCD8320147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E57E287-BF2D-4F40-B42A-F89F67ACA76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AI와 사람의 역할의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3429000"/>
                <a:gridCol w="7543800"/>
              </a:tblGrid>
              <a:tr h="733425">
                <a:tc>
                  <a:txBody>
                    <a:bodyPr wrap="square"/>
                    <a:lstStyle/>
                    <a:p>
                      <a:pPr>
                        <a:lnSpc>
                          <a:spcPct val="94000"/>
                        </a:lnSpc>
                        <a:buNone/>
                      </a:pPr>
                      <a:r>
                        <a:rPr sz="2100" b="1">
                          <a:solidFill>
                            <a:srgbClr val="FFFFFF"/>
                          </a:solidFill>
                          <a:latin typeface="Noto Sans KR"/>
                          <a:ea typeface="Noto Sans KR"/>
                          <a:cs typeface="Noto Sans KR"/>
                        </a:rPr>
                        <a:t>역할</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맡는 일</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AI</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읽기·수정·실행</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사람</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요구·권한·검토</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오늘</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제공 응답 비교</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AFEB8DC5-00F4-4DEF-B2A5-C6671034B8EF}"/>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실제 모델·유료 API 호출은 없습니다.</a:t>
            </a:r>
          </a:p>
        </p:txBody>
      </p:sp>
      <p:sp>
        <p:nvSpPr>
          <p:cNvPr id="5" name="">
            <a:extLst xmlns:a="http://schemas.openxmlformats.org/drawingml/2006/main">
              <a:ext uri="{FF2B5EF4-FFF2-40B4-BE49-F238E27FC236}">
                <a16:creationId xmlns:a16="http://schemas.microsoft.com/office/drawing/2014/main" id="{3C388CCC-AA23-4DFC-B3C7-28C5754A462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049F597-5085-460B-B33F-591289BEB28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16D40FB8-FE4A-4827-B6B7-C252B974435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518150598"/>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FAF790A-84E4-4CBD-9FDD-41D374128F2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93C3D23-647E-4B10-BBFA-8B77F0F2044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실행과 완료</a:t>
            </a:r>
          </a:p>
        </p:txBody>
      </p:sp>
      <p:sp>
        <p:nvSpPr>
          <p:cNvPr id="3" name="">
            <a:extLst xmlns:a="http://schemas.openxmlformats.org/drawingml/2006/main">
              <a:ext uri="{FF2B5EF4-FFF2-40B4-BE49-F238E27FC236}">
                <a16:creationId xmlns:a16="http://schemas.microsoft.com/office/drawing/2014/main" id="{98AAAD7B-0BC9-4934-AF84-EAE92CB25F8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코드 생성</a:t>
            </a:r>
          </a:p>
        </p:txBody>
      </p:sp>
      <p:sp>
        <p:nvSpPr>
          <p:cNvPr id="4" name="">
            <a:extLst xmlns:a="http://schemas.openxmlformats.org/drawingml/2006/main">
              <a:ext uri="{FF2B5EF4-FFF2-40B4-BE49-F238E27FC236}">
                <a16:creationId xmlns:a16="http://schemas.microsoft.com/office/drawing/2014/main" id="{7F00BD55-E723-470B-93F0-6A9494D4470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0F4D69-D502-4473-9D37-3FEED99E63B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코드 생성</a:t>
            </a:r>
            <a:r>
              <a:t>과 </a:t>
            </a:r>
            <a:r>
              <a:rPr b="1">
                <a:solidFill>
                  <a:srgbClr val="002FA7"/>
                </a:solidFill>
              </a:rPr>
              <a:t>실제 실행</a:t>
            </a:r>
            <a:r>
              <a:t>은 서로 다릅니다.</a:t>
            </a:r>
          </a:p>
        </p:txBody>
      </p:sp>
      <p:sp>
        <p:nvSpPr>
          <p:cNvPr id="6" name="">
            <a:extLst xmlns:a="http://schemas.openxmlformats.org/drawingml/2006/main">
              <a:ext uri="{FF2B5EF4-FFF2-40B4-BE49-F238E27FC236}">
                <a16:creationId xmlns:a16="http://schemas.microsoft.com/office/drawing/2014/main" id="{BC634FB6-6CFF-472A-8761-C6A9554EC9B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 성공 뒤에도 요구를 확인합니다.</a:t>
            </a:r>
          </a:p>
        </p:txBody>
      </p:sp>
      <p:sp>
        <p:nvSpPr>
          <p:cNvPr id="7" name="">
            <a:extLst xmlns:a="http://schemas.openxmlformats.org/drawingml/2006/main">
              <a:ext uri="{FF2B5EF4-FFF2-40B4-BE49-F238E27FC236}">
                <a16:creationId xmlns:a16="http://schemas.microsoft.com/office/drawing/2014/main" id="{4A1B68C0-8682-48C0-A923-D180D3B27C6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F57A19F-B72C-4E88-874E-8E5B0ABE4F6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8FE7A954-FC0F-4F3C-88B2-DD5DF874723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1477807068"/>
      </p:ext>
    </p:extLst>
  </p:cSld>
</p:sld>
</file>

<file path=ppt/slides/slide1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F175AA-80DB-4E48-97A3-4E16BAD8731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C475E7B2-2D75-49FC-BD52-25482AF52F7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맡길 범위</a:t>
            </a:r>
          </a:p>
        </p:txBody>
      </p:sp>
      <p:sp>
        <p:nvSpPr>
          <p:cNvPr id="3" name="">
            <a:extLst xmlns:a="http://schemas.openxmlformats.org/drawingml/2006/main">
              <a:ext uri="{FF2B5EF4-FFF2-40B4-BE49-F238E27FC236}">
                <a16:creationId xmlns:a16="http://schemas.microsoft.com/office/drawing/2014/main" id="{4C40FC9D-8BC4-4120-8D4E-C58B1E483BB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한 함수 수정에 허용할 행동을 적어 보세요.</a:t>
            </a:r>
          </a:p>
        </p:txBody>
      </p:sp>
      <p:sp>
        <p:nvSpPr>
          <p:cNvPr id="4" name="">
            <a:extLst xmlns:a="http://schemas.openxmlformats.org/drawingml/2006/main">
              <a:ext uri="{FF2B5EF4-FFF2-40B4-BE49-F238E27FC236}">
                <a16:creationId xmlns:a16="http://schemas.microsoft.com/office/drawing/2014/main" id="{F9B23771-7A8F-4C4E-8DF6-EB3D7B898CB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9168C6-6638-46BE-AA7E-A670178A2BA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49433040-7E1A-40DC-A272-A8C665473AC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010</a:t>
            </a:r>
          </a:p>
        </p:txBody>
      </p:sp>
    </p:spTree>
    <p:extLst>
      <p:ext uri="{BB962C8B-B14F-4D97-AF65-F5344CB8AC3E}">
        <p14:creationId xmlns:p14="http://schemas.microsoft.com/office/powerpoint/2010/main" val="192308122"/>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398E4C-88C3-4325-B816-00209381733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7092F368-6C5A-4F89-B41B-4C8355CC9A0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A02  작은 작업의 범위</a:t>
            </a:r>
          </a:p>
        </p:txBody>
      </p:sp>
      <p:sp>
        <p:nvSpPr>
          <p:cNvPr id="3" name="">
            <a:extLst xmlns:a="http://schemas.openxmlformats.org/drawingml/2006/main">
              <a:ext uri="{FF2B5EF4-FFF2-40B4-BE49-F238E27FC236}">
                <a16:creationId xmlns:a16="http://schemas.microsoft.com/office/drawing/2014/main" id="{7A7CDB3A-DA74-4818-8814-4A47BB80F0A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D09D353-2817-47D0-AA19-F09B5B6142D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work/classifier.py의 </a:t>
            </a:r>
            <a:r>
              <a:rPr b="1">
                <a:solidFill>
                  <a:srgbClr val="002FA7"/>
                </a:solidFill>
              </a:rPr>
              <a:t>classify</a:t>
            </a:r>
            <a:r>
              <a:t>를 고칩니다.</a:t>
            </a:r>
          </a:p>
        </p:txBody>
      </p:sp>
      <p:sp>
        <p:nvSpPr>
          <p:cNvPr id="5" name="">
            <a:extLst xmlns:a="http://schemas.openxmlformats.org/drawingml/2006/main">
              <a:ext uri="{FF2B5EF4-FFF2-40B4-BE49-F238E27FC236}">
                <a16:creationId xmlns:a16="http://schemas.microsoft.com/office/drawing/2014/main" id="{A2A2205E-9E6B-4E5D-8963-7E8FAD0F2F1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EFA8751-9AC1-4354-B8A0-C754777D443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8A09BF1-65EE-465D-88E2-140DCBE283F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함수 이름과 </a:t>
            </a:r>
            <a:r>
              <a:rPr b="1">
                <a:solidFill>
                  <a:srgbClr val="002FA7"/>
                </a:solidFill>
              </a:rPr>
              <a:t>기본 기준 28</a:t>
            </a:r>
            <a:r>
              <a:t>을 유지합니다.</a:t>
            </a:r>
          </a:p>
        </p:txBody>
      </p:sp>
      <p:sp>
        <p:nvSpPr>
          <p:cNvPr id="8" name="">
            <a:extLst xmlns:a="http://schemas.openxmlformats.org/drawingml/2006/main">
              <a:ext uri="{FF2B5EF4-FFF2-40B4-BE49-F238E27FC236}">
                <a16:creationId xmlns:a16="http://schemas.microsoft.com/office/drawing/2014/main" id="{C0B9244D-D73E-41E6-9938-29C25D7BCBE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A5A06BA-0E2A-4981-BA02-FDA05DDAA34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62461A00-AB8E-45E1-80AA-68D84CCEF83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1793874290"/>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4C2CE7-654D-4BE4-B66C-703F7577300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06E484AB-5FF6-4872-8993-8110C32B704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작은 작업의 범위의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4620126"/>
                <a:gridCol w="6352674"/>
              </a:tblGrid>
              <a:tr h="733425">
                <a:tc>
                  <a:txBody>
                    <a:bodyPr wrap="square"/>
                    <a:lstStyle/>
                    <a:p>
                      <a:pPr>
                        <a:lnSpc>
                          <a:spcPct val="94000"/>
                        </a:lnSpc>
                        <a:buNone/>
                      </a:pPr>
                      <a:r>
                        <a:rPr sz="2100" b="1">
                          <a:solidFill>
                            <a:srgbClr val="FFFFFF"/>
                          </a:solidFill>
                          <a:latin typeface="Noto Sans KR"/>
                          <a:ea typeface="Noto Sans KR"/>
                          <a:cs typeface="Noto Sans KR"/>
                        </a:rPr>
                        <a:t>바꿀 것</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유지할 것</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경계 비교</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함수 이름</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누락 처리</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기본 기준 28</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입력 검사</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반환 문자열</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38149AB3-589F-4D3B-AEA8-CF2678910394}"/>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검사 기대를 후보에 맞춰 바꾸지 않습니다.</a:t>
            </a:r>
          </a:p>
        </p:txBody>
      </p:sp>
      <p:sp>
        <p:nvSpPr>
          <p:cNvPr id="5" name="">
            <a:extLst xmlns:a="http://schemas.openxmlformats.org/drawingml/2006/main">
              <a:ext uri="{FF2B5EF4-FFF2-40B4-BE49-F238E27FC236}">
                <a16:creationId xmlns:a16="http://schemas.microsoft.com/office/drawing/2014/main" id="{9E5609C2-5EFF-4A64-A82A-92F0F841D0C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07FCC23-A521-4F5A-A79D-2BD3426779E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4B3B58E6-4161-4299-98E8-94EFAE6F1DE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679986321"/>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FD35ED0-A3BA-4790-90D5-63A847285AB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8FA310A-59E8-47D8-8AC5-90CB364F823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요청한 곳만 고쳤나요?</a:t>
            </a:r>
          </a:p>
        </p:txBody>
      </p:sp>
      <p:sp>
        <p:nvSpPr>
          <p:cNvPr id="3" name="">
            <a:extLst xmlns:a="http://schemas.openxmlformats.org/drawingml/2006/main">
              <a:ext uri="{FF2B5EF4-FFF2-40B4-BE49-F238E27FC236}">
                <a16:creationId xmlns:a16="http://schemas.microsoft.com/office/drawing/2014/main" id="{FEB1F978-4FD3-4F8E-BBDF-9D13CF0BF74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5118CD8-9A79-4F60-9E6A-5FE3D231059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어느 파일의 어느 줄을 왜 고쳤는지 적습니다.</a:t>
            </a:r>
          </a:p>
        </p:txBody>
      </p:sp>
      <p:sp>
        <p:nvSpPr>
          <p:cNvPr id="5" name="">
            <a:extLst xmlns:a="http://schemas.openxmlformats.org/drawingml/2006/main">
              <a:ext uri="{FF2B5EF4-FFF2-40B4-BE49-F238E27FC236}">
                <a16:creationId xmlns:a16="http://schemas.microsoft.com/office/drawing/2014/main" id="{E0E4876A-5B0D-4CCA-A237-D91C16E45D0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A8F6062-2281-444C-B123-DAC0675FE16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FC644ED-6D4F-40F5-BDAF-B2FE673489F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요청하지 않은 곳도 바뀌었는지 확인합니다.</a:t>
            </a:r>
          </a:p>
        </p:txBody>
      </p:sp>
      <p:sp>
        <p:nvSpPr>
          <p:cNvPr id="8" name="">
            <a:extLst xmlns:a="http://schemas.openxmlformats.org/drawingml/2006/main">
              <a:ext uri="{FF2B5EF4-FFF2-40B4-BE49-F238E27FC236}">
                <a16:creationId xmlns:a16="http://schemas.microsoft.com/office/drawing/2014/main" id="{F5B199B6-12B4-4A65-8E1D-B36D6E95F5B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A5146A1-CF21-4D00-A954-59235CAE87B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C4AD7FBB-44AF-4D91-99E1-B4C1267BFE2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718775761"/>
      </p:ext>
    </p:extLst>
  </p:cSld>
</p:sld>
</file>

<file path=ppt/slides/slide1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1778FA-FD6D-4BB5-A2B7-991E883234A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2899EB45-878C-4F0E-B815-F2D8CDF3C4B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검사를 바꾸는 제안</a:t>
            </a:r>
          </a:p>
        </p:txBody>
      </p:sp>
      <p:sp>
        <p:nvSpPr>
          <p:cNvPr id="3" name="">
            <a:extLst xmlns:a="http://schemas.openxmlformats.org/drawingml/2006/main">
              <a:ext uri="{FF2B5EF4-FFF2-40B4-BE49-F238E27FC236}">
                <a16:creationId xmlns:a16="http://schemas.microsoft.com/office/drawing/2014/main" id="{7AE68CAE-DE08-409E-BB43-A9788046741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AI가 기대 결과를 고쳐 통과시키자고 합니다.</a:t>
            </a:r>
          </a:p>
        </p:txBody>
      </p:sp>
      <p:sp>
        <p:nvSpPr>
          <p:cNvPr id="4" name="">
            <a:extLst xmlns:a="http://schemas.openxmlformats.org/drawingml/2006/main">
              <a:ext uri="{FF2B5EF4-FFF2-40B4-BE49-F238E27FC236}">
                <a16:creationId xmlns:a16="http://schemas.microsoft.com/office/drawing/2014/main" id="{41312C91-F539-4F83-A488-4E443C82F742}"/>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 제안을 어떻게 검토하나요?</a:t>
            </a:r>
          </a:p>
        </p:txBody>
      </p:sp>
      <p:sp>
        <p:nvSpPr>
          <p:cNvPr id="5" name="">
            <a:extLst xmlns:a="http://schemas.openxmlformats.org/drawingml/2006/main">
              <a:ext uri="{FF2B5EF4-FFF2-40B4-BE49-F238E27FC236}">
                <a16:creationId xmlns:a16="http://schemas.microsoft.com/office/drawing/2014/main" id="{24CACDD0-BC17-48BD-A380-B2320F2F453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11CB989-6691-43CA-BE21-E59846120C9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D4DE41E3-4E34-4EE3-AC93-4DA48487BA4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014</a:t>
            </a:r>
          </a:p>
        </p:txBody>
      </p:sp>
    </p:spTree>
    <p:extLst>
      <p:ext uri="{BB962C8B-B14F-4D97-AF65-F5344CB8AC3E}">
        <p14:creationId xmlns:p14="http://schemas.microsoft.com/office/powerpoint/2010/main" val="108485384"/>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6B1E8D-AB51-42E2-8212-925C81E909D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3AD2ED03-CF2E-4D29-97EE-32BFF55CA9E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A03  필요한 자료 선택</a:t>
            </a:r>
          </a:p>
        </p:txBody>
      </p:sp>
      <p:sp>
        <p:nvSpPr>
          <p:cNvPr id="3" name="">
            <a:extLst xmlns:a="http://schemas.openxmlformats.org/drawingml/2006/main">
              <a:ext uri="{FF2B5EF4-FFF2-40B4-BE49-F238E27FC236}">
                <a16:creationId xmlns:a16="http://schemas.microsoft.com/office/drawing/2014/main" id="{969808BF-EDB0-438F-A240-BA9327275BA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1626F2A-AFAC-490B-8C3E-C5DBFEDF400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함수와 실패 입력을 제공합니다.</a:t>
            </a:r>
          </a:p>
        </p:txBody>
      </p:sp>
      <p:sp>
        <p:nvSpPr>
          <p:cNvPr id="5" name="">
            <a:extLst xmlns:a="http://schemas.openxmlformats.org/drawingml/2006/main">
              <a:ext uri="{FF2B5EF4-FFF2-40B4-BE49-F238E27FC236}">
                <a16:creationId xmlns:a16="http://schemas.microsoft.com/office/drawing/2014/main" id="{1F9B18F0-BEA7-4709-A90E-2BDACDC32F0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45FEC51-9F75-4987-A0FF-4A9A425B088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CA48947-7123-473E-A096-8FFE99A5653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비밀 대신 가상 자료</a:t>
            </a:r>
            <a:r>
              <a:t>를 사용합니다.</a:t>
            </a:r>
          </a:p>
        </p:txBody>
      </p:sp>
      <p:sp>
        <p:nvSpPr>
          <p:cNvPr id="8" name="">
            <a:extLst xmlns:a="http://schemas.openxmlformats.org/drawingml/2006/main">
              <a:ext uri="{FF2B5EF4-FFF2-40B4-BE49-F238E27FC236}">
                <a16:creationId xmlns:a16="http://schemas.microsoft.com/office/drawing/2014/main" id="{A15F9043-F979-4B5B-AFBE-300A3E1F65E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0C2E528-97E8-4ACE-A2B2-014D5823C06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F2567402-110F-4AE7-8007-32209023780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1889838007"/>
      </p:ext>
    </p:extLst>
  </p:cSld>
</p:sld>
</file>

<file path=ppt/slides/slide1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5646A39-9FB3-4478-86BE-30BBC8099AD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31CA812-23F2-42F2-BE02-73A87610484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필요한 자료 선택의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029200"/>
                <a:gridCol w="5943600"/>
              </a:tblGrid>
              <a:tr h="685800">
                <a:tc>
                  <a:txBody>
                    <a:bodyPr wrap="square"/>
                    <a:lstStyle/>
                    <a:p>
                      <a:pPr>
                        <a:lnSpc>
                          <a:spcPct val="94000"/>
                        </a:lnSpc>
                        <a:buNone/>
                      </a:pPr>
                      <a:r>
                        <a:rPr sz="2100" b="1">
                          <a:solidFill>
                            <a:srgbClr val="FFFFFF"/>
                          </a:solidFill>
                          <a:latin typeface="Noto Sans KR"/>
                          <a:ea typeface="Noto Sans KR"/>
                          <a:cs typeface="Noto Sans KR"/>
                        </a:rPr>
                        <a:t>자료</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이번 작업에 필요?</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현재 함수</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필요</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가상 실패 로그</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필요</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고객 명단</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불필요</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실제 API 키</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공유하지 않음</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9A14EA15-EC86-4819-A4B1-7AB54C0E8076}"/>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현재 함수와 실패한 입력을 함께 보여 줍니다.</a:t>
            </a:r>
          </a:p>
        </p:txBody>
      </p:sp>
      <p:sp>
        <p:nvSpPr>
          <p:cNvPr id="5" name="">
            <a:extLst xmlns:a="http://schemas.openxmlformats.org/drawingml/2006/main">
              <a:ext uri="{FF2B5EF4-FFF2-40B4-BE49-F238E27FC236}">
                <a16:creationId xmlns:a16="http://schemas.microsoft.com/office/drawing/2014/main" id="{371E44A2-A2CB-4F0E-B006-8596D0A3B14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9EB630B-EB98-4937-AABD-E3F3D838E85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7D6F59EB-87F7-4085-AEB8-05466374D17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016</a:t>
            </a:r>
          </a:p>
        </p:txBody>
      </p:sp>
    </p:spTree>
    <p:extLst>
      <p:ext uri="{BB962C8B-B14F-4D97-AF65-F5344CB8AC3E}">
        <p14:creationId xmlns:p14="http://schemas.microsoft.com/office/powerpoint/2010/main" val="37638277"/>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0DEC33-17F1-4DF6-A304-86FFDB96F6F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3CA40693-DC22-42A3-8D2B-50264FB0DC3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요청에 빠진 정보 찾기</a:t>
            </a:r>
          </a:p>
        </p:txBody>
      </p:sp>
      <p:sp>
        <p:nvSpPr>
          <p:cNvPr id="3" name="">
            <a:extLst xmlns:a="http://schemas.openxmlformats.org/drawingml/2006/main">
              <a:ext uri="{FF2B5EF4-FFF2-40B4-BE49-F238E27FC236}">
                <a16:creationId xmlns:a16="http://schemas.microsoft.com/office/drawing/2014/main" id="{D198CE9A-C0BA-430C-9AB0-BDC91E365A5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44AD7B2-10FD-4A47-A45D-366F0F8C4ED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기준값과 예상 출력이 적혀 있는지 확인합니다.</a:t>
            </a:r>
          </a:p>
        </p:txBody>
      </p:sp>
      <p:sp>
        <p:nvSpPr>
          <p:cNvPr id="5" name="">
            <a:extLst xmlns:a="http://schemas.openxmlformats.org/drawingml/2006/main">
              <a:ext uri="{FF2B5EF4-FFF2-40B4-BE49-F238E27FC236}">
                <a16:creationId xmlns:a16="http://schemas.microsoft.com/office/drawing/2014/main" id="{B4D380FB-E21E-4970-AEF3-5A172A1691E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04D3C7D-EA58-4CEA-906D-E2EE6D4C3E3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7CAF46E-9013-4FC3-BC35-C7708ED9145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자료를 어디에서 얻었는지도 적습니다.</a:t>
            </a:r>
          </a:p>
        </p:txBody>
      </p:sp>
      <p:sp>
        <p:nvSpPr>
          <p:cNvPr id="8" name="">
            <a:extLst xmlns:a="http://schemas.openxmlformats.org/drawingml/2006/main">
              <a:ext uri="{FF2B5EF4-FFF2-40B4-BE49-F238E27FC236}">
                <a16:creationId xmlns:a16="http://schemas.microsoft.com/office/drawing/2014/main" id="{F29A08B2-93D0-421E-BF06-7F7197D9CB5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C12F142-79B8-428A-BCD5-39D11AB322F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CE7C8B4C-B555-473B-B6B4-8351EDBCB53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898520632"/>
      </p:ext>
    </p:extLst>
  </p:cSld>
</p:sld>
</file>

<file path=ppt/slides/slide1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0E2E86E-B53F-45EF-B47A-4B935E4B59B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1C5EA966-A0AF-49BE-890C-16CD769E766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요청에 넣을 자료</a:t>
            </a:r>
          </a:p>
        </p:txBody>
      </p:sp>
      <p:sp>
        <p:nvSpPr>
          <p:cNvPr id="3" name="">
            <a:extLst xmlns:a="http://schemas.openxmlformats.org/drawingml/2006/main">
              <a:ext uri="{FF2B5EF4-FFF2-40B4-BE49-F238E27FC236}">
                <a16:creationId xmlns:a16="http://schemas.microsoft.com/office/drawing/2014/main" id="{7358A843-333B-4D1B-8798-B8FB1274168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28 경계 수정에 자료 세 개를 고르세요.</a:t>
            </a:r>
          </a:p>
        </p:txBody>
      </p:sp>
      <p:sp>
        <p:nvSpPr>
          <p:cNvPr id="4" name="">
            <a:extLst xmlns:a="http://schemas.openxmlformats.org/drawingml/2006/main">
              <a:ext uri="{FF2B5EF4-FFF2-40B4-BE49-F238E27FC236}">
                <a16:creationId xmlns:a16="http://schemas.microsoft.com/office/drawing/2014/main" id="{281C2A5C-7A14-47FB-8E7E-B0F2ABFCC9A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FE8212-866D-4229-82CF-B5F666A2828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4A8A8076-9219-448B-BBDE-47BD4D33E09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018</a:t>
            </a:r>
          </a:p>
        </p:txBody>
      </p:sp>
    </p:spTree>
    <p:extLst>
      <p:ext uri="{BB962C8B-B14F-4D97-AF65-F5344CB8AC3E}">
        <p14:creationId xmlns:p14="http://schemas.microsoft.com/office/powerpoint/2010/main" val="216598390"/>
      </p:ext>
    </p:extLst>
  </p:cSld>
</p:sld>
</file>

<file path=ppt/slides/slide1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224C5A2-B6F3-4EF6-BB12-0530FE949C1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C30379-F20B-427E-9D57-A60AE36E821D}"/>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4DA417DF-100F-4D20-825E-81BBE7E483DF}"/>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D6F73097-3892-438B-8E85-8CB6C10355F5}"/>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검사할 조건을 적은 요청서</a:t>
            </a:r>
          </a:p>
        </p:txBody>
      </p:sp>
      <p:sp>
        <p:nvSpPr>
          <p:cNvPr id="5" name="">
            <a:extLst xmlns:a="http://schemas.openxmlformats.org/drawingml/2006/main">
              <a:ext uri="{FF2B5EF4-FFF2-40B4-BE49-F238E27FC236}">
                <a16:creationId xmlns:a16="http://schemas.microsoft.com/office/drawing/2014/main" id="{FFB029F9-84E6-43AA-B338-32475C0C143C}"/>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7EB2B87-BB76-40E2-AECC-9E8BD76D4013}"/>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01FC82BF-DBDD-49E3-8C51-47BD2485969F}"/>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C6DC48C3-FF5B-41DF-8060-551CD5292719}"/>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1CD39D8F-D943-4BDE-8261-9817847FA48A}"/>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2026.10.20</a:t>
            </a:r>
          </a:p>
        </p:txBody>
      </p:sp>
      <p:sp>
        <p:nvSpPr>
          <p:cNvPr id="10" name="">
            <a:extLst xmlns:a="http://schemas.openxmlformats.org/drawingml/2006/main">
              <a:ext uri="{FF2B5EF4-FFF2-40B4-BE49-F238E27FC236}">
                <a16:creationId xmlns:a16="http://schemas.microsoft.com/office/drawing/2014/main" id="{E90A46E0-7ADF-437F-9F90-66EC3E38A744}"/>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019</a:t>
            </a:r>
          </a:p>
        </p:txBody>
      </p:sp>
    </p:spTree>
    <p:extLst>
      <p:ext uri="{BB962C8B-B14F-4D97-AF65-F5344CB8AC3E}">
        <p14:creationId xmlns:p14="http://schemas.microsoft.com/office/powerpoint/2010/main" val="1863701676"/>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6DEBB81-8CE1-4B99-9D86-15C06C41C7F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C015A44-ED67-44FE-B16D-C932BA5FCBB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규칙에 맞는 검사 정하기</a:t>
            </a:r>
          </a:p>
        </p:txBody>
      </p:sp>
      <p:sp>
        <p:nvSpPr>
          <p:cNvPr id="3" name="">
            <a:extLst xmlns:a="http://schemas.openxmlformats.org/drawingml/2006/main">
              <a:ext uri="{FF2B5EF4-FFF2-40B4-BE49-F238E27FC236}">
                <a16:creationId xmlns:a16="http://schemas.microsoft.com/office/drawing/2014/main" id="{35013E93-46E8-47F8-BA05-28B4D68925A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정상·경계·누락·오류</a:t>
            </a:r>
          </a:p>
        </p:txBody>
      </p:sp>
      <p:sp>
        <p:nvSpPr>
          <p:cNvPr id="4" name="">
            <a:extLst xmlns:a="http://schemas.openxmlformats.org/drawingml/2006/main">
              <a:ext uri="{FF2B5EF4-FFF2-40B4-BE49-F238E27FC236}">
                <a16:creationId xmlns:a16="http://schemas.microsoft.com/office/drawing/2014/main" id="{D576B5FC-4B55-429B-8559-5276FA8506C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4DEC9D-50F0-4E75-BF1E-6A49922EA8C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정상·경계·누락·오류</a:t>
            </a:r>
            <a:r>
              <a:t>의 기대 결과를 정합니다.</a:t>
            </a:r>
          </a:p>
        </p:txBody>
      </p:sp>
      <p:sp>
        <p:nvSpPr>
          <p:cNvPr id="6" name="">
            <a:extLst xmlns:a="http://schemas.openxmlformats.org/drawingml/2006/main">
              <a:ext uri="{FF2B5EF4-FFF2-40B4-BE49-F238E27FC236}">
                <a16:creationId xmlns:a16="http://schemas.microsoft.com/office/drawing/2014/main" id="{6902EA45-BF32-442A-9815-EF0851BAFEFF}"/>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함수 이름과 반환값도 그대로 지켜야 합니다.</a:t>
            </a:r>
          </a:p>
        </p:txBody>
      </p:sp>
      <p:sp>
        <p:nvSpPr>
          <p:cNvPr id="7" name="">
            <a:extLst xmlns:a="http://schemas.openxmlformats.org/drawingml/2006/main">
              <a:ext uri="{FF2B5EF4-FFF2-40B4-BE49-F238E27FC236}">
                <a16:creationId xmlns:a16="http://schemas.microsoft.com/office/drawing/2014/main" id="{4643B6EF-C525-4C24-AFE3-1E8950D7256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69B7938-EBFE-4B81-B827-C7C3B96B5A7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77C800CE-6EBD-4471-806C-6D8337644F5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1826133021"/>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C19FBD-C9A2-462B-9B96-D35A82623F7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18A7AFE5-8477-4F83-934D-033D26EE911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A04  입력과 출력의 약속</a:t>
            </a:r>
          </a:p>
        </p:txBody>
      </p:sp>
      <p:sp>
        <p:nvSpPr>
          <p:cNvPr id="3" name="">
            <a:extLst xmlns:a="http://schemas.openxmlformats.org/drawingml/2006/main">
              <a:ext uri="{FF2B5EF4-FFF2-40B4-BE49-F238E27FC236}">
                <a16:creationId xmlns:a16="http://schemas.microsoft.com/office/drawing/2014/main" id="{94188E88-ADD9-46EC-BEC7-8C11FFEE80C0}"/>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B38EB60-F326-4B1A-8843-913036D11C62}"/>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0~50</a:t>
            </a:r>
            <a:r>
              <a:t>의 숫자 온도를 받습니다.</a:t>
            </a:r>
          </a:p>
        </p:txBody>
      </p:sp>
      <p:sp>
        <p:nvSpPr>
          <p:cNvPr id="5" name="">
            <a:extLst xmlns:a="http://schemas.openxmlformats.org/drawingml/2006/main">
              <a:ext uri="{FF2B5EF4-FFF2-40B4-BE49-F238E27FC236}">
                <a16:creationId xmlns:a16="http://schemas.microsoft.com/office/drawing/2014/main" id="{F17729B1-078E-4075-A37A-8D10BA3055B9}"/>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28 이상</a:t>
            </a:r>
            <a:r>
              <a:t>은 주의, 미만은 정상입니다.</a:t>
            </a:r>
          </a:p>
        </p:txBody>
      </p:sp>
      <p:sp>
        <p:nvSpPr>
          <p:cNvPr id="6" name="">
            <a:extLst xmlns:a="http://schemas.openxmlformats.org/drawingml/2006/main">
              <a:ext uri="{FF2B5EF4-FFF2-40B4-BE49-F238E27FC236}">
                <a16:creationId xmlns:a16="http://schemas.microsoft.com/office/drawing/2014/main" id="{5040B5A4-3B80-4C95-8806-94DEAA37BAD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457FD34-2C0F-4E2D-9842-25CE58FB987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792F84D2-C269-44F2-A3B1-B372253944D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990457713"/>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BDC07C-F267-4029-B694-DAE38D6BFF9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BD39EE40-9776-49E6-9F02-1D3B329FB83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입력과 출력의 약속의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6096000"/>
                <a:gridCol w="4876800"/>
              </a:tblGrid>
              <a:tr h="685800">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출력</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27.9</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28</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주의</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문자·범위 밖</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입력 오류</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F5EA7568-CFCF-4241-84A6-1529B56195FA}"/>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문자 숫자와 실제 숫자를 구별합니다.</a:t>
            </a:r>
          </a:p>
        </p:txBody>
      </p:sp>
      <p:sp>
        <p:nvSpPr>
          <p:cNvPr id="5" name="">
            <a:extLst xmlns:a="http://schemas.openxmlformats.org/drawingml/2006/main">
              <a:ext uri="{FF2B5EF4-FFF2-40B4-BE49-F238E27FC236}">
                <a16:creationId xmlns:a16="http://schemas.microsoft.com/office/drawing/2014/main" id="{73A93100-9C6F-48AB-93E0-5B6A287DE7F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7FE8C0F-5516-4E1C-A3E1-24FE0D47C7C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FF467A77-0172-44B1-B8F6-6768FADE898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1390931721"/>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F698004-D874-4EB3-9B0C-8EC377EBB12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6C6C04E-5C4F-43EA-B995-807F3E13D0D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함수의 입력·출력 약속 지키기</a:t>
            </a:r>
          </a:p>
        </p:txBody>
      </p:sp>
      <p:sp>
        <p:nvSpPr>
          <p:cNvPr id="3" name="">
            <a:extLst xmlns:a="http://schemas.openxmlformats.org/drawingml/2006/main">
              <a:ext uri="{FF2B5EF4-FFF2-40B4-BE49-F238E27FC236}">
                <a16:creationId xmlns:a16="http://schemas.microsoft.com/office/drawing/2014/main" id="{CE5F266B-F368-42A0-A279-67B500D5636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함수 이름과 반환 문자열</a:t>
            </a:r>
          </a:p>
        </p:txBody>
      </p:sp>
      <p:sp>
        <p:nvSpPr>
          <p:cNvPr id="4" name="">
            <a:extLst xmlns:a="http://schemas.openxmlformats.org/drawingml/2006/main">
              <a:ext uri="{FF2B5EF4-FFF2-40B4-BE49-F238E27FC236}">
                <a16:creationId xmlns:a16="http://schemas.microsoft.com/office/drawing/2014/main" id="{3B2AE7F0-F637-4A3E-83FE-61B75870A21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F36499-E31C-4D4D-802E-CC75C84BC39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함수 이름과 반환 문자열</a:t>
            </a:r>
            <a:r>
              <a:t>을 유지합니다.</a:t>
            </a:r>
          </a:p>
        </p:txBody>
      </p:sp>
      <p:sp>
        <p:nvSpPr>
          <p:cNvPr id="6" name="">
            <a:extLst xmlns:a="http://schemas.openxmlformats.org/drawingml/2006/main">
              <a:ext uri="{FF2B5EF4-FFF2-40B4-BE49-F238E27FC236}">
                <a16:creationId xmlns:a16="http://schemas.microsoft.com/office/drawing/2014/main" id="{420C13B6-67FE-4417-8768-E4E7D27F617E}"/>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값이 없을 때 임의로 정상 값을 넣지 않습니다.</a:t>
            </a:r>
          </a:p>
        </p:txBody>
      </p:sp>
      <p:sp>
        <p:nvSpPr>
          <p:cNvPr id="7" name="">
            <a:extLst xmlns:a="http://schemas.openxmlformats.org/drawingml/2006/main">
              <a:ext uri="{FF2B5EF4-FFF2-40B4-BE49-F238E27FC236}">
                <a16:creationId xmlns:a16="http://schemas.microsoft.com/office/drawing/2014/main" id="{5352969E-2E27-4AAC-BB71-1146E837E39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9E19A22-B1AA-4D0A-AD60-7F01CE0C347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897A8CB6-2624-40C2-A8B3-EB3FCC70F79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254009037"/>
      </p:ext>
    </p:extLst>
  </p:cSld>
</p:sld>
</file>

<file path=ppt/slides/slide2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F86CD68-3EFB-4FBB-BFBA-68042207B96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F03C8C61-4111-4543-BCB3-FDE3CC2E746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0과 값 없음</a:t>
            </a:r>
          </a:p>
        </p:txBody>
      </p:sp>
      <p:sp>
        <p:nvSpPr>
          <p:cNvPr id="3" name="">
            <a:extLst xmlns:a="http://schemas.openxmlformats.org/drawingml/2006/main">
              <a:ext uri="{FF2B5EF4-FFF2-40B4-BE49-F238E27FC236}">
                <a16:creationId xmlns:a16="http://schemas.microsoft.com/office/drawing/2014/main" id="{5C4325BC-683B-4B24-A4B1-8631938BE41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0과 None은 같은 결과를 뜻하나요?</a:t>
            </a:r>
          </a:p>
        </p:txBody>
      </p:sp>
      <p:sp>
        <p:nvSpPr>
          <p:cNvPr id="4" name="">
            <a:extLst xmlns:a="http://schemas.openxmlformats.org/drawingml/2006/main">
              <a:ext uri="{FF2B5EF4-FFF2-40B4-BE49-F238E27FC236}">
                <a16:creationId xmlns:a16="http://schemas.microsoft.com/office/drawing/2014/main" id="{B8877F56-3A0A-4F25-B22E-C88437953B4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C9D7F8-926B-496D-9CFA-6619E9B74E5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ED5866D5-C6E0-4F38-A645-BEE1CEF812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024</a:t>
            </a:r>
          </a:p>
        </p:txBody>
      </p:sp>
    </p:spTree>
    <p:extLst>
      <p:ext uri="{BB962C8B-B14F-4D97-AF65-F5344CB8AC3E}">
        <p14:creationId xmlns:p14="http://schemas.microsoft.com/office/powerpoint/2010/main" val="254884005"/>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D65C640-872D-4CF4-BA49-C7E915523A3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B222D1F-33BF-4B5C-8709-141CCE7C1B4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A05  경계 검사</a:t>
            </a:r>
          </a:p>
        </p:txBody>
      </p:sp>
      <p:sp>
        <p:nvSpPr>
          <p:cNvPr id="3" name="">
            <a:extLst xmlns:a="http://schemas.openxmlformats.org/drawingml/2006/main">
              <a:ext uri="{FF2B5EF4-FFF2-40B4-BE49-F238E27FC236}">
                <a16:creationId xmlns:a16="http://schemas.microsoft.com/office/drawing/2014/main" id="{53BAB9D0-8C76-44D7-BA7F-763B841005C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바로 앞·같은 값·뒤</a:t>
            </a:r>
          </a:p>
        </p:txBody>
      </p:sp>
      <p:sp>
        <p:nvSpPr>
          <p:cNvPr id="4" name="">
            <a:extLst xmlns:a="http://schemas.openxmlformats.org/drawingml/2006/main">
              <a:ext uri="{FF2B5EF4-FFF2-40B4-BE49-F238E27FC236}">
                <a16:creationId xmlns:a16="http://schemas.microsoft.com/office/drawing/2014/main" id="{61370F45-1019-4FA2-BDC3-16D098AAA273}"/>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A3AB94-89EC-409B-950D-DDF3654CF8D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규칙이 바뀌는 </a:t>
            </a:r>
            <a:r>
              <a:rPr b="1">
                <a:solidFill>
                  <a:srgbClr val="002FA7"/>
                </a:solidFill>
              </a:rPr>
              <a:t>바로 앞·같은 값·뒤</a:t>
            </a:r>
            <a:r>
              <a:t>를 봅니다.</a:t>
            </a:r>
          </a:p>
        </p:txBody>
      </p:sp>
      <p:sp>
        <p:nvSpPr>
          <p:cNvPr id="6" name="">
            <a:extLst xmlns:a="http://schemas.openxmlformats.org/drawingml/2006/main">
              <a:ext uri="{FF2B5EF4-FFF2-40B4-BE49-F238E27FC236}">
                <a16:creationId xmlns:a16="http://schemas.microsoft.com/office/drawing/2014/main" id="{DBCE3C16-6081-49EB-991B-5CB209A8413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평범한 입력 한 개로는 경계를 알 수 없습니다.</a:t>
            </a:r>
          </a:p>
        </p:txBody>
      </p:sp>
      <p:sp>
        <p:nvSpPr>
          <p:cNvPr id="7" name="">
            <a:extLst xmlns:a="http://schemas.openxmlformats.org/drawingml/2006/main">
              <a:ext uri="{FF2B5EF4-FFF2-40B4-BE49-F238E27FC236}">
                <a16:creationId xmlns:a16="http://schemas.microsoft.com/office/drawing/2014/main" id="{C0410F50-E0A6-4AB3-AE28-959E74B35D6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732FCAB-D726-4A5E-8CCB-42CF9896C38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8D52ED99-CEA3-4837-84A5-404E48A12A5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167007251"/>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7CF1A9B-36EB-456B-80DC-27DF0422EAD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ACA4464-A658-455A-827B-9AAAD8303E6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경계 검사의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6400800"/>
                <a:gridCol w="4572000"/>
              </a:tblGrid>
              <a:tr h="733425">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기대</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27.9</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28.0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주의</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28.1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주의</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EAB8AAB6-0BB9-4066-9975-06C76A53E00D}"/>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“이상”은 기준값도 포함하므로 &gt;=를 씁니다.</a:t>
            </a:r>
          </a:p>
        </p:txBody>
      </p:sp>
      <p:sp>
        <p:nvSpPr>
          <p:cNvPr id="5" name="">
            <a:extLst xmlns:a="http://schemas.openxmlformats.org/drawingml/2006/main">
              <a:ext uri="{FF2B5EF4-FFF2-40B4-BE49-F238E27FC236}">
                <a16:creationId xmlns:a16="http://schemas.microsoft.com/office/drawing/2014/main" id="{96092090-564F-479B-BE7C-8AD5C5F9BB5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8481D27-AD04-4817-A198-56E3829E35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22C923D1-C800-4CC3-80C2-775FF00B5FE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140059933"/>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E33ABB1-7048-4FC2-8A16-84981DC9A24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54F5265-A16E-4AA6-83CB-4FC984B7CD8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기준 변경의 영향</a:t>
            </a:r>
          </a:p>
        </p:txBody>
      </p:sp>
      <p:sp>
        <p:nvSpPr>
          <p:cNvPr id="3" name="">
            <a:extLst xmlns:a="http://schemas.openxmlformats.org/drawingml/2006/main">
              <a:ext uri="{FF2B5EF4-FFF2-40B4-BE49-F238E27FC236}">
                <a16:creationId xmlns:a16="http://schemas.microsoft.com/office/drawing/2014/main" id="{528F6B3B-E256-4513-87E3-B04604A16F0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기호 수정</a:t>
            </a:r>
          </a:p>
        </p:txBody>
      </p:sp>
      <p:sp>
        <p:nvSpPr>
          <p:cNvPr id="4" name="">
            <a:extLst xmlns:a="http://schemas.openxmlformats.org/drawingml/2006/main">
              <a:ext uri="{FF2B5EF4-FFF2-40B4-BE49-F238E27FC236}">
                <a16:creationId xmlns:a16="http://schemas.microsoft.com/office/drawing/2014/main" id="{BDD93762-47FE-43FB-85AD-E0F13455A36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889B12-0F94-411D-A37B-C8C0E2ABBD0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기준을 27로 낮추면 27.9도 주의가 됩니다.</a:t>
            </a:r>
          </a:p>
        </p:txBody>
      </p:sp>
      <p:sp>
        <p:nvSpPr>
          <p:cNvPr id="6" name="">
            <a:extLst xmlns:a="http://schemas.openxmlformats.org/drawingml/2006/main">
              <a:ext uri="{FF2B5EF4-FFF2-40B4-BE49-F238E27FC236}">
                <a16:creationId xmlns:a16="http://schemas.microsoft.com/office/drawing/2014/main" id="{6C472BA8-D7B1-4748-9781-C52316B65F8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기호 수정</a:t>
            </a:r>
            <a:r>
              <a:t>과 </a:t>
            </a:r>
            <a:r>
              <a:rPr b="1">
                <a:solidFill>
                  <a:srgbClr val="002FA7"/>
                </a:solidFill>
              </a:rPr>
              <a:t>기준 수정</a:t>
            </a:r>
            <a:r>
              <a:t>은 다릅니다.</a:t>
            </a:r>
          </a:p>
        </p:txBody>
      </p:sp>
      <p:sp>
        <p:nvSpPr>
          <p:cNvPr id="7" name="">
            <a:extLst xmlns:a="http://schemas.openxmlformats.org/drawingml/2006/main">
              <a:ext uri="{FF2B5EF4-FFF2-40B4-BE49-F238E27FC236}">
                <a16:creationId xmlns:a16="http://schemas.microsoft.com/office/drawing/2014/main" id="{19CAF761-D2A4-4AA5-A89B-E0405B4C861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5EFBD5A-01B7-45AF-BBC6-ADA73B16826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A6F3441F-823F-40B7-9087-8B521550EDC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726817621"/>
      </p:ext>
    </p:extLst>
  </p:cSld>
</p:sld>
</file>

<file path=ppt/slides/slide2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A86F5C-F62A-428A-800B-F2F2A91C844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E946603A-01E4-4D44-A39C-A97F5C8E84F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다른 경계 적용</a:t>
            </a:r>
          </a:p>
        </p:txBody>
      </p:sp>
      <p:sp>
        <p:nvSpPr>
          <p:cNvPr id="3" name="">
            <a:extLst xmlns:a="http://schemas.openxmlformats.org/drawingml/2006/main">
              <a:ext uri="{FF2B5EF4-FFF2-40B4-BE49-F238E27FC236}">
                <a16:creationId xmlns:a16="http://schemas.microsoft.com/office/drawing/2014/main" id="{5B95BF41-2F00-4E61-AFA6-9481B0EB348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규칙은 5 초과 점검입니다.</a:t>
            </a:r>
          </a:p>
        </p:txBody>
      </p:sp>
      <p:sp>
        <p:nvSpPr>
          <p:cNvPr id="4" name="">
            <a:extLst xmlns:a="http://schemas.openxmlformats.org/drawingml/2006/main">
              <a:ext uri="{FF2B5EF4-FFF2-40B4-BE49-F238E27FC236}">
                <a16:creationId xmlns:a16="http://schemas.microsoft.com/office/drawing/2014/main" id="{9AE84420-D54C-4601-9915-883460B5188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4.9·5·5.1의 결과는 무엇인가요?</a:t>
            </a:r>
          </a:p>
        </p:txBody>
      </p:sp>
      <p:sp>
        <p:nvSpPr>
          <p:cNvPr id="5" name="">
            <a:extLst xmlns:a="http://schemas.openxmlformats.org/drawingml/2006/main">
              <a:ext uri="{FF2B5EF4-FFF2-40B4-BE49-F238E27FC236}">
                <a16:creationId xmlns:a16="http://schemas.microsoft.com/office/drawing/2014/main" id="{04C566E3-1271-4AD6-AF2A-48137230687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D8C2B1B-E2CF-4785-9064-52FACB1E689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A45A1D70-9F0A-4E30-88F7-DBEC0AD5B4C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028</a:t>
            </a:r>
          </a:p>
        </p:txBody>
      </p:sp>
    </p:spTree>
    <p:extLst>
      <p:ext uri="{BB962C8B-B14F-4D97-AF65-F5344CB8AC3E}">
        <p14:creationId xmlns:p14="http://schemas.microsoft.com/office/powerpoint/2010/main" val="587781375"/>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B02E6B7-801E-46B4-BB65-1F63DC43565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ADDF691-789F-457D-A762-A2F7225F121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A06  확인할 조건까지 요청하기</a:t>
            </a:r>
          </a:p>
        </p:txBody>
      </p:sp>
      <p:sp>
        <p:nvSpPr>
          <p:cNvPr id="3" name="">
            <a:extLst xmlns:a="http://schemas.openxmlformats.org/drawingml/2006/main">
              <a:ext uri="{FF2B5EF4-FFF2-40B4-BE49-F238E27FC236}">
                <a16:creationId xmlns:a16="http://schemas.microsoft.com/office/drawing/2014/main" id="{91AC53F5-36FE-470A-8034-80432EB2785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5513792-7D5B-4840-BB59-C73B402E8E4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목적, 고칠 파일, 그대로 둘 조건을 적습니다.</a:t>
            </a:r>
          </a:p>
        </p:txBody>
      </p:sp>
      <p:sp>
        <p:nvSpPr>
          <p:cNvPr id="5" name="">
            <a:extLst xmlns:a="http://schemas.openxmlformats.org/drawingml/2006/main">
              <a:ext uri="{FF2B5EF4-FFF2-40B4-BE49-F238E27FC236}">
                <a16:creationId xmlns:a16="http://schemas.microsoft.com/office/drawing/2014/main" id="{0C9C1860-747E-444D-B02E-08E2F9CE820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539AA75-69CF-41FF-926F-E0E21044241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3A89404-2792-4708-8288-6E99E3F85E8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어떤 입력으로 무슨 결과를 볼지 정합니다.</a:t>
            </a:r>
          </a:p>
        </p:txBody>
      </p:sp>
      <p:sp>
        <p:nvSpPr>
          <p:cNvPr id="8" name="">
            <a:extLst xmlns:a="http://schemas.openxmlformats.org/drawingml/2006/main">
              <a:ext uri="{FF2B5EF4-FFF2-40B4-BE49-F238E27FC236}">
                <a16:creationId xmlns:a16="http://schemas.microsoft.com/office/drawing/2014/main" id="{B2E887C0-BFC8-4026-87DD-2CA03024103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57D770-594D-4230-8F74-AF9EAFD0C45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6CF29679-4CF7-4552-B6C9-FBBF496FF8B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1269021831"/>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244C15D-C8D1-4F05-BC32-AB65287619B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0E9C67E4-8E03-4C89-99E2-97F9EBD86ED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검사 가능한 요청의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3990109"/>
                <a:gridCol w="6982691"/>
              </a:tblGrid>
              <a:tr h="685800">
                <a:tc>
                  <a:txBody>
                    <a:bodyPr wrap="square"/>
                    <a:lstStyle/>
                    <a:p>
                      <a:pPr>
                        <a:lnSpc>
                          <a:spcPct val="94000"/>
                        </a:lnSpc>
                        <a:buNone/>
                      </a:pPr>
                      <a:r>
                        <a:rPr sz="2100" b="1">
                          <a:solidFill>
                            <a:srgbClr val="FFFFFF"/>
                          </a:solidFill>
                          <a:latin typeface="Noto Sans KR"/>
                          <a:ea typeface="Noto Sans KR"/>
                          <a:cs typeface="Noto Sans KR"/>
                        </a:rPr>
                        <a:t>요청의 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적을 내용</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목적</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28 경계 수정</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대상</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classify 함수</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유지</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기준·이름·출력</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검사</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정상·경계·오류</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15CCA45E-DE06-4C75-88B3-EFAEEA01AB7C}"/>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“알아서 좋게”보다 확인할 조건을 씁니다.</a:t>
            </a:r>
          </a:p>
        </p:txBody>
      </p:sp>
      <p:sp>
        <p:nvSpPr>
          <p:cNvPr id="5" name="">
            <a:extLst xmlns:a="http://schemas.openxmlformats.org/drawingml/2006/main">
              <a:ext uri="{FF2B5EF4-FFF2-40B4-BE49-F238E27FC236}">
                <a16:creationId xmlns:a16="http://schemas.microsoft.com/office/drawing/2014/main" id="{2DCDF3F1-BD52-4FF3-8528-1C98D0DF514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E9C6451-DDD2-40F4-9848-B79E45976BA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89991169-542B-45D6-8C76-D59D27FDD83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1324897868"/>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ABB34F-EBCD-4255-9D2F-F7FC62B219F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1434126-17DB-4CE3-A7D5-99FCA570E6F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요청서 확인</a:t>
            </a:r>
          </a:p>
        </p:txBody>
      </p:sp>
      <p:sp>
        <p:nvSpPr>
          <p:cNvPr id="3" name="">
            <a:extLst xmlns:a="http://schemas.openxmlformats.org/drawingml/2006/main">
              <a:ext uri="{FF2B5EF4-FFF2-40B4-BE49-F238E27FC236}">
                <a16:creationId xmlns:a16="http://schemas.microsoft.com/office/drawing/2014/main" id="{D103BF63-C29B-4C47-99FC-27C668AE616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6BDA029-79B8-4718-A78A-0EB736D7B51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동료가 같은 검사를 할 수 있는지 읽습니다.</a:t>
            </a:r>
          </a:p>
        </p:txBody>
      </p:sp>
      <p:sp>
        <p:nvSpPr>
          <p:cNvPr id="5" name="">
            <a:extLst xmlns:a="http://schemas.openxmlformats.org/drawingml/2006/main">
              <a:ext uri="{FF2B5EF4-FFF2-40B4-BE49-F238E27FC236}">
                <a16:creationId xmlns:a16="http://schemas.microsoft.com/office/drawing/2014/main" id="{26C24965-FD9F-4915-B576-ACFFCA99775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8118EB2-C787-4E33-93F9-4C7DAAD8388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4D18D0F-CB92-4DA0-A78D-26A799F5497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허용할 파일과 행동도 명시합니다.</a:t>
            </a:r>
          </a:p>
        </p:txBody>
      </p:sp>
      <p:sp>
        <p:nvSpPr>
          <p:cNvPr id="8" name="">
            <a:extLst xmlns:a="http://schemas.openxmlformats.org/drawingml/2006/main">
              <a:ext uri="{FF2B5EF4-FFF2-40B4-BE49-F238E27FC236}">
                <a16:creationId xmlns:a16="http://schemas.microsoft.com/office/drawing/2014/main" id="{24CA213C-CB77-49A9-A9A9-E0E88899DF9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84B7E71-E57B-467B-9EA4-F0E592FC880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3B13BE1E-3A93-41A3-8284-6E9420EBBAD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1159242367"/>
      </p:ext>
    </p:extLst>
  </p:cSld>
</p:sld>
</file>

<file path=ppt/slides/slide3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99B65C-A6CC-4C39-8377-B70D437147A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7F88708A-36DE-4FAF-8A77-23B6DCED0F0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다섯 줄 요청서</a:t>
            </a:r>
          </a:p>
        </p:txBody>
      </p:sp>
      <p:sp>
        <p:nvSpPr>
          <p:cNvPr id="3" name="">
            <a:extLst xmlns:a="http://schemas.openxmlformats.org/drawingml/2006/main">
              <a:ext uri="{FF2B5EF4-FFF2-40B4-BE49-F238E27FC236}">
                <a16:creationId xmlns:a16="http://schemas.microsoft.com/office/drawing/2014/main" id="{7791AFF6-55D5-4C76-B90A-755CA171EF3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목적·대상·유지·권한·검사를 작성하세요.</a:t>
            </a:r>
          </a:p>
        </p:txBody>
      </p:sp>
      <p:sp>
        <p:nvSpPr>
          <p:cNvPr id="4" name="">
            <a:extLst xmlns:a="http://schemas.openxmlformats.org/drawingml/2006/main">
              <a:ext uri="{FF2B5EF4-FFF2-40B4-BE49-F238E27FC236}">
                <a16:creationId xmlns:a16="http://schemas.microsoft.com/office/drawing/2014/main" id="{C4BC9111-09D6-440D-B4B5-B619CA8861E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B83625-F315-421A-A76E-3FFE04E3C8A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E1FAABAA-FB4B-4A98-88F8-7E79AD05C14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032</a:t>
            </a:r>
          </a:p>
        </p:txBody>
      </p:sp>
    </p:spTree>
    <p:extLst>
      <p:ext uri="{BB962C8B-B14F-4D97-AF65-F5344CB8AC3E}">
        <p14:creationId xmlns:p14="http://schemas.microsoft.com/office/powerpoint/2010/main" val="711388994"/>
      </p:ext>
    </p:extLst>
  </p:cSld>
</p:sld>
</file>

<file path=ppt/slides/slide3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53ADF6-9B02-476E-9C81-62D777F7B78C}"/>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C60CE5-D1C3-427D-B1D7-1B6C0F9B5C87}"/>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8AE63DF6-8B8E-41B7-B204-EB7175226820}"/>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29645361-7DED-488C-8913-E3A77853ED36}"/>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변경된 코드 읽기</a:t>
            </a:r>
          </a:p>
        </p:txBody>
      </p:sp>
      <p:sp>
        <p:nvSpPr>
          <p:cNvPr id="5" name="">
            <a:extLst xmlns:a="http://schemas.openxmlformats.org/drawingml/2006/main">
              <a:ext uri="{FF2B5EF4-FFF2-40B4-BE49-F238E27FC236}">
                <a16:creationId xmlns:a16="http://schemas.microsoft.com/office/drawing/2014/main" id="{0FA39E1B-663E-4BC7-B8C4-76570F522F49}"/>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0197B8C-4CBD-4308-9A93-09CBB31E04AA}"/>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2C7B5956-C02D-4F47-B59A-6609F135121E}"/>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02198FCF-69CD-446B-A91B-0C7C5E678117}"/>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CD551745-0FB6-4D70-A396-4A48E0049E7B}"/>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2026.10.20</a:t>
            </a:r>
          </a:p>
        </p:txBody>
      </p:sp>
      <p:sp>
        <p:nvSpPr>
          <p:cNvPr id="10" name="">
            <a:extLst xmlns:a="http://schemas.openxmlformats.org/drawingml/2006/main">
              <a:ext uri="{FF2B5EF4-FFF2-40B4-BE49-F238E27FC236}">
                <a16:creationId xmlns:a16="http://schemas.microsoft.com/office/drawing/2014/main" id="{44D12246-CFA7-48F9-BD18-D5B0F8CEB616}"/>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033</a:t>
            </a:r>
          </a:p>
        </p:txBody>
      </p:sp>
    </p:spTree>
    <p:extLst>
      <p:ext uri="{BB962C8B-B14F-4D97-AF65-F5344CB8AC3E}">
        <p14:creationId xmlns:p14="http://schemas.microsoft.com/office/powerpoint/2010/main" val="676982413"/>
      </p:ext>
    </p:extLst>
  </p:cSld>
</p:sld>
</file>

<file path=ppt/slides/slide3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D497A2-D95F-4742-A35F-7B15A4A05D2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8C08BDF-DD72-4B37-9D49-CA0A2FEDB8C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설명과 실제 코드를 대조하기</a:t>
            </a:r>
          </a:p>
        </p:txBody>
      </p:sp>
      <p:sp>
        <p:nvSpPr>
          <p:cNvPr id="3" name="">
            <a:extLst xmlns:a="http://schemas.openxmlformats.org/drawingml/2006/main">
              <a:ext uri="{FF2B5EF4-FFF2-40B4-BE49-F238E27FC236}">
                <a16:creationId xmlns:a16="http://schemas.microsoft.com/office/drawing/2014/main" id="{5495EACA-890B-4FBA-A00C-1060E36E4CF0}"/>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AFFE83F-6994-46CF-B392-487208B37A7E}"/>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코드 비교에서 어느 줄을 고쳤는지 봅니다.</a:t>
            </a:r>
          </a:p>
        </p:txBody>
      </p:sp>
      <p:sp>
        <p:nvSpPr>
          <p:cNvPr id="5" name="">
            <a:extLst xmlns:a="http://schemas.openxmlformats.org/drawingml/2006/main">
              <a:ext uri="{FF2B5EF4-FFF2-40B4-BE49-F238E27FC236}">
                <a16:creationId xmlns:a16="http://schemas.microsoft.com/office/drawing/2014/main" id="{1EBC12E7-F17F-4D5B-8EEA-852A69D3C5BA}"/>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실행 명령과 넣은 값, 나온 결과를 확인합니다.</a:t>
            </a:r>
          </a:p>
        </p:txBody>
      </p:sp>
      <p:sp>
        <p:nvSpPr>
          <p:cNvPr id="6" name="">
            <a:extLst xmlns:a="http://schemas.openxmlformats.org/drawingml/2006/main">
              <a:ext uri="{FF2B5EF4-FFF2-40B4-BE49-F238E27FC236}">
                <a16:creationId xmlns:a16="http://schemas.microsoft.com/office/drawing/2014/main" id="{7489255B-56FE-4C64-B1D5-A7B7081A906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665A513-3816-40E1-9241-11BB34C0CC5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2FE5BF05-F5E0-447E-88DB-8CD52C80B03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034</a:t>
            </a:r>
          </a:p>
        </p:txBody>
      </p:sp>
    </p:spTree>
    <p:extLst>
      <p:ext uri="{BB962C8B-B14F-4D97-AF65-F5344CB8AC3E}">
        <p14:creationId xmlns:p14="http://schemas.microsoft.com/office/powerpoint/2010/main" val="1462280617"/>
      </p:ext>
    </p:extLst>
  </p:cSld>
</p:sld>
</file>

<file path=ppt/slides/slide3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C4FF0B4-0352-40D2-9650-06FBC1F50A2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9435384-3388-4410-875E-83BE2775689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A07  변경 비교 읽기</a:t>
            </a:r>
          </a:p>
        </p:txBody>
      </p:sp>
      <p:sp>
        <p:nvSpPr>
          <p:cNvPr id="3" name="">
            <a:extLst xmlns:a="http://schemas.openxmlformats.org/drawingml/2006/main">
              <a:ext uri="{FF2B5EF4-FFF2-40B4-BE49-F238E27FC236}">
                <a16:creationId xmlns:a16="http://schemas.microsoft.com/office/drawing/2014/main" id="{AF9E4885-CF52-4347-9EF0-A4F56576999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이전 줄</a:t>
            </a:r>
          </a:p>
        </p:txBody>
      </p:sp>
      <p:sp>
        <p:nvSpPr>
          <p:cNvPr id="4" name="">
            <a:extLst xmlns:a="http://schemas.openxmlformats.org/drawingml/2006/main">
              <a:ext uri="{FF2B5EF4-FFF2-40B4-BE49-F238E27FC236}">
                <a16:creationId xmlns:a16="http://schemas.microsoft.com/office/drawing/2014/main" id="{FC099562-0772-40DE-B3D5-AB92820ADD4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8F9929-DCC8-4FC7-BB20-EEB9F9E9A41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-는 </a:t>
            </a:r>
            <a:r>
              <a:rPr b="1">
                <a:solidFill>
                  <a:srgbClr val="002FA7"/>
                </a:solidFill>
              </a:rPr>
              <a:t>이전 줄</a:t>
            </a:r>
            <a:r>
              <a:t>, +는 </a:t>
            </a:r>
            <a:r>
              <a:rPr b="1">
                <a:solidFill>
                  <a:srgbClr val="002FA7"/>
                </a:solidFill>
              </a:rPr>
              <a:t>새 줄</a:t>
            </a:r>
            <a:r>
              <a:t>의 표시입니다.</a:t>
            </a:r>
          </a:p>
        </p:txBody>
      </p:sp>
      <p:sp>
        <p:nvSpPr>
          <p:cNvPr id="6" name="">
            <a:extLst xmlns:a="http://schemas.openxmlformats.org/drawingml/2006/main">
              <a:ext uri="{FF2B5EF4-FFF2-40B4-BE49-F238E27FC236}">
                <a16:creationId xmlns:a16="http://schemas.microsoft.com/office/drawing/2014/main" id="{552AE3CE-79A9-49BD-BF47-3865C260E832}"/>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최종 파일에 비교 기호를 넣지 않습니다.</a:t>
            </a:r>
          </a:p>
        </p:txBody>
      </p:sp>
      <p:sp>
        <p:nvSpPr>
          <p:cNvPr id="7" name="">
            <a:extLst xmlns:a="http://schemas.openxmlformats.org/drawingml/2006/main">
              <a:ext uri="{FF2B5EF4-FFF2-40B4-BE49-F238E27FC236}">
                <a16:creationId xmlns:a16="http://schemas.microsoft.com/office/drawing/2014/main" id="{D0AAF1C3-7575-4338-8545-D28E8FEC60F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3CB2441-3A60-458B-9C86-CB0560A7C8F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0F42D39D-A954-4FCF-BC93-FE1DCEB7370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035</a:t>
            </a:r>
          </a:p>
        </p:txBody>
      </p:sp>
    </p:spTree>
    <p:extLst>
      <p:ext uri="{BB962C8B-B14F-4D97-AF65-F5344CB8AC3E}">
        <p14:creationId xmlns:p14="http://schemas.microsoft.com/office/powerpoint/2010/main" val="1180160881"/>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226EC0A-C0B4-45B6-ACD2-CFB704F6682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7DB0B7A-B327-4FAC-B392-952EADAFAF5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변경 비교 읽기의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3657600"/>
                <a:gridCol w="2612571"/>
                <a:gridCol w="4702629"/>
              </a:tblGrid>
              <a:tr h="733425">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이전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제안 A</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기준</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28</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27</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0으로 치환</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비교</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&gt;</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&gt;=</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F5C973E3-503F-4D20-9E8E-B13F97844DDA}"/>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바뀐 줄이 요청한 조건을 지키는지 봅니다.</a:t>
            </a:r>
          </a:p>
        </p:txBody>
      </p:sp>
      <p:sp>
        <p:nvSpPr>
          <p:cNvPr id="5" name="">
            <a:extLst xmlns:a="http://schemas.openxmlformats.org/drawingml/2006/main">
              <a:ext uri="{FF2B5EF4-FFF2-40B4-BE49-F238E27FC236}">
                <a16:creationId xmlns:a16="http://schemas.microsoft.com/office/drawing/2014/main" id="{C16CAD3D-79A9-4491-A9F1-D616651EE86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2D233B7-7812-496F-A9C0-C16F16A4AF9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E595FEBD-1A18-4D00-B54B-53D3E38DA15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284499714"/>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367595-D07C-4740-9452-BE81213BCCF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06615582-E235-4868-8B9A-123F0ED71E8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문구보다 변경</a:t>
            </a:r>
          </a:p>
        </p:txBody>
      </p:sp>
      <p:sp>
        <p:nvSpPr>
          <p:cNvPr id="3" name="">
            <a:extLst xmlns:a="http://schemas.openxmlformats.org/drawingml/2006/main">
              <a:ext uri="{FF2B5EF4-FFF2-40B4-BE49-F238E27FC236}">
                <a16:creationId xmlns:a16="http://schemas.microsoft.com/office/drawing/2014/main" id="{62F98547-280E-4A44-8DB6-13933DF5F7BA}"/>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0686E7A-A1BD-40CB-976D-082AED9D9DF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threshold=27</a:t>
            </a:r>
            <a:r>
              <a:t>은 유지 조건을 어겼습니다.</a:t>
            </a:r>
          </a:p>
        </p:txBody>
      </p:sp>
      <p:sp>
        <p:nvSpPr>
          <p:cNvPr id="5" name="">
            <a:extLst xmlns:a="http://schemas.openxmlformats.org/drawingml/2006/main">
              <a:ext uri="{FF2B5EF4-FFF2-40B4-BE49-F238E27FC236}">
                <a16:creationId xmlns:a16="http://schemas.microsoft.com/office/drawing/2014/main" id="{9F625522-1893-4462-AD80-DF733238E0FE}"/>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None을 0</a:t>
            </a:r>
            <a:r>
              <a:t>으로 바꾸면 누락이 사라집니다.</a:t>
            </a:r>
          </a:p>
        </p:txBody>
      </p:sp>
      <p:sp>
        <p:nvSpPr>
          <p:cNvPr id="6" name="">
            <a:extLst xmlns:a="http://schemas.openxmlformats.org/drawingml/2006/main">
              <a:ext uri="{FF2B5EF4-FFF2-40B4-BE49-F238E27FC236}">
                <a16:creationId xmlns:a16="http://schemas.microsoft.com/office/drawing/2014/main" id="{C965510A-41E8-4072-AB69-B288AA7056F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5B4F61C-B702-4010-8491-190894FFF40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43826767-057A-46E0-8AC6-6C64D36D3C4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1903405902"/>
      </p:ext>
    </p:extLst>
  </p:cSld>
</p:sld>
</file>

<file path=ppt/slides/slide3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F2B18A1-F806-4736-857B-D32445B4B93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FD6A0544-77AE-4832-A9C2-3693D8DFD9D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설명과 코드가 다르다면</a:t>
            </a:r>
          </a:p>
        </p:txBody>
      </p:sp>
      <p:sp>
        <p:nvSpPr>
          <p:cNvPr id="3" name="">
            <a:extLst xmlns:a="http://schemas.openxmlformats.org/drawingml/2006/main">
              <a:ext uri="{FF2B5EF4-FFF2-40B4-BE49-F238E27FC236}">
                <a16:creationId xmlns:a16="http://schemas.microsoft.com/office/drawing/2014/main" id="{92577B73-DAC2-4E5F-B876-C0A5092B204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AI의 설명과 실제 코드가 다릅니다.</a:t>
            </a:r>
          </a:p>
        </p:txBody>
      </p:sp>
      <p:sp>
        <p:nvSpPr>
          <p:cNvPr id="4" name="">
            <a:extLst xmlns:a="http://schemas.openxmlformats.org/drawingml/2006/main">
              <a:ext uri="{FF2B5EF4-FFF2-40B4-BE49-F238E27FC236}">
                <a16:creationId xmlns:a16="http://schemas.microsoft.com/office/drawing/2014/main" id="{D1AF70CE-B569-4A0E-8CC2-106EC00C831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줄과 실행 결과를 확인해야 할까요?</a:t>
            </a:r>
          </a:p>
        </p:txBody>
      </p:sp>
      <p:sp>
        <p:nvSpPr>
          <p:cNvPr id="5" name="">
            <a:extLst xmlns:a="http://schemas.openxmlformats.org/drawingml/2006/main">
              <a:ext uri="{FF2B5EF4-FFF2-40B4-BE49-F238E27FC236}">
                <a16:creationId xmlns:a16="http://schemas.microsoft.com/office/drawing/2014/main" id="{2658B760-ABBD-4EEF-86C7-D4A4E5D0BFE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546E338-F2F0-4B25-8411-7F354942A03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34CF2C1A-854A-4732-BB2F-86B6899E5CF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038</a:t>
            </a:r>
          </a:p>
        </p:txBody>
      </p:sp>
    </p:spTree>
    <p:extLst>
      <p:ext uri="{BB962C8B-B14F-4D97-AF65-F5344CB8AC3E}">
        <p14:creationId xmlns:p14="http://schemas.microsoft.com/office/powerpoint/2010/main" val="1724062733"/>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CA02073-C9DE-4A0F-9928-ABA60B74E35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4550F3E4-4E3C-4DF8-8321-BFBDFD00DFB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A08  AI의 설명을 확인하기</a:t>
            </a:r>
          </a:p>
        </p:txBody>
      </p:sp>
      <p:sp>
        <p:nvSpPr>
          <p:cNvPr id="3" name="">
            <a:extLst xmlns:a="http://schemas.openxmlformats.org/drawingml/2006/main">
              <a:ext uri="{FF2B5EF4-FFF2-40B4-BE49-F238E27FC236}">
                <a16:creationId xmlns:a16="http://schemas.microsoft.com/office/drawing/2014/main" id="{AF62AD55-A7F1-46CE-99FE-A0204A0ED53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수정·검사·운영</a:t>
            </a:r>
          </a:p>
        </p:txBody>
      </p:sp>
      <p:sp>
        <p:nvSpPr>
          <p:cNvPr id="4" name="">
            <a:extLst xmlns:a="http://schemas.openxmlformats.org/drawingml/2006/main">
              <a:ext uri="{FF2B5EF4-FFF2-40B4-BE49-F238E27FC236}">
                <a16:creationId xmlns:a16="http://schemas.microsoft.com/office/drawing/2014/main" id="{1328D1F7-6185-41A7-BB58-56F5096F39BB}"/>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E47576-6F41-4B40-9C86-88931CC6D73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수정·검사·운영</a:t>
            </a:r>
            <a:r>
              <a:t>을 완료했는지 따로 묻습니다.</a:t>
            </a:r>
          </a:p>
        </p:txBody>
      </p:sp>
      <p:sp>
        <p:nvSpPr>
          <p:cNvPr id="6" name="">
            <a:extLst xmlns:a="http://schemas.openxmlformats.org/drawingml/2006/main">
              <a:ext uri="{FF2B5EF4-FFF2-40B4-BE49-F238E27FC236}">
                <a16:creationId xmlns:a16="http://schemas.microsoft.com/office/drawing/2014/main" id="{D9F39467-C96A-429C-979F-7CF96B40D57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각각의 바뀐 파일과 실행 결과를 확인합니다.</a:t>
            </a:r>
          </a:p>
        </p:txBody>
      </p:sp>
      <p:sp>
        <p:nvSpPr>
          <p:cNvPr id="7" name="">
            <a:extLst xmlns:a="http://schemas.openxmlformats.org/drawingml/2006/main">
              <a:ext uri="{FF2B5EF4-FFF2-40B4-BE49-F238E27FC236}">
                <a16:creationId xmlns:a16="http://schemas.microsoft.com/office/drawing/2014/main" id="{2BAECED5-26F4-43C8-9C7D-CD055DCD82A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5A51739-C0D6-4DD6-B0B4-6C72E721209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754B1068-F849-4EC3-A0A8-F266B423997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1955941317"/>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FE2A5A-3818-4236-973A-E80F1C26BB5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1B27CF88-2529-4C6C-8DEE-56ACA4CE340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AI 주장과 근거의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4389120"/>
                <a:gridCol w="6583680"/>
              </a:tblGrid>
              <a:tr h="733425">
                <a:tc>
                  <a:txBody>
                    <a:bodyPr wrap="square"/>
                    <a:lstStyle/>
                    <a:p>
                      <a:pPr>
                        <a:lnSpc>
                          <a:spcPct val="94000"/>
                        </a:lnSpc>
                        <a:buNone/>
                      </a:pPr>
                      <a:r>
                        <a:rPr sz="2100" b="1">
                          <a:solidFill>
                            <a:srgbClr val="FFFFFF"/>
                          </a:solidFill>
                          <a:latin typeface="Noto Sans KR"/>
                          <a:ea typeface="Noto Sans KR"/>
                          <a:cs typeface="Noto Sans KR"/>
                        </a:rPr>
                        <a:t>주장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필요한 근거</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수정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파일 차이</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검사</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명령·입력·출력</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실제 운영</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현장 조건의 관찰</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C1A41A7C-937B-4834-8350-0E7861F25ADA}"/>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확인할 결과가 없다면 미확인으로 적습니다.</a:t>
            </a:r>
          </a:p>
        </p:txBody>
      </p:sp>
      <p:sp>
        <p:nvSpPr>
          <p:cNvPr id="5" name="">
            <a:extLst xmlns:a="http://schemas.openxmlformats.org/drawingml/2006/main">
              <a:ext uri="{FF2B5EF4-FFF2-40B4-BE49-F238E27FC236}">
                <a16:creationId xmlns:a16="http://schemas.microsoft.com/office/drawing/2014/main" id="{EC21DC92-0E47-47DA-8C3A-07659C37831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073EDB6-BA66-4B15-A577-4BA2EED8C99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2FA32A07-FC81-49D0-8BCF-80338CACE95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1709066222"/>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81A6B4-3A85-41D5-A1DA-3E918DF52FD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3C00126-C244-46AC-8A0C-DE7E6F46089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가상 검사로 확인한 것만 쓰기</a:t>
            </a:r>
          </a:p>
        </p:txBody>
      </p:sp>
      <p:sp>
        <p:nvSpPr>
          <p:cNvPr id="3" name="">
            <a:extLst xmlns:a="http://schemas.openxmlformats.org/drawingml/2006/main">
              <a:ext uri="{FF2B5EF4-FFF2-40B4-BE49-F238E27FC236}">
                <a16:creationId xmlns:a16="http://schemas.microsoft.com/office/drawing/2014/main" id="{763BEEB3-6E5C-4D18-8499-5A8576F5A9FC}"/>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8DF617A-A5CF-4CB7-94FC-5D00A6EE1881}"/>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가상 입력으로 검사한 결과까지만 보고합니다.</a:t>
            </a:r>
          </a:p>
        </p:txBody>
      </p:sp>
      <p:sp>
        <p:nvSpPr>
          <p:cNvPr id="5" name="">
            <a:extLst xmlns:a="http://schemas.openxmlformats.org/drawingml/2006/main">
              <a:ext uri="{FF2B5EF4-FFF2-40B4-BE49-F238E27FC236}">
                <a16:creationId xmlns:a16="http://schemas.microsoft.com/office/drawing/2014/main" id="{2AB93D70-43C9-4542-8FE8-2EDDE6838AAC}"/>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실제 장비에서 잘 되는지는 따로 시험해야 합니다.</a:t>
            </a:r>
          </a:p>
        </p:txBody>
      </p:sp>
      <p:sp>
        <p:nvSpPr>
          <p:cNvPr id="6" name="">
            <a:extLst xmlns:a="http://schemas.openxmlformats.org/drawingml/2006/main">
              <a:ext uri="{FF2B5EF4-FFF2-40B4-BE49-F238E27FC236}">
                <a16:creationId xmlns:a16="http://schemas.microsoft.com/office/drawing/2014/main" id="{D75FD6BB-5403-4FE9-A92D-BBC283F8217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5D17D56-B254-40A7-B1EC-1D60A311BBA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03FBE316-0760-4C8C-ABFD-72570BEA1B3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990308180"/>
      </p:ext>
    </p:extLst>
  </p:cSld>
</p:sld>
</file>

<file path=ppt/slides/slide4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8BF228C-EE63-4B92-BD66-4EF9435BD81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90D7D148-42A6-4BFA-8891-2DD8F622B2A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완료 문장 검토</a:t>
            </a:r>
          </a:p>
        </p:txBody>
      </p:sp>
      <p:sp>
        <p:nvSpPr>
          <p:cNvPr id="3" name="">
            <a:extLst xmlns:a="http://schemas.openxmlformats.org/drawingml/2006/main">
              <a:ext uri="{FF2B5EF4-FFF2-40B4-BE49-F238E27FC236}">
                <a16:creationId xmlns:a16="http://schemas.microsoft.com/office/drawing/2014/main" id="{7939C1CF-5505-42AA-84EB-C5649EDF948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“실제 장비도 안정적”이라고 적었습니다.</a:t>
            </a:r>
          </a:p>
        </p:txBody>
      </p:sp>
      <p:sp>
        <p:nvSpPr>
          <p:cNvPr id="4" name="">
            <a:extLst xmlns:a="http://schemas.openxmlformats.org/drawingml/2006/main">
              <a:ext uri="{FF2B5EF4-FFF2-40B4-BE49-F238E27FC236}">
                <a16:creationId xmlns:a16="http://schemas.microsoft.com/office/drawing/2014/main" id="{5FE358A6-06F6-4B08-A3C8-71C51538DB9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현재 자료로 확인할 수 있나요?</a:t>
            </a:r>
          </a:p>
        </p:txBody>
      </p:sp>
      <p:sp>
        <p:nvSpPr>
          <p:cNvPr id="5" name="">
            <a:extLst xmlns:a="http://schemas.openxmlformats.org/drawingml/2006/main">
              <a:ext uri="{FF2B5EF4-FFF2-40B4-BE49-F238E27FC236}">
                <a16:creationId xmlns:a16="http://schemas.microsoft.com/office/drawing/2014/main" id="{B332C831-36FA-4319-A2B0-F6D70D3390B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D6B846C-0BE9-456A-8369-FC47C7E2DF2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3AC32897-C6A4-4C1C-A64B-3C3267243B0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042</a:t>
            </a:r>
          </a:p>
        </p:txBody>
      </p:sp>
    </p:spTree>
    <p:extLst>
      <p:ext uri="{BB962C8B-B14F-4D97-AF65-F5344CB8AC3E}">
        <p14:creationId xmlns:p14="http://schemas.microsoft.com/office/powerpoint/2010/main" val="248807327"/>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7DA3BE4-C01A-4970-A0B3-2F622DDAAE2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EBABD301-4345-47DB-A891-F9ED4192A53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A09  고친 파일을 실행하기</a:t>
            </a:r>
          </a:p>
        </p:txBody>
      </p:sp>
      <p:sp>
        <p:nvSpPr>
          <p:cNvPr id="3" name="">
            <a:extLst xmlns:a="http://schemas.openxmlformats.org/drawingml/2006/main">
              <a:ext uri="{FF2B5EF4-FFF2-40B4-BE49-F238E27FC236}">
                <a16:creationId xmlns:a16="http://schemas.microsoft.com/office/drawing/2014/main" id="{E5EB9BFD-5E52-4764-911D-37E34E614BD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code</a:t>
            </a:r>
          </a:p>
        </p:txBody>
      </p:sp>
      <p:sp>
        <p:nvSpPr>
          <p:cNvPr id="4" name="">
            <a:extLst xmlns:a="http://schemas.openxmlformats.org/drawingml/2006/main">
              <a:ext uri="{FF2B5EF4-FFF2-40B4-BE49-F238E27FC236}">
                <a16:creationId xmlns:a16="http://schemas.microsoft.com/office/drawing/2014/main" id="{481C849B-63D0-46DA-962F-F5DDBFDF78BA}"/>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CD66EA-4410-4934-9AFE-C41245F9960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code</a:t>
            </a:r>
            <a:r>
              <a:t>는 원본, </a:t>
            </a:r>
            <a:r>
              <a:rPr b="1">
                <a:solidFill>
                  <a:srgbClr val="002FA7"/>
                </a:solidFill>
              </a:rPr>
              <a:t>work</a:t>
            </a:r>
            <a:r>
              <a:t>는 수정할 복사본입니다.</a:t>
            </a:r>
          </a:p>
        </p:txBody>
      </p:sp>
      <p:sp>
        <p:nvSpPr>
          <p:cNvPr id="6" name="">
            <a:extLst xmlns:a="http://schemas.openxmlformats.org/drawingml/2006/main">
              <a:ext uri="{FF2B5EF4-FFF2-40B4-BE49-F238E27FC236}">
                <a16:creationId xmlns:a16="http://schemas.microsoft.com/office/drawing/2014/main" id="{71967564-915D-496A-82C8-2DE5995A0B9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work</a:t>
            </a:r>
            <a:r>
              <a:t>에서 고친 파일을 실행합니다.</a:t>
            </a:r>
          </a:p>
        </p:txBody>
      </p:sp>
      <p:sp>
        <p:nvSpPr>
          <p:cNvPr id="7" name="">
            <a:extLst xmlns:a="http://schemas.openxmlformats.org/drawingml/2006/main">
              <a:ext uri="{FF2B5EF4-FFF2-40B4-BE49-F238E27FC236}">
                <a16:creationId xmlns:a16="http://schemas.microsoft.com/office/drawing/2014/main" id="{3EEF8420-D437-4AEE-8744-C8EDFEC0885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285E30B-971B-4D72-BF95-2DB808AA897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C63900E3-243E-47BD-9837-68933F6990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1379809743"/>
      </p:ext>
    </p:extLst>
  </p:cSld>
</p:sld>
</file>

<file path=ppt/slides/slide4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146F7C-6235-4384-B89D-9F25B92CFCB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585861F-7E4F-4016-8BDD-59FF438EED2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작업본과 실행 파일의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7945821"/>
                <a:gridCol w="3026979"/>
              </a:tblGrid>
              <a:tr h="733425">
                <a:tc>
                  <a:txBody>
                    <a:bodyPr wrap="square"/>
                    <a:lstStyle/>
                    <a:p>
                      <a:pPr>
                        <a:lnSpc>
                          <a:spcPct val="94000"/>
                        </a:lnSpc>
                        <a:buNone/>
                      </a:pPr>
                      <a:r>
                        <a:rPr sz="2100" b="1">
                          <a:solidFill>
                            <a:srgbClr val="FFFFFF"/>
                          </a:solidFill>
                          <a:latin typeface="Noto Sans KR"/>
                          <a:ea typeface="Noto Sans KR"/>
                          <a:cs typeface="Noto Sans KR"/>
                        </a:rPr>
                        <a:t>경로</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역할</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code/baseline.py</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원본</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work/classifier.py</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학생 수정</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data/cases.json</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검사 기준</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1DFD7171-2587-43DB-93A3-51168D754EF4}"/>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ZIP을 풀고 실제 폴더에서 작업합니다.</a:t>
            </a:r>
          </a:p>
        </p:txBody>
      </p:sp>
      <p:sp>
        <p:nvSpPr>
          <p:cNvPr id="5" name="">
            <a:extLst xmlns:a="http://schemas.openxmlformats.org/drawingml/2006/main">
              <a:ext uri="{FF2B5EF4-FFF2-40B4-BE49-F238E27FC236}">
                <a16:creationId xmlns:a16="http://schemas.microsoft.com/office/drawing/2014/main" id="{0B1A477B-458D-4564-8F61-254E417FC77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019128D-B77E-412B-A983-1A79CA0B187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7719CE6C-2584-4785-BCE0-65E09382336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044</a:t>
            </a:r>
          </a:p>
        </p:txBody>
      </p:sp>
    </p:spTree>
    <p:extLst>
      <p:ext uri="{BB962C8B-B14F-4D97-AF65-F5344CB8AC3E}">
        <p14:creationId xmlns:p14="http://schemas.microsoft.com/office/powerpoint/2010/main" val="1544824577"/>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07AC0F-E690-421B-9E12-F46A399CBFF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90E5E7A-C6C2-4A69-821D-CCB259115A0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수정이 안 보이는 이유</a:t>
            </a:r>
          </a:p>
        </p:txBody>
      </p:sp>
      <p:sp>
        <p:nvSpPr>
          <p:cNvPr id="3" name="">
            <a:extLst xmlns:a="http://schemas.openxmlformats.org/drawingml/2006/main">
              <a:ext uri="{FF2B5EF4-FFF2-40B4-BE49-F238E27FC236}">
                <a16:creationId xmlns:a16="http://schemas.microsoft.com/office/drawing/2014/main" id="{FB21C616-DACF-48F7-9EBF-D23DFA953D8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07BACD5-753A-4728-86B6-BA4B7AC0A44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저장한 경로와 실행한 경로를 비교합니다.</a:t>
            </a:r>
          </a:p>
        </p:txBody>
      </p:sp>
      <p:sp>
        <p:nvSpPr>
          <p:cNvPr id="5" name="">
            <a:extLst xmlns:a="http://schemas.openxmlformats.org/drawingml/2006/main">
              <a:ext uri="{FF2B5EF4-FFF2-40B4-BE49-F238E27FC236}">
                <a16:creationId xmlns:a16="http://schemas.microsoft.com/office/drawing/2014/main" id="{5AC629BD-59F6-4894-86B3-C69B5AB768C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44CFB35-02FC-4E9E-B20E-39C4321950A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DABF808-9CA5-4BC5-9FCB-EA120D76F74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원본까지 고치면 처음 코드로 되돌리기 어렵습니다.</a:t>
            </a:r>
          </a:p>
        </p:txBody>
      </p:sp>
      <p:sp>
        <p:nvSpPr>
          <p:cNvPr id="8" name="">
            <a:extLst xmlns:a="http://schemas.openxmlformats.org/drawingml/2006/main">
              <a:ext uri="{FF2B5EF4-FFF2-40B4-BE49-F238E27FC236}">
                <a16:creationId xmlns:a16="http://schemas.microsoft.com/office/drawing/2014/main" id="{88AB7F9D-E9A5-461C-9D54-C87D29BA8E1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03A17BB-4678-4F24-8EA0-DF6788AE9F0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1BF5C30C-F9B1-4386-B51A-2B7D0A5635E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1924627192"/>
      </p:ext>
    </p:extLst>
  </p:cSld>
</p:sld>
</file>

<file path=ppt/slides/slide4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99682C9-785A-43A1-9C73-29EC51BCE77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778CDA4D-6BD2-49D2-8EA2-102040E1492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같은 이름의 파일</a:t>
            </a:r>
          </a:p>
        </p:txBody>
      </p:sp>
      <p:sp>
        <p:nvSpPr>
          <p:cNvPr id="3" name="">
            <a:extLst xmlns:a="http://schemas.openxmlformats.org/drawingml/2006/main">
              <a:ext uri="{FF2B5EF4-FFF2-40B4-BE49-F238E27FC236}">
                <a16:creationId xmlns:a16="http://schemas.microsoft.com/office/drawing/2014/main" id="{4CEE91AE-825B-43F3-B3AC-7135CE01EE5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work를 고쳤는데 baseline을 실행했습니다.</a:t>
            </a:r>
          </a:p>
        </p:txBody>
      </p:sp>
      <p:sp>
        <p:nvSpPr>
          <p:cNvPr id="4" name="">
            <a:extLst xmlns:a="http://schemas.openxmlformats.org/drawingml/2006/main">
              <a:ext uri="{FF2B5EF4-FFF2-40B4-BE49-F238E27FC236}">
                <a16:creationId xmlns:a16="http://schemas.microsoft.com/office/drawing/2014/main" id="{390745C0-F68A-4DE8-8B3C-C08B6D63F5E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고친 코드도 시험했다고 말할 수 있나요?</a:t>
            </a:r>
          </a:p>
        </p:txBody>
      </p:sp>
      <p:sp>
        <p:nvSpPr>
          <p:cNvPr id="5" name="">
            <a:extLst xmlns:a="http://schemas.openxmlformats.org/drawingml/2006/main">
              <a:ext uri="{FF2B5EF4-FFF2-40B4-BE49-F238E27FC236}">
                <a16:creationId xmlns:a16="http://schemas.microsoft.com/office/drawing/2014/main" id="{3324020F-EE2D-4E03-8D1E-2CF977D0BE2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6D502E5-B335-4187-924F-9783291BDBF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3DD9B3E0-0583-4963-9CFB-D68DFFAF6F3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046</a:t>
            </a:r>
          </a:p>
        </p:txBody>
      </p:sp>
    </p:spTree>
    <p:extLst>
      <p:ext uri="{BB962C8B-B14F-4D97-AF65-F5344CB8AC3E}">
        <p14:creationId xmlns:p14="http://schemas.microsoft.com/office/powerpoint/2010/main" val="2135205026"/>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2679EB1-1C6F-4790-AE93-07D3CBEB008B}"/>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BDD311-411C-4BD1-98CC-59928EF560CD}"/>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BB8D55B4-D00C-4751-AAC2-CC1018D68C6A}"/>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A1846A18-B66B-49B3-93AE-ED20668976C6}"/>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예상과 실제 결과</a:t>
            </a:r>
          </a:p>
        </p:txBody>
      </p:sp>
      <p:sp>
        <p:nvSpPr>
          <p:cNvPr id="5" name="">
            <a:extLst xmlns:a="http://schemas.openxmlformats.org/drawingml/2006/main">
              <a:ext uri="{FF2B5EF4-FFF2-40B4-BE49-F238E27FC236}">
                <a16:creationId xmlns:a16="http://schemas.microsoft.com/office/drawing/2014/main" id="{92E47ECF-B312-42CE-BA94-8FFAE5C6A4A9}"/>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BF522ED-7616-4E3A-8BC9-D47CFCB46FC7}"/>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0A711FB5-FF27-46A8-9D04-E1E00D9696DC}"/>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EC6C432F-D541-4F94-8F91-75B3C08A0FE2}"/>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27362AD6-1849-475B-87CC-60D87C8476A9}"/>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2026.10.20</a:t>
            </a:r>
          </a:p>
        </p:txBody>
      </p:sp>
      <p:sp>
        <p:nvSpPr>
          <p:cNvPr id="10" name="">
            <a:extLst xmlns:a="http://schemas.openxmlformats.org/drawingml/2006/main">
              <a:ext uri="{FF2B5EF4-FFF2-40B4-BE49-F238E27FC236}">
                <a16:creationId xmlns:a16="http://schemas.microsoft.com/office/drawing/2014/main" id="{F71E5575-7FFC-421D-9F13-5AE982CBB4E7}"/>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288181817"/>
      </p:ext>
    </p:extLst>
  </p:cSld>
</p:sld>
</file>

<file path=ppt/slides/slide4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F44FBEB-5DB8-4435-8DC1-72EDEA87B9F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C963959-C0BF-4648-8030-957BB7BEEF3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실패를 읽는 순서</a:t>
            </a:r>
          </a:p>
        </p:txBody>
      </p:sp>
      <p:sp>
        <p:nvSpPr>
          <p:cNvPr id="3" name="">
            <a:extLst xmlns:a="http://schemas.openxmlformats.org/drawingml/2006/main">
              <a:ext uri="{FF2B5EF4-FFF2-40B4-BE49-F238E27FC236}">
                <a16:creationId xmlns:a16="http://schemas.microsoft.com/office/drawing/2014/main" id="{5E352E45-3F43-4509-805B-9AB7DC12700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69C6B07-39CB-433E-812C-CC576168463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어느 파일을 실행했는지 봅니다.</a:t>
            </a:r>
          </a:p>
        </p:txBody>
      </p:sp>
      <p:sp>
        <p:nvSpPr>
          <p:cNvPr id="5" name="">
            <a:extLst xmlns:a="http://schemas.openxmlformats.org/drawingml/2006/main">
              <a:ext uri="{FF2B5EF4-FFF2-40B4-BE49-F238E27FC236}">
                <a16:creationId xmlns:a16="http://schemas.microsoft.com/office/drawing/2014/main" id="{1985C385-F9C6-47CB-87E0-10EF2C67C13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047B420-6C4C-4EB5-A386-62E6907C064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4658E00-0DBD-49EB-B234-300FBA4B0CB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기대와 실제가 다른 행을 찾습니다.</a:t>
            </a:r>
          </a:p>
        </p:txBody>
      </p:sp>
      <p:sp>
        <p:nvSpPr>
          <p:cNvPr id="8" name="">
            <a:extLst xmlns:a="http://schemas.openxmlformats.org/drawingml/2006/main">
              <a:ext uri="{FF2B5EF4-FFF2-40B4-BE49-F238E27FC236}">
                <a16:creationId xmlns:a16="http://schemas.microsoft.com/office/drawing/2014/main" id="{E9638319-DBE3-4514-B903-6C6A1F390A4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715F78-1145-4C7A-872E-3862142BB35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345942AB-C195-4403-9850-3744B7FD070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048</a:t>
            </a:r>
          </a:p>
        </p:txBody>
      </p:sp>
    </p:spTree>
    <p:extLst>
      <p:ext uri="{BB962C8B-B14F-4D97-AF65-F5344CB8AC3E}">
        <p14:creationId xmlns:p14="http://schemas.microsoft.com/office/powerpoint/2010/main" val="1271752266"/>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11A73C-A278-4068-AEF6-75FF60D5688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4575051-4D73-410A-B00E-13E0BBA9B56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A10  실패한 입력부터 확인하기</a:t>
            </a:r>
          </a:p>
        </p:txBody>
      </p:sp>
      <p:sp>
        <p:nvSpPr>
          <p:cNvPr id="3" name="">
            <a:extLst xmlns:a="http://schemas.openxmlformats.org/drawingml/2006/main">
              <a:ext uri="{FF2B5EF4-FFF2-40B4-BE49-F238E27FC236}">
                <a16:creationId xmlns:a16="http://schemas.microsoft.com/office/drawing/2014/main" id="{98C6870D-6C99-4A37-BB57-8D745A4AC96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5E38589-F3A6-4D8C-AEBE-CC31F958458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수정 전에 같</a:t>
            </a:r>
            <a:r>
              <a:t>은 입력으로 실패를 다시 봅니다.</a:t>
            </a:r>
          </a:p>
        </p:txBody>
      </p:sp>
      <p:sp>
        <p:nvSpPr>
          <p:cNvPr id="5" name="">
            <a:extLst xmlns:a="http://schemas.openxmlformats.org/drawingml/2006/main">
              <a:ext uri="{FF2B5EF4-FFF2-40B4-BE49-F238E27FC236}">
                <a16:creationId xmlns:a16="http://schemas.microsoft.com/office/drawing/2014/main" id="{7FACB165-C979-4434-AD57-7CCA06A6F7C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9113F12-39A8-4A6B-A128-AB4363F3F5F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9FD47C1-158E-4CAE-9066-F1D169DC037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예상과 다른 결과를 보고 고칠 곳을 찾습니다.</a:t>
            </a:r>
          </a:p>
        </p:txBody>
      </p:sp>
      <p:sp>
        <p:nvSpPr>
          <p:cNvPr id="8" name="">
            <a:extLst xmlns:a="http://schemas.openxmlformats.org/drawingml/2006/main">
              <a:ext uri="{FF2B5EF4-FFF2-40B4-BE49-F238E27FC236}">
                <a16:creationId xmlns:a16="http://schemas.microsoft.com/office/drawing/2014/main" id="{4B543C79-3FC9-4B5E-9892-4E917C2E3B8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D870AFA-E209-42EE-89A7-C076B1D1247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ABBBF30C-33A1-4D33-8A42-928D4B22362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76710076"/>
      </p:ext>
    </p:extLst>
  </p:cSld>
</p:sld>
</file>

<file path=ppt/slides/slide5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6E3D011-0EF4-4068-9CA3-A361DE39E0A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79E42FFE-C258-421B-A0C8-ADCB6590381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실패도 검사 결과의 예</a:t>
            </a:r>
          </a:p>
        </p:txBody>
      </p:sp>
      <p:sp>
        <p:nvSpPr>
          <p:cNvPr id="3" name="">
            <a:extLst xmlns:a="http://schemas.openxmlformats.org/drawingml/2006/main">
              <a:ext uri="{FF2B5EF4-FFF2-40B4-BE49-F238E27FC236}">
                <a16:creationId xmlns:a16="http://schemas.microsoft.com/office/drawing/2014/main" id="{0F26729E-2BE6-4288-8FAB-605AEE246D73}"/>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압축을 푼 course</a:t>
            </a:r>
          </a:p>
        </p:txBody>
      </p:sp>
      <p:sp>
        <p:nvSpPr>
          <p:cNvPr id="4" name="">
            <a:extLst xmlns:a="http://schemas.openxmlformats.org/drawingml/2006/main">
              <a:ext uri="{FF2B5EF4-FFF2-40B4-BE49-F238E27FC236}">
                <a16:creationId xmlns:a16="http://schemas.microsoft.com/office/drawing/2014/main" id="{0A4CEB8B-CE56-4A49-B4D7-25F2B4151367}"/>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1AAE52-1019-4DE8-AED1-332E37B155F0}"/>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53C1D42C-CFB2-47CF-B8DE-4015106E73BE}"/>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python -X utf8 code/check_cases.py code/baseline.py</a:t>
            </a:r>
          </a:p>
        </p:txBody>
      </p:sp>
      <p:sp>
        <p:nvSpPr>
          <p:cNvPr id="7" name="">
            <a:extLst xmlns:a="http://schemas.openxmlformats.org/drawingml/2006/main">
              <a:ext uri="{FF2B5EF4-FFF2-40B4-BE49-F238E27FC236}">
                <a16:creationId xmlns:a16="http://schemas.microsoft.com/office/drawing/2014/main" id="{D9AAA07D-D59C-4EB2-A95C-1D0E4E89ACD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4F9565A-5385-4847-BB47-E65715A8D30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6A0222D4-B526-4038-8D86-CF9EA6600DA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050</a:t>
            </a:r>
          </a:p>
        </p:txBody>
      </p:sp>
    </p:spTree>
    <p:extLst>
      <p:ext uri="{BB962C8B-B14F-4D97-AF65-F5344CB8AC3E}">
        <p14:creationId xmlns:p14="http://schemas.microsoft.com/office/powerpoint/2010/main" val="1670707544"/>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2C1013C-F1E5-4281-9F57-F71B9F91A12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5E5B01B-4209-4A04-92CA-4CE76C12FBB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검사 명령을 읽어 봅시다</a:t>
            </a:r>
          </a:p>
        </p:txBody>
      </p:sp>
      <p:sp>
        <p:nvSpPr>
          <p:cNvPr id="3" name="">
            <a:extLst xmlns:a="http://schemas.openxmlformats.org/drawingml/2006/main">
              <a:ext uri="{FF2B5EF4-FFF2-40B4-BE49-F238E27FC236}">
                <a16:creationId xmlns:a16="http://schemas.microsoft.com/office/drawing/2014/main" id="{6C6437FF-D6AB-48CC-B32E-C4CEA59ED6A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7F965C0-0630-4192-8DB4-B0313A09501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검사할 파일이 baseline.py인지 확인합니다.</a:t>
            </a:r>
          </a:p>
        </p:txBody>
      </p:sp>
      <p:sp>
        <p:nvSpPr>
          <p:cNvPr id="5" name="">
            <a:extLst xmlns:a="http://schemas.openxmlformats.org/drawingml/2006/main">
              <a:ext uri="{FF2B5EF4-FFF2-40B4-BE49-F238E27FC236}">
                <a16:creationId xmlns:a16="http://schemas.microsoft.com/office/drawing/2014/main" id="{F28A0594-BC72-4432-803B-1C5DD849D5F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F8FF229-DCA9-4296-B66B-6B4BC431BA7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3299652-1B3D-463E-B93E-FE9212EA14F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명령의 인수가 어느 파일을 고르는지 봅니다.</a:t>
            </a:r>
          </a:p>
        </p:txBody>
      </p:sp>
      <p:sp>
        <p:nvSpPr>
          <p:cNvPr id="8" name="">
            <a:extLst xmlns:a="http://schemas.openxmlformats.org/drawingml/2006/main">
              <a:ext uri="{FF2B5EF4-FFF2-40B4-BE49-F238E27FC236}">
                <a16:creationId xmlns:a16="http://schemas.microsoft.com/office/drawing/2014/main" id="{211A4B7C-2868-45F7-AE81-469330247010}"/>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726A0E-3F18-42ED-976A-58FA597077D7}"/>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2E8E3620-AC19-4321-B3D9-6173B952CBA8}"/>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출력에서 예상과 다른 사례를 찾습니다.</a:t>
            </a:r>
          </a:p>
        </p:txBody>
      </p:sp>
      <p:sp>
        <p:nvSpPr>
          <p:cNvPr id="11" name="">
            <a:extLst xmlns:a="http://schemas.openxmlformats.org/drawingml/2006/main">
              <a:ext uri="{FF2B5EF4-FFF2-40B4-BE49-F238E27FC236}">
                <a16:creationId xmlns:a16="http://schemas.microsoft.com/office/drawing/2014/main" id="{F8BB6ADA-2716-4424-9C67-D114B3AFB5E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2FDCDA7-F917-4046-AD38-5492B1F5BF1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160C735A-F52A-48D5-B648-38F764806BB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1302763348"/>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F911BEE-3465-4DA2-BF52-0321D049351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BE7658AB-0A42-447F-AFC7-8C4E9BF5242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예상된 FAIL</a:t>
            </a:r>
          </a:p>
        </p:txBody>
      </p:sp>
      <p:sp>
        <p:nvSpPr>
          <p:cNvPr id="3" name="">
            <a:extLst xmlns:a="http://schemas.openxmlformats.org/drawingml/2006/main">
              <a:ext uri="{FF2B5EF4-FFF2-40B4-BE49-F238E27FC236}">
                <a16:creationId xmlns:a16="http://schemas.microsoft.com/office/drawing/2014/main" id="{A70F538C-065C-464C-83D3-78DA54B45ACC}"/>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종료 코드 1</a:t>
            </a:r>
          </a:p>
        </p:txBody>
      </p:sp>
      <p:sp>
        <p:nvSpPr>
          <p:cNvPr id="4" name="">
            <a:extLst xmlns:a="http://schemas.openxmlformats.org/drawingml/2006/main">
              <a:ext uri="{FF2B5EF4-FFF2-40B4-BE49-F238E27FC236}">
                <a16:creationId xmlns:a16="http://schemas.microsoft.com/office/drawing/2014/main" id="{07667A0A-732C-408D-A93D-4489637C5FC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63D40A-C8A1-42C0-8B82-D8DAC9209CE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28과 None</a:t>
            </a:r>
            <a:r>
              <a:t>에서 계약과 다른 결과가 나옵니다.</a:t>
            </a:r>
          </a:p>
        </p:txBody>
      </p:sp>
      <p:sp>
        <p:nvSpPr>
          <p:cNvPr id="6" name="">
            <a:extLst xmlns:a="http://schemas.openxmlformats.org/drawingml/2006/main">
              <a:ext uri="{FF2B5EF4-FFF2-40B4-BE49-F238E27FC236}">
                <a16:creationId xmlns:a16="http://schemas.microsoft.com/office/drawing/2014/main" id="{BE44262E-526F-4C83-8DEB-CE7E7CE3F98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 검사기의 </a:t>
            </a:r>
            <a:r>
              <a:rPr b="1">
                <a:solidFill>
                  <a:srgbClr val="002FA7"/>
                </a:solidFill>
              </a:rPr>
              <a:t>종료 코드 1</a:t>
            </a:r>
            <a:r>
              <a:t>은 실패 사례입니다.</a:t>
            </a:r>
          </a:p>
        </p:txBody>
      </p:sp>
      <p:sp>
        <p:nvSpPr>
          <p:cNvPr id="7" name="">
            <a:extLst xmlns:a="http://schemas.openxmlformats.org/drawingml/2006/main">
              <a:ext uri="{FF2B5EF4-FFF2-40B4-BE49-F238E27FC236}">
                <a16:creationId xmlns:a16="http://schemas.microsoft.com/office/drawing/2014/main" id="{972E0E44-4FCB-4D9F-B26B-8B2F989346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9797AED-B275-44A3-8493-25B758A5847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D4C0EAA7-1987-4F7F-A73C-BED49230E70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503115623"/>
      </p:ext>
    </p:extLst>
  </p:cSld>
</p:sld>
</file>

<file path=ppt/slides/slide5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488504-43C4-4F44-AE69-20EF48EDBC0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03D1C601-D1E3-4520-B0FF-F81C736892D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실패와 설치 오류</a:t>
            </a:r>
          </a:p>
        </p:txBody>
      </p:sp>
      <p:sp>
        <p:nvSpPr>
          <p:cNvPr id="3" name="">
            <a:extLst xmlns:a="http://schemas.openxmlformats.org/drawingml/2006/main">
              <a:ext uri="{FF2B5EF4-FFF2-40B4-BE49-F238E27FC236}">
                <a16:creationId xmlns:a16="http://schemas.microsoft.com/office/drawing/2014/main" id="{C28FA67D-98FB-4FA0-9D2A-407E41B9210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FAIL이 보이면 재설치부터 해야 하나요?</a:t>
            </a:r>
          </a:p>
        </p:txBody>
      </p:sp>
      <p:sp>
        <p:nvSpPr>
          <p:cNvPr id="4" name="">
            <a:extLst xmlns:a="http://schemas.openxmlformats.org/drawingml/2006/main">
              <a:ext uri="{FF2B5EF4-FFF2-40B4-BE49-F238E27FC236}">
                <a16:creationId xmlns:a16="http://schemas.microsoft.com/office/drawing/2014/main" id="{07B49FEB-600B-440A-AAFF-60CDC7756D4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D81A37-D5D5-42C2-8723-A88594411A8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091341A0-B8DB-41B8-A3EA-F868D5AFCC0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053</a:t>
            </a:r>
          </a:p>
        </p:txBody>
      </p:sp>
    </p:spTree>
    <p:extLst>
      <p:ext uri="{BB962C8B-B14F-4D97-AF65-F5344CB8AC3E}">
        <p14:creationId xmlns:p14="http://schemas.microsoft.com/office/powerpoint/2010/main" val="509927580"/>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BCFD50-64B7-4D4F-AD03-025D00114C7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6B04482-0660-441D-88C1-8E99DB4398C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A11  같은 값의 포함 여부</a:t>
            </a:r>
          </a:p>
        </p:txBody>
      </p:sp>
      <p:sp>
        <p:nvSpPr>
          <p:cNvPr id="3" name="">
            <a:extLst xmlns:a="http://schemas.openxmlformats.org/drawingml/2006/main">
              <a:ext uri="{FF2B5EF4-FFF2-40B4-BE49-F238E27FC236}">
                <a16:creationId xmlns:a16="http://schemas.microsoft.com/office/drawing/2014/main" id="{4E6BBEC8-4350-4F1D-BF01-AEDFB5E0D12B}"/>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57F8416-84A2-4E36-BE3C-67EABE426F7B}"/>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&gt;</a:t>
            </a:r>
            <a:r>
              <a:t>는 기준보다 큰 값입니다.</a:t>
            </a:r>
          </a:p>
        </p:txBody>
      </p:sp>
      <p:sp>
        <p:nvSpPr>
          <p:cNvPr id="5" name="">
            <a:extLst xmlns:a="http://schemas.openxmlformats.org/drawingml/2006/main">
              <a:ext uri="{FF2B5EF4-FFF2-40B4-BE49-F238E27FC236}">
                <a16:creationId xmlns:a16="http://schemas.microsoft.com/office/drawing/2014/main" id="{7E95BE73-5C9D-4196-B945-9E05354905E5}"/>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&gt;=</a:t>
            </a:r>
            <a:r>
              <a:t>는 기준과 같은 값도 포함합니다.</a:t>
            </a:r>
          </a:p>
        </p:txBody>
      </p:sp>
      <p:sp>
        <p:nvSpPr>
          <p:cNvPr id="6" name="">
            <a:extLst xmlns:a="http://schemas.openxmlformats.org/drawingml/2006/main">
              <a:ext uri="{FF2B5EF4-FFF2-40B4-BE49-F238E27FC236}">
                <a16:creationId xmlns:a16="http://schemas.microsoft.com/office/drawing/2014/main" id="{F77BA0D8-AC17-42DC-89A5-F9BEA78ABAE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E0F02B9-BCD5-4CB1-8B8F-BBF2057F9C7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F31E9609-A3B9-4556-8C10-509B1AFA6D2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1868159192"/>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E087F96-1CDB-419F-9524-AE47C8954FE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A195B01-DF7D-4C1B-8B2B-5510D92331E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값의 포함 여부의 예</a:t>
            </a:r>
          </a:p>
        </p:txBody>
      </p:sp>
      <p:sp>
        <p:nvSpPr>
          <p:cNvPr id="3" name="">
            <a:extLst xmlns:a="http://schemas.openxmlformats.org/drawingml/2006/main">
              <a:ext uri="{FF2B5EF4-FFF2-40B4-BE49-F238E27FC236}">
                <a16:creationId xmlns:a16="http://schemas.microsoft.com/office/drawing/2014/main" id="{EDB3DB40-5CC4-40F2-B1F5-E23B6CE3170C}"/>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경계 비교만 떼어 낸 짧은 완성 예입니다.</a:t>
            </a:r>
          </a:p>
        </p:txBody>
      </p:sp>
      <p:sp>
        <p:nvSpPr>
          <p:cNvPr id="4" name="">
            <a:extLst xmlns:a="http://schemas.openxmlformats.org/drawingml/2006/main">
              <a:ext uri="{FF2B5EF4-FFF2-40B4-BE49-F238E27FC236}">
                <a16:creationId xmlns:a16="http://schemas.microsoft.com/office/drawing/2014/main" id="{FF2D00DA-3243-4759-8905-02A96079C16E}"/>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E7A4E5-E683-48E4-8EF5-C1FE0A862F09}"/>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99B23FEE-E8CF-4A41-9FA1-8F18FA28AF13}"/>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def</a:t>
            </a:r>
            <a:r>
              <a:rPr>
                <a:solidFill>
                  <a:srgbClr val="FFFFFF"/>
                </a:solidFill>
              </a:rPr>
              <a:t> classify(value, threshold=28):</a:t>
            </a:r>
          </a:p>
        </p:txBody>
      </p:sp>
      <p:sp>
        <p:nvSpPr>
          <p:cNvPr id="7" name="">
            <a:extLst xmlns:a="http://schemas.openxmlformats.org/drawingml/2006/main">
              <a:ext uri="{FF2B5EF4-FFF2-40B4-BE49-F238E27FC236}">
                <a16:creationId xmlns:a16="http://schemas.microsoft.com/office/drawing/2014/main" id="{739CAF87-510C-4212-B605-8B73C25E7E78}"/>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94E540A6-F075-41A5-8EB6-6F69DCEB51B9}"/>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&gt; threshold:</a:t>
            </a:r>
          </a:p>
        </p:txBody>
      </p:sp>
      <p:sp>
        <p:nvSpPr>
          <p:cNvPr id="9" name="">
            <a:extLst xmlns:a="http://schemas.openxmlformats.org/drawingml/2006/main">
              <a:ext uri="{FF2B5EF4-FFF2-40B4-BE49-F238E27FC236}">
                <a16:creationId xmlns:a16="http://schemas.microsoft.com/office/drawing/2014/main" id="{4E0E46C4-007B-4AD5-A15D-996195083623}"/>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27E7C46A-42F7-4731-B679-1B2749524761}"/>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"주의"</a:t>
            </a:r>
          </a:p>
        </p:txBody>
      </p:sp>
      <p:sp>
        <p:nvSpPr>
          <p:cNvPr id="11" name="">
            <a:extLst xmlns:a="http://schemas.openxmlformats.org/drawingml/2006/main">
              <a:ext uri="{FF2B5EF4-FFF2-40B4-BE49-F238E27FC236}">
                <a16:creationId xmlns:a16="http://schemas.microsoft.com/office/drawing/2014/main" id="{2EE289B7-D5D5-406C-A325-6000E90E455A}"/>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D73B1BAB-070E-4162-9ADB-4845030EDBE1}"/>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"정상"</a:t>
            </a:r>
          </a:p>
        </p:txBody>
      </p:sp>
      <p:sp>
        <p:nvSpPr>
          <p:cNvPr id="13" name="">
            <a:extLst xmlns:a="http://schemas.openxmlformats.org/drawingml/2006/main">
              <a:ext uri="{FF2B5EF4-FFF2-40B4-BE49-F238E27FC236}">
                <a16:creationId xmlns:a16="http://schemas.microsoft.com/office/drawing/2014/main" id="{605C77AF-E9C6-441A-8627-B7B5615B51E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5150146-47A1-409E-AE67-402F416E16F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5" name="">
            <a:extLst xmlns:a="http://schemas.openxmlformats.org/drawingml/2006/main">
              <a:ext uri="{FF2B5EF4-FFF2-40B4-BE49-F238E27FC236}">
                <a16:creationId xmlns:a16="http://schemas.microsoft.com/office/drawing/2014/main" id="{FAE503C7-6564-463B-9B92-C3A81BB4318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1064275356"/>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8C2589E-3591-47AE-92EB-5D658CA1AA8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7845826-2C36-4D6B-91D6-D00D562651A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비교 기호를 읽어 봅시다</a:t>
            </a:r>
          </a:p>
        </p:txBody>
      </p:sp>
      <p:sp>
        <p:nvSpPr>
          <p:cNvPr id="3" name="">
            <a:extLst xmlns:a="http://schemas.openxmlformats.org/drawingml/2006/main">
              <a:ext uri="{FF2B5EF4-FFF2-40B4-BE49-F238E27FC236}">
                <a16:creationId xmlns:a16="http://schemas.microsoft.com/office/drawing/2014/main" id="{C38552B9-B2B8-4B07-823D-D8EDB2171A0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A318001-9574-4361-ACE1-F206729F84F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왼쪽 온도와 오른쪽 기준값을 비교합니다.</a:t>
            </a:r>
          </a:p>
        </p:txBody>
      </p:sp>
      <p:sp>
        <p:nvSpPr>
          <p:cNvPr id="5" name="">
            <a:extLst xmlns:a="http://schemas.openxmlformats.org/drawingml/2006/main">
              <a:ext uri="{FF2B5EF4-FFF2-40B4-BE49-F238E27FC236}">
                <a16:creationId xmlns:a16="http://schemas.microsoft.com/office/drawing/2014/main" id="{6A12A998-C1E7-4448-A180-4385CB8B69C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30C31A8-DC90-474C-8C2F-DB829F74E3B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316A76C-ABF1-4422-8519-9E1AB7FEBD4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&gt;와 &gt;=가 28에서 어떻게 다른지 봅니다.</a:t>
            </a:r>
          </a:p>
        </p:txBody>
      </p:sp>
      <p:sp>
        <p:nvSpPr>
          <p:cNvPr id="8" name="">
            <a:extLst xmlns:a="http://schemas.openxmlformats.org/drawingml/2006/main">
              <a:ext uri="{FF2B5EF4-FFF2-40B4-BE49-F238E27FC236}">
                <a16:creationId xmlns:a16="http://schemas.microsoft.com/office/drawing/2014/main" id="{01C26C85-EE54-4C7F-B33F-DCF9973177F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5C50725-B847-4E8F-9A85-3D7D45019E7B}"/>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90FDAB0D-F0AC-42B7-9338-0D8A2E8E1883}"/>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각 결과가 어느 문자열을 고르는지 읽습니다.</a:t>
            </a:r>
          </a:p>
        </p:txBody>
      </p:sp>
      <p:sp>
        <p:nvSpPr>
          <p:cNvPr id="11" name="">
            <a:extLst xmlns:a="http://schemas.openxmlformats.org/drawingml/2006/main">
              <a:ext uri="{FF2B5EF4-FFF2-40B4-BE49-F238E27FC236}">
                <a16:creationId xmlns:a16="http://schemas.microsoft.com/office/drawing/2014/main" id="{79CB9F00-D6A1-4D34-AF82-DDE7543E4AB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B8569AE-F7A9-49DB-B57B-8580F80FB52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79940467-4243-44AE-9F1B-02B27D069FF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1134183206"/>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A5EB9A-A5FE-4761-B4A5-6525CD24D7C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F49AE525-3B57-4BB3-ACE6-F302D81144B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기호 수정</a:t>
            </a:r>
          </a:p>
        </p:txBody>
      </p:sp>
      <p:sp>
        <p:nvSpPr>
          <p:cNvPr id="3" name="">
            <a:extLst xmlns:a="http://schemas.openxmlformats.org/drawingml/2006/main">
              <a:ext uri="{FF2B5EF4-FFF2-40B4-BE49-F238E27FC236}">
                <a16:creationId xmlns:a16="http://schemas.microsoft.com/office/drawing/2014/main" id="{1E0AA50A-CB78-4902-B3CB-76614311602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28822B7-E3C4-4F73-A542-95050988B00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&gt;를 &gt;=로</a:t>
            </a:r>
            <a:r>
              <a:t> 바꾸면 28이 주의가 됩니다.</a:t>
            </a:r>
          </a:p>
        </p:txBody>
      </p:sp>
      <p:sp>
        <p:nvSpPr>
          <p:cNvPr id="5" name="">
            <a:extLst xmlns:a="http://schemas.openxmlformats.org/drawingml/2006/main">
              <a:ext uri="{FF2B5EF4-FFF2-40B4-BE49-F238E27FC236}">
                <a16:creationId xmlns:a16="http://schemas.microsoft.com/office/drawing/2014/main" id="{E610DBCC-B34C-4ADF-972F-E7994B7D798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6265B32-FCA3-4C95-A9C5-E813C298D2E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C757389-D3A3-4936-B1B3-1D61E0836F6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27.9와 28.1도 다시 확인합니다.</a:t>
            </a:r>
          </a:p>
        </p:txBody>
      </p:sp>
      <p:sp>
        <p:nvSpPr>
          <p:cNvPr id="8" name="">
            <a:extLst xmlns:a="http://schemas.openxmlformats.org/drawingml/2006/main">
              <a:ext uri="{FF2B5EF4-FFF2-40B4-BE49-F238E27FC236}">
                <a16:creationId xmlns:a16="http://schemas.microsoft.com/office/drawing/2014/main" id="{ADE163CE-ED76-448B-A9A4-3724BE20D9D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686CEC-7F23-4B34-9A9E-61208135C29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6B7E6331-51ED-4026-864D-755B354A867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256466919"/>
      </p:ext>
    </p:extLst>
  </p:cSld>
</p:sld>
</file>

<file path=ppt/slides/slide5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4870BD-92D1-4744-AC21-22582BA164A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52BA6CFA-35CE-4C7B-84F1-A9506A85D75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기준과 기호</a:t>
            </a:r>
          </a:p>
        </p:txBody>
      </p:sp>
      <p:sp>
        <p:nvSpPr>
          <p:cNvPr id="3" name="">
            <a:extLst xmlns:a="http://schemas.openxmlformats.org/drawingml/2006/main">
              <a:ext uri="{FF2B5EF4-FFF2-40B4-BE49-F238E27FC236}">
                <a16:creationId xmlns:a16="http://schemas.microsoft.com/office/drawing/2014/main" id="{52CE8F50-6792-4BE7-9A3F-1D3696F3120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기준을 27로 낮추는 것과 같은가요?</a:t>
            </a:r>
          </a:p>
        </p:txBody>
      </p:sp>
      <p:sp>
        <p:nvSpPr>
          <p:cNvPr id="4" name="">
            <a:extLst xmlns:a="http://schemas.openxmlformats.org/drawingml/2006/main">
              <a:ext uri="{FF2B5EF4-FFF2-40B4-BE49-F238E27FC236}">
                <a16:creationId xmlns:a16="http://schemas.microsoft.com/office/drawing/2014/main" id="{69FCF6FD-85BD-43B3-8D22-82B6DD6D3C4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A8B26D-0EAD-4C32-A0DA-0819DF1E761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67FE9081-355F-4ACF-9E17-13C063D8698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058</a:t>
            </a:r>
          </a:p>
        </p:txBody>
      </p:sp>
    </p:spTree>
    <p:extLst>
      <p:ext uri="{BB962C8B-B14F-4D97-AF65-F5344CB8AC3E}">
        <p14:creationId xmlns:p14="http://schemas.microsoft.com/office/powerpoint/2010/main" val="173476492"/>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0DA8C3-A3F6-4D12-B09A-FAC2094065E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AF8F3AC-0A2C-4493-89E7-686CA97F10A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A12  누락·종류·범위 검사</a:t>
            </a:r>
          </a:p>
        </p:txBody>
      </p:sp>
      <p:sp>
        <p:nvSpPr>
          <p:cNvPr id="3" name="">
            <a:extLst xmlns:a="http://schemas.openxmlformats.org/drawingml/2006/main">
              <a:ext uri="{FF2B5EF4-FFF2-40B4-BE49-F238E27FC236}">
                <a16:creationId xmlns:a16="http://schemas.microsoft.com/office/drawing/2014/main" id="{714A5CC9-25DC-40CA-AEF7-2DF6956C857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7BAE307-F4BC-4763-9E1A-0BC63D882A7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None</a:t>
            </a:r>
            <a:r>
              <a:t>은 미측정으로 먼저 돌려줍니다.</a:t>
            </a:r>
          </a:p>
        </p:txBody>
      </p:sp>
      <p:sp>
        <p:nvSpPr>
          <p:cNvPr id="5" name="">
            <a:extLst xmlns:a="http://schemas.openxmlformats.org/drawingml/2006/main">
              <a:ext uri="{FF2B5EF4-FFF2-40B4-BE49-F238E27FC236}">
                <a16:creationId xmlns:a16="http://schemas.microsoft.com/office/drawing/2014/main" id="{7CD5DF5B-E9D5-4543-A658-F21AD19CCA3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F66360B-3B41-4412-A5A7-633FCC1C2F8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81878E6-B336-4623-B55B-00131F7499B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숫자 종류와 범위</a:t>
            </a:r>
            <a:r>
              <a:t>를 비교 전에 확인합니다.</a:t>
            </a:r>
          </a:p>
        </p:txBody>
      </p:sp>
      <p:sp>
        <p:nvSpPr>
          <p:cNvPr id="8" name="">
            <a:extLst xmlns:a="http://schemas.openxmlformats.org/drawingml/2006/main">
              <a:ext uri="{FF2B5EF4-FFF2-40B4-BE49-F238E27FC236}">
                <a16:creationId xmlns:a16="http://schemas.microsoft.com/office/drawing/2014/main" id="{29C11C89-1DB8-4605-8386-B644A5C53D6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AE10290-55B9-4A84-902C-F9DE1AFA2F4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EF050E64-9B52-457D-A341-35B4D65EC49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792129619"/>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BA931EF-5527-45B0-B6FF-72D59A164FB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8A24C47-B28D-4FBA-BA4F-6F77724B635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누락·종류·범위 검사의 예</a:t>
            </a:r>
          </a:p>
        </p:txBody>
      </p:sp>
      <p:sp>
        <p:nvSpPr>
          <p:cNvPr id="3" name="">
            <a:extLst xmlns:a="http://schemas.openxmlformats.org/drawingml/2006/main">
              <a:ext uri="{FF2B5EF4-FFF2-40B4-BE49-F238E27FC236}">
                <a16:creationId xmlns:a16="http://schemas.microsoft.com/office/drawing/2014/main" id="{F390CA94-F24C-4D9C-9F5E-F24F059750F7}"/>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발췌: code/reviewed.py의 함수 내부</a:t>
            </a:r>
          </a:p>
        </p:txBody>
      </p:sp>
      <p:sp>
        <p:nvSpPr>
          <p:cNvPr id="4" name="">
            <a:extLst xmlns:a="http://schemas.openxmlformats.org/drawingml/2006/main">
              <a:ext uri="{FF2B5EF4-FFF2-40B4-BE49-F238E27FC236}">
                <a16:creationId xmlns:a16="http://schemas.microsoft.com/office/drawing/2014/main" id="{9273CD24-3803-4F1B-8848-E1D9CBF66EC9}"/>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D31C0F-18E7-4FB2-97E0-2480277D9B31}"/>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8D1B0162-E560-48BB-9FCD-E602F7BFA9B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value is </a:t>
            </a:r>
            <a:r>
              <a:rPr b="1">
                <a:solidFill>
                  <a:srgbClr val="FFFFFF"/>
                </a:solidFill>
              </a:rPr>
              <a:t>None</a:t>
            </a:r>
            <a:r>
              <a:rPr>
                <a:solidFill>
                  <a:srgbClr val="FFFFFF"/>
                </a:solidFill>
              </a:rPr>
              <a:t>:</a:t>
            </a:r>
          </a:p>
        </p:txBody>
      </p:sp>
      <p:sp>
        <p:nvSpPr>
          <p:cNvPr id="7" name="">
            <a:extLst xmlns:a="http://schemas.openxmlformats.org/drawingml/2006/main">
              <a:ext uri="{FF2B5EF4-FFF2-40B4-BE49-F238E27FC236}">
                <a16:creationId xmlns:a16="http://schemas.microsoft.com/office/drawing/2014/main" id="{52F393BF-E20A-4BDE-A983-00E0AAD6052F}"/>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4FBC6739-D987-48E4-ADA1-A51EEED56342}"/>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"미측정"</a:t>
            </a:r>
          </a:p>
        </p:txBody>
      </p:sp>
      <p:sp>
        <p:nvSpPr>
          <p:cNvPr id="9" name="">
            <a:extLst xmlns:a="http://schemas.openxmlformats.org/drawingml/2006/main">
              <a:ext uri="{FF2B5EF4-FFF2-40B4-BE49-F238E27FC236}">
                <a16:creationId xmlns:a16="http://schemas.microsoft.com/office/drawing/2014/main" id="{46A632CB-8141-4ADD-9A31-78D630C68797}"/>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7A3A0980-17B6-495B-9189-A0E5D4E20541}"/>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type(value) not </a:t>
            </a:r>
            <a:r>
              <a:rPr b="1">
                <a:solidFill>
                  <a:srgbClr val="FFFFFF"/>
                </a:solidFill>
              </a:rPr>
              <a:t>in</a:t>
            </a:r>
            <a:r>
              <a:rPr>
                <a:solidFill>
                  <a:srgbClr val="FFFFFF"/>
                </a:solidFill>
              </a:rPr>
              <a:t> (int, float):</a:t>
            </a:r>
          </a:p>
        </p:txBody>
      </p:sp>
      <p:sp>
        <p:nvSpPr>
          <p:cNvPr id="11" name="">
            <a:extLst xmlns:a="http://schemas.openxmlformats.org/drawingml/2006/main">
              <a:ext uri="{FF2B5EF4-FFF2-40B4-BE49-F238E27FC236}">
                <a16:creationId xmlns:a16="http://schemas.microsoft.com/office/drawing/2014/main" id="{E42A3C83-F8DD-41E6-967D-3EB64A671F21}"/>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2" name="">
            <a:extLst xmlns:a="http://schemas.openxmlformats.org/drawingml/2006/main">
              <a:ext uri="{FF2B5EF4-FFF2-40B4-BE49-F238E27FC236}">
                <a16:creationId xmlns:a16="http://schemas.microsoft.com/office/drawing/2014/main" id="{EF32D053-DFC6-4EC1-AD90-C1E0B1E37DB2}"/>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"입력 오류"</a:t>
            </a:r>
          </a:p>
        </p:txBody>
      </p:sp>
      <p:sp>
        <p:nvSpPr>
          <p:cNvPr id="13" name="">
            <a:extLst xmlns:a="http://schemas.openxmlformats.org/drawingml/2006/main">
              <a:ext uri="{FF2B5EF4-FFF2-40B4-BE49-F238E27FC236}">
                <a16:creationId xmlns:a16="http://schemas.microsoft.com/office/drawing/2014/main" id="{5686715A-7AA3-4F68-8D16-3D22701B843F}"/>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4" name="">
            <a:extLst xmlns:a="http://schemas.openxmlformats.org/drawingml/2006/main">
              <a:ext uri="{FF2B5EF4-FFF2-40B4-BE49-F238E27FC236}">
                <a16:creationId xmlns:a16="http://schemas.microsoft.com/office/drawing/2014/main" id="{80A0C528-3235-47BF-AFAA-7CC7F732DB2E}"/>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not 0 &lt;= value &lt;= 50:</a:t>
            </a:r>
          </a:p>
        </p:txBody>
      </p:sp>
      <p:sp>
        <p:nvSpPr>
          <p:cNvPr id="15" name="">
            <a:extLst xmlns:a="http://schemas.openxmlformats.org/drawingml/2006/main">
              <a:ext uri="{FF2B5EF4-FFF2-40B4-BE49-F238E27FC236}">
                <a16:creationId xmlns:a16="http://schemas.microsoft.com/office/drawing/2014/main" id="{5771B9D3-0780-4DF0-94AF-180E9347DD8E}"/>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6" name="">
            <a:extLst xmlns:a="http://schemas.openxmlformats.org/drawingml/2006/main">
              <a:ext uri="{FF2B5EF4-FFF2-40B4-BE49-F238E27FC236}">
                <a16:creationId xmlns:a16="http://schemas.microsoft.com/office/drawing/2014/main" id="{48B36279-0E2A-4521-9AB2-EE70A822CE7E}"/>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return</a:t>
            </a:r>
            <a:r>
              <a:rPr>
                <a:solidFill>
                  <a:srgbClr val="FFFFFF"/>
                </a:solidFill>
              </a:rPr>
              <a:t> </a:t>
            </a:r>
            <a:r>
              <a:rPr>
                <a:solidFill>
                  <a:srgbClr val="BACBFA"/>
                </a:solidFill>
              </a:rPr>
              <a:t>"입력 오류"</a:t>
            </a:r>
          </a:p>
        </p:txBody>
      </p:sp>
      <p:sp>
        <p:nvSpPr>
          <p:cNvPr id="17" name="">
            <a:extLst xmlns:a="http://schemas.openxmlformats.org/drawingml/2006/main">
              <a:ext uri="{FF2B5EF4-FFF2-40B4-BE49-F238E27FC236}">
                <a16:creationId xmlns:a16="http://schemas.microsoft.com/office/drawing/2014/main" id="{CB4122CE-8F24-4A38-AF59-6877F8F19B4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4E5E782-4196-4727-8927-709E2157B49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9" name="">
            <a:extLst xmlns:a="http://schemas.openxmlformats.org/drawingml/2006/main">
              <a:ext uri="{FF2B5EF4-FFF2-40B4-BE49-F238E27FC236}">
                <a16:creationId xmlns:a16="http://schemas.microsoft.com/office/drawing/2014/main" id="{2DE7322E-1D28-458B-A99D-42AB8049A95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394066276"/>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75597F0-200D-493B-90A9-B031CB0CE3B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2A9B353D-C6B9-4DD9-AB86-0D85EA8100F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입력을 검사하는 순서</a:t>
            </a:r>
          </a:p>
        </p:txBody>
      </p:sp>
      <p:sp>
        <p:nvSpPr>
          <p:cNvPr id="3" name="">
            <a:extLst xmlns:a="http://schemas.openxmlformats.org/drawingml/2006/main">
              <a:ext uri="{FF2B5EF4-FFF2-40B4-BE49-F238E27FC236}">
                <a16:creationId xmlns:a16="http://schemas.microsoft.com/office/drawing/2014/main" id="{98CE595B-FB06-45DC-A81B-4745FD8C5B3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E9C581A-0779-4D3D-BBDA-F359C4912AF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먼저 None인지 확인합니다.</a:t>
            </a:r>
          </a:p>
        </p:txBody>
      </p:sp>
      <p:sp>
        <p:nvSpPr>
          <p:cNvPr id="5" name="">
            <a:extLst xmlns:a="http://schemas.openxmlformats.org/drawingml/2006/main">
              <a:ext uri="{FF2B5EF4-FFF2-40B4-BE49-F238E27FC236}">
                <a16:creationId xmlns:a16="http://schemas.microsoft.com/office/drawing/2014/main" id="{58FDD595-858A-46C8-821E-AC43E140C11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2ECD8C5-445C-49EB-95DA-AE66C23CE8F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55D311E-6636-4B14-ADD0-A25091BA23A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숫자의 종류와 범위를 확인합니다.</a:t>
            </a:r>
          </a:p>
        </p:txBody>
      </p:sp>
      <p:sp>
        <p:nvSpPr>
          <p:cNvPr id="8" name="">
            <a:extLst xmlns:a="http://schemas.openxmlformats.org/drawingml/2006/main">
              <a:ext uri="{FF2B5EF4-FFF2-40B4-BE49-F238E27FC236}">
                <a16:creationId xmlns:a16="http://schemas.microsoft.com/office/drawing/2014/main" id="{0422CF52-AE12-466D-8051-F0BF1C224567}"/>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263D122-91DB-4BD6-9560-DFF41EE9E9AE}"/>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F6A679F-DF89-467A-8A24-064403FB6CC4}"/>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올바른 숫자만 온도 기준과 비교합니다.</a:t>
            </a:r>
          </a:p>
        </p:txBody>
      </p:sp>
      <p:sp>
        <p:nvSpPr>
          <p:cNvPr id="11" name="">
            <a:extLst xmlns:a="http://schemas.openxmlformats.org/drawingml/2006/main">
              <a:ext uri="{FF2B5EF4-FFF2-40B4-BE49-F238E27FC236}">
                <a16:creationId xmlns:a16="http://schemas.microsoft.com/office/drawing/2014/main" id="{C653D931-A27E-42B3-8928-5C4E408B9C3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CC56A35-FE84-4065-9985-ED1C1A7EFD3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513F41D8-9C8A-438E-A5C1-A645F1CFFFA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802492069"/>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F36994-508E-4C0B-B630-B17F6B4751E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5F721CA9-EAEA-411F-BE43-C891744DB30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입력별 결과</a:t>
            </a:r>
          </a:p>
        </p:txBody>
      </p:sp>
      <p:sp>
        <p:nvSpPr>
          <p:cNvPr id="3" name="">
            <a:extLst xmlns:a="http://schemas.openxmlformats.org/drawingml/2006/main">
              <a:ext uri="{FF2B5EF4-FFF2-40B4-BE49-F238E27FC236}">
                <a16:creationId xmlns:a16="http://schemas.microsoft.com/office/drawing/2014/main" id="{2E04B4E4-6E27-4897-ABA0-B2560FE7FBA3}"/>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A85782E-DD69-4ADB-9BAD-85B850124629}"/>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0</a:t>
            </a:r>
            <a:r>
              <a:t>은 정상, </a:t>
            </a:r>
            <a:r>
              <a:rPr b="1">
                <a:solidFill>
                  <a:srgbClr val="002FA7"/>
                </a:solidFill>
              </a:rPr>
              <a:t>None</a:t>
            </a:r>
            <a:r>
              <a:t>은 미측정입니다.</a:t>
            </a:r>
          </a:p>
        </p:txBody>
      </p:sp>
      <p:sp>
        <p:nvSpPr>
          <p:cNvPr id="5" name="">
            <a:extLst xmlns:a="http://schemas.openxmlformats.org/drawingml/2006/main">
              <a:ext uri="{FF2B5EF4-FFF2-40B4-BE49-F238E27FC236}">
                <a16:creationId xmlns:a16="http://schemas.microsoft.com/office/drawing/2014/main" id="{087B1FC4-11F8-48CC-95EE-97A2F42FAF72}"/>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True</a:t>
            </a:r>
            <a:r>
              <a:t>와 "28"과 51은 </a:t>
            </a:r>
            <a:r>
              <a:rPr b="1">
                <a:solidFill>
                  <a:srgbClr val="002FA7"/>
                </a:solidFill>
              </a:rPr>
              <a:t>입력 오류</a:t>
            </a:r>
            <a:r>
              <a:t>입니다.</a:t>
            </a:r>
          </a:p>
        </p:txBody>
      </p:sp>
      <p:sp>
        <p:nvSpPr>
          <p:cNvPr id="6" name="">
            <a:extLst xmlns:a="http://schemas.openxmlformats.org/drawingml/2006/main">
              <a:ext uri="{FF2B5EF4-FFF2-40B4-BE49-F238E27FC236}">
                <a16:creationId xmlns:a16="http://schemas.microsoft.com/office/drawing/2014/main" id="{9343874A-C12E-4196-A9E7-B3A4713BA6A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4165DBB-E1F4-4DAA-B556-F3868DD758E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A3430963-FB15-42EE-9ACE-CA39C4C6111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1644588091"/>
      </p:ext>
    </p:extLst>
  </p:cSld>
</p:sld>
</file>

<file path=ppt/slides/slide6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D71B1E-D480-4EFC-83F8-E1803473D46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1F8BC076-4C23-4E3F-940E-766F4966110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조건 순서</a:t>
            </a:r>
          </a:p>
        </p:txBody>
      </p:sp>
      <p:sp>
        <p:nvSpPr>
          <p:cNvPr id="3" name="">
            <a:extLst xmlns:a="http://schemas.openxmlformats.org/drawingml/2006/main">
              <a:ext uri="{FF2B5EF4-FFF2-40B4-BE49-F238E27FC236}">
                <a16:creationId xmlns:a16="http://schemas.microsoft.com/office/drawing/2014/main" id="{31EB5065-258A-48C7-84F5-7CBDD187197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문자에 온도 비교를 먼저 하면?</a:t>
            </a:r>
          </a:p>
        </p:txBody>
      </p:sp>
      <p:sp>
        <p:nvSpPr>
          <p:cNvPr id="4" name="">
            <a:extLst xmlns:a="http://schemas.openxmlformats.org/drawingml/2006/main">
              <a:ext uri="{FF2B5EF4-FFF2-40B4-BE49-F238E27FC236}">
                <a16:creationId xmlns:a16="http://schemas.microsoft.com/office/drawing/2014/main" id="{62932FFC-703B-4B40-901F-27C14D6F951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어떤 문제가 생길 수 있나요?</a:t>
            </a:r>
          </a:p>
        </p:txBody>
      </p:sp>
      <p:sp>
        <p:nvSpPr>
          <p:cNvPr id="5" name="">
            <a:extLst xmlns:a="http://schemas.openxmlformats.org/drawingml/2006/main">
              <a:ext uri="{FF2B5EF4-FFF2-40B4-BE49-F238E27FC236}">
                <a16:creationId xmlns:a16="http://schemas.microsoft.com/office/drawing/2014/main" id="{21844882-9FB0-4817-A2FA-653A0F5F180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8A2B955-A7E7-4639-BE8C-31012ABA39F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34DD65B7-73F4-4B4B-9B16-B3C06BFDC10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063</a:t>
            </a:r>
          </a:p>
        </p:txBody>
      </p:sp>
    </p:spTree>
    <p:extLst>
      <p:ext uri="{BB962C8B-B14F-4D97-AF65-F5344CB8AC3E}">
        <p14:creationId xmlns:p14="http://schemas.microsoft.com/office/powerpoint/2010/main" val="995487332"/>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35A5F5-143B-4F2D-B6EB-30604C0E35FB}"/>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C97782-8112-4F45-AFD3-ECD78E7D6648}"/>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094A32D1-7834-447D-BD3F-6529A9DEAFAA}"/>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EB187EDE-DFEB-4065-9094-78361E680BA6}"/>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오류 재현과 수정</a:t>
            </a:r>
          </a:p>
        </p:txBody>
      </p:sp>
      <p:sp>
        <p:nvSpPr>
          <p:cNvPr id="5" name="">
            <a:extLst xmlns:a="http://schemas.openxmlformats.org/drawingml/2006/main">
              <a:ext uri="{FF2B5EF4-FFF2-40B4-BE49-F238E27FC236}">
                <a16:creationId xmlns:a16="http://schemas.microsoft.com/office/drawing/2014/main" id="{70C510BE-4115-4E1F-87EF-2F7E2E724045}"/>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C38307F-A182-4983-A64A-B6150F54BD4E}"/>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F89103C0-A458-48FD-9F80-7A3EB89C014B}"/>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F88E08FD-0781-47E5-BE74-E2EFB14CBD16}"/>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9688BF0D-37A4-436A-92BF-98E61AFF1497}"/>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2026.10.20</a:t>
            </a:r>
          </a:p>
        </p:txBody>
      </p:sp>
      <p:sp>
        <p:nvSpPr>
          <p:cNvPr id="10" name="">
            <a:extLst xmlns:a="http://schemas.openxmlformats.org/drawingml/2006/main">
              <a:ext uri="{FF2B5EF4-FFF2-40B4-BE49-F238E27FC236}">
                <a16:creationId xmlns:a16="http://schemas.microsoft.com/office/drawing/2014/main" id="{715DFA59-A858-4954-B24C-3AAE455806E5}"/>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1964007767"/>
      </p:ext>
    </p:extLst>
  </p:cSld>
</p:sld>
</file>

<file path=ppt/slides/slide6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0EBD7A-37C7-465B-9026-DFCE751AC94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11E287F-F5A5-4C37-96ED-3FCAEF10BFF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고친 입력과 예전 입력 다시 보기</a:t>
            </a:r>
          </a:p>
        </p:txBody>
      </p:sp>
      <p:sp>
        <p:nvSpPr>
          <p:cNvPr id="3" name="">
            <a:extLst xmlns:a="http://schemas.openxmlformats.org/drawingml/2006/main">
              <a:ext uri="{FF2B5EF4-FFF2-40B4-BE49-F238E27FC236}">
                <a16:creationId xmlns:a16="http://schemas.microsoft.com/office/drawing/2014/main" id="{C07D11C7-4DCF-419E-A589-6912752B36EF}"/>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실패했던 입력과 기존 입력을 모두 시험합니다.</a:t>
            </a:r>
          </a:p>
        </p:txBody>
      </p:sp>
      <p:sp>
        <p:nvSpPr>
          <p:cNvPr id="4" name="">
            <a:extLst xmlns:a="http://schemas.openxmlformats.org/drawingml/2006/main">
              <a:ext uri="{FF2B5EF4-FFF2-40B4-BE49-F238E27FC236}">
                <a16:creationId xmlns:a16="http://schemas.microsoft.com/office/drawing/2014/main" id="{5480FAF5-9B10-4600-8B0F-AA17E7556DCF}"/>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오류와 추측한 원인을 따로 적습니다.</a:t>
            </a:r>
          </a:p>
        </p:txBody>
      </p:sp>
      <p:sp>
        <p:nvSpPr>
          <p:cNvPr id="5" name="">
            <a:extLst xmlns:a="http://schemas.openxmlformats.org/drawingml/2006/main">
              <a:ext uri="{FF2B5EF4-FFF2-40B4-BE49-F238E27FC236}">
                <a16:creationId xmlns:a16="http://schemas.microsoft.com/office/drawing/2014/main" id="{853F949F-3B83-4389-AD03-4986E014539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07E0961-0CC4-46F5-B209-C6628B8F01E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5B4D7ED9-1552-46C9-B41F-50CEFCFA779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065</a:t>
            </a:r>
          </a:p>
        </p:txBody>
      </p:sp>
    </p:spTree>
    <p:extLst>
      <p:ext uri="{BB962C8B-B14F-4D97-AF65-F5344CB8AC3E}">
        <p14:creationId xmlns:p14="http://schemas.microsoft.com/office/powerpoint/2010/main" val="1297536261"/>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04D2A9-5A8B-4E06-AA4D-6D824A6B377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EFA503E-88E3-4221-8A10-B0046452095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A13  오류를 다시 볼 수 있게 적기</a:t>
            </a:r>
          </a:p>
        </p:txBody>
      </p:sp>
      <p:sp>
        <p:nvSpPr>
          <p:cNvPr id="3" name="">
            <a:extLst xmlns:a="http://schemas.openxmlformats.org/drawingml/2006/main">
              <a:ext uri="{FF2B5EF4-FFF2-40B4-BE49-F238E27FC236}">
                <a16:creationId xmlns:a16="http://schemas.microsoft.com/office/drawing/2014/main" id="{BC36C384-0F7B-48B0-A9BE-02309A05ED0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814B70E-8DB9-47E9-9FC8-B5CA60C67DC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파일·명령·입력·기대·실제</a:t>
            </a:r>
            <a:r>
              <a:t> 결과를 적습니다.</a:t>
            </a:r>
          </a:p>
        </p:txBody>
      </p:sp>
      <p:sp>
        <p:nvSpPr>
          <p:cNvPr id="5" name="">
            <a:extLst xmlns:a="http://schemas.openxmlformats.org/drawingml/2006/main">
              <a:ext uri="{FF2B5EF4-FFF2-40B4-BE49-F238E27FC236}">
                <a16:creationId xmlns:a16="http://schemas.microsoft.com/office/drawing/2014/main" id="{4F09EE2E-6D98-4FAA-BD2D-2E519A66847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717DBE9-EDAB-4149-8B3C-E06DA70E456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BF29C05-8B6C-4DDA-BF59-76A85294EA9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본 오류와 추측한 원인을 구분합니다.</a:t>
            </a:r>
          </a:p>
        </p:txBody>
      </p:sp>
      <p:sp>
        <p:nvSpPr>
          <p:cNvPr id="8" name="">
            <a:extLst xmlns:a="http://schemas.openxmlformats.org/drawingml/2006/main">
              <a:ext uri="{FF2B5EF4-FFF2-40B4-BE49-F238E27FC236}">
                <a16:creationId xmlns:a16="http://schemas.microsoft.com/office/drawing/2014/main" id="{303168CA-6A02-4FF0-B7D6-A91427D4FAA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D3C2CEC-B86B-45AF-A55E-3D8C6841F7F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A9EE2687-48B8-4639-8565-A06807B9173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1512528836"/>
      </p:ext>
    </p:extLst>
  </p:cSld>
</p:sld>
</file>

<file path=ppt/slides/slide6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309059-8E19-43B6-B657-99303E5EF8B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C34314B1-0B71-4523-903E-B55667CD0DB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재현 가능한 오류 보고의 예</a:t>
            </a:r>
          </a:p>
        </p:txBody>
      </p:sp>
      <p:graphicFrame>
        <p:nvGraphicFramePr>
          <p:cNvPr id="10"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612571"/>
                <a:gridCol w="8360229"/>
              </a:tblGrid>
              <a:tr h="685800">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예</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대상</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proposal_a.py</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입력</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27.9</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기대</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실제</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주의</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35B42F1F-E836-4C9C-8AF0-9B8E9FD686B2}"/>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현재 위치와 관찰 방식도 적습니다.</a:t>
            </a:r>
          </a:p>
        </p:txBody>
      </p:sp>
      <p:sp>
        <p:nvSpPr>
          <p:cNvPr id="5" name="">
            <a:extLst xmlns:a="http://schemas.openxmlformats.org/drawingml/2006/main">
              <a:ext uri="{FF2B5EF4-FFF2-40B4-BE49-F238E27FC236}">
                <a16:creationId xmlns:a16="http://schemas.microsoft.com/office/drawing/2014/main" id="{CEC8FC05-2D7D-47C0-8A02-06ADD34799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97B48B4-7183-44CE-9C60-8610D69709B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495E58D2-ECBD-440A-9A9F-5840CBECC0B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067</a:t>
            </a:r>
          </a:p>
        </p:txBody>
      </p:sp>
    </p:spTree>
    <p:extLst>
      <p:ext uri="{BB962C8B-B14F-4D97-AF65-F5344CB8AC3E}">
        <p14:creationId xmlns:p14="http://schemas.microsoft.com/office/powerpoint/2010/main" val="1597004687"/>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13C40D-7792-4239-A25E-4F3ABB11A70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828E5B5-26B2-4307-AD14-2C918950B80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다시 요청할 때 넣을 정보</a:t>
            </a:r>
          </a:p>
        </p:txBody>
      </p:sp>
      <p:sp>
        <p:nvSpPr>
          <p:cNvPr id="3" name="">
            <a:extLst xmlns:a="http://schemas.openxmlformats.org/drawingml/2006/main">
              <a:ext uri="{FF2B5EF4-FFF2-40B4-BE49-F238E27FC236}">
                <a16:creationId xmlns:a16="http://schemas.microsoft.com/office/drawing/2014/main" id="{0B4FE3DF-641E-4EF0-AC88-60B97C57E5E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164407D-7164-47E2-B2DC-4665981CA19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기준 28과 함수 이름</a:t>
            </a:r>
            <a:r>
              <a:t>은 유지한다고 씁니다.</a:t>
            </a:r>
          </a:p>
        </p:txBody>
      </p:sp>
      <p:sp>
        <p:nvSpPr>
          <p:cNvPr id="5" name="">
            <a:extLst xmlns:a="http://schemas.openxmlformats.org/drawingml/2006/main">
              <a:ext uri="{FF2B5EF4-FFF2-40B4-BE49-F238E27FC236}">
                <a16:creationId xmlns:a16="http://schemas.microsoft.com/office/drawing/2014/main" id="{EFA09509-D97F-4E59-B0F0-8D4801D7A1D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2008B89-C5E6-4E70-849C-D13197E3FAA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87BCE8B-4858-4A96-9E11-7E58E4F2A42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어떤 입력에서 실패했는지도 함께 적습니다.</a:t>
            </a:r>
          </a:p>
        </p:txBody>
      </p:sp>
      <p:sp>
        <p:nvSpPr>
          <p:cNvPr id="8" name="">
            <a:extLst xmlns:a="http://schemas.openxmlformats.org/drawingml/2006/main">
              <a:ext uri="{FF2B5EF4-FFF2-40B4-BE49-F238E27FC236}">
                <a16:creationId xmlns:a16="http://schemas.microsoft.com/office/drawing/2014/main" id="{03A1595D-F8C7-49D6-832D-55DE6D277C8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A20C02D-9C59-47F1-8B08-8F0B4BF771D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66397C5E-DB57-42D2-A2C4-19CE8520C3E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1922815726"/>
      </p:ext>
    </p:extLst>
  </p:cSld>
</p:sld>
</file>

<file path=ppt/slides/slide6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0D59966-010F-488C-BA00-D21255023EE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AD8A5BBB-14A4-4C63-A948-4205FA57841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문자 오류 보고</a:t>
            </a:r>
          </a:p>
        </p:txBody>
      </p:sp>
      <p:sp>
        <p:nvSpPr>
          <p:cNvPr id="3" name="">
            <a:extLst xmlns:a="http://schemas.openxmlformats.org/drawingml/2006/main">
              <a:ext uri="{FF2B5EF4-FFF2-40B4-BE49-F238E27FC236}">
                <a16:creationId xmlns:a16="http://schemas.microsoft.com/office/drawing/2014/main" id="{6C370190-06AF-4F76-9F3F-49692AA69DF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"뜨거움" 입력에서 TypeError가 나왔습니다.</a:t>
            </a:r>
          </a:p>
        </p:txBody>
      </p:sp>
      <p:sp>
        <p:nvSpPr>
          <p:cNvPr id="4" name="">
            <a:extLst xmlns:a="http://schemas.openxmlformats.org/drawingml/2006/main">
              <a:ext uri="{FF2B5EF4-FFF2-40B4-BE49-F238E27FC236}">
                <a16:creationId xmlns:a16="http://schemas.microsoft.com/office/drawing/2014/main" id="{681A0F55-427D-46BD-8DF2-8FC639F812D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재현 보고 다섯 줄을 작성하세요.</a:t>
            </a:r>
          </a:p>
        </p:txBody>
      </p:sp>
      <p:sp>
        <p:nvSpPr>
          <p:cNvPr id="5" name="">
            <a:extLst xmlns:a="http://schemas.openxmlformats.org/drawingml/2006/main">
              <a:ext uri="{FF2B5EF4-FFF2-40B4-BE49-F238E27FC236}">
                <a16:creationId xmlns:a16="http://schemas.microsoft.com/office/drawing/2014/main" id="{8FCEB870-6F20-404C-9E9C-D29A1EF0B01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0587FFE-04A2-4E7F-8845-EC351C982A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9A6C5E41-4E78-465A-80F1-BDABB7B5E19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069</a:t>
            </a:r>
          </a:p>
        </p:txBody>
      </p:sp>
    </p:spTree>
    <p:extLst>
      <p:ext uri="{BB962C8B-B14F-4D97-AF65-F5344CB8AC3E}">
        <p14:creationId xmlns:p14="http://schemas.microsoft.com/office/powerpoint/2010/main" val="731465228"/>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38D05AC-5631-46BA-BB76-92D16C1641F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1EB5BC2A-7CC9-4201-AFEA-8CD321D719E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A14  실패한 부분을 다시 요청하기</a:t>
            </a:r>
          </a:p>
        </p:txBody>
      </p:sp>
      <p:sp>
        <p:nvSpPr>
          <p:cNvPr id="3" name="">
            <a:extLst xmlns:a="http://schemas.openxmlformats.org/drawingml/2006/main">
              <a:ext uri="{FF2B5EF4-FFF2-40B4-BE49-F238E27FC236}">
                <a16:creationId xmlns:a16="http://schemas.microsoft.com/office/drawing/2014/main" id="{970926EC-DAA0-4AE5-A77D-994FD4A3A7F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34D5944-4F25-43E1-A09A-94E3F7409E5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실패한 입력과 유지할 조건을 함께 씁니다.</a:t>
            </a:r>
          </a:p>
        </p:txBody>
      </p:sp>
      <p:sp>
        <p:nvSpPr>
          <p:cNvPr id="5" name="">
            <a:extLst xmlns:a="http://schemas.openxmlformats.org/drawingml/2006/main">
              <a:ext uri="{FF2B5EF4-FFF2-40B4-BE49-F238E27FC236}">
                <a16:creationId xmlns:a16="http://schemas.microsoft.com/office/drawing/2014/main" id="{BEEAD52F-351A-4A80-8243-B0C654A7762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3F16CFF-FE85-4CE2-A0DB-0F91907866E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762A71A-CD35-4485-AC49-A4B895ECF01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어디에서 결과가 달랐는지 알려 줍니다.</a:t>
            </a:r>
          </a:p>
        </p:txBody>
      </p:sp>
      <p:sp>
        <p:nvSpPr>
          <p:cNvPr id="8" name="">
            <a:extLst xmlns:a="http://schemas.openxmlformats.org/drawingml/2006/main">
              <a:ext uri="{FF2B5EF4-FFF2-40B4-BE49-F238E27FC236}">
                <a16:creationId xmlns:a16="http://schemas.microsoft.com/office/drawing/2014/main" id="{F5BFAAD9-FE72-4793-ACE9-F961723E08F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2BABEFF-25D1-47BA-B0DE-F5768329934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16ADDBA9-5CB9-4F0C-8CBE-85E2B088686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1541932805"/>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5ADCA9D-19D0-42E3-8709-1520661F6BB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E489CDF-3AF8-4DE0-88D7-AC893427F93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추가 요청을 좁히기의 예</a:t>
            </a:r>
          </a:p>
        </p:txBody>
      </p:sp>
      <p:sp>
        <p:nvSpPr>
          <p:cNvPr id="3" name="">
            <a:extLst xmlns:a="http://schemas.openxmlformats.org/drawingml/2006/main">
              <a:ext uri="{FF2B5EF4-FFF2-40B4-BE49-F238E27FC236}">
                <a16:creationId xmlns:a16="http://schemas.microsoft.com/office/drawing/2014/main" id="{BF740C13-F4F8-457A-980F-D96832C809F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ED4ADF6-A0F1-42B4-A169-39A005D9042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28의 기대는 주의인데 정상입니다.</a:t>
            </a:r>
          </a:p>
        </p:txBody>
      </p:sp>
      <p:sp>
        <p:nvSpPr>
          <p:cNvPr id="5" name="">
            <a:extLst xmlns:a="http://schemas.openxmlformats.org/drawingml/2006/main">
              <a:ext uri="{FF2B5EF4-FFF2-40B4-BE49-F238E27FC236}">
                <a16:creationId xmlns:a16="http://schemas.microsoft.com/office/drawing/2014/main" id="{BA6BF55A-BE8C-4F97-BD73-A12EAE34C0B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0D19396-B11D-4C8B-B57A-24FCE309CCB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15BFB65-7971-4782-9DC0-4232AF3FB2D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기준 28과 함수 이름</a:t>
            </a:r>
            <a:r>
              <a:t>을 유지합니다.</a:t>
            </a:r>
          </a:p>
        </p:txBody>
      </p:sp>
      <p:sp>
        <p:nvSpPr>
          <p:cNvPr id="8" name="">
            <a:extLst xmlns:a="http://schemas.openxmlformats.org/drawingml/2006/main">
              <a:ext uri="{FF2B5EF4-FFF2-40B4-BE49-F238E27FC236}">
                <a16:creationId xmlns:a16="http://schemas.microsoft.com/office/drawing/2014/main" id="{F62677D7-8F62-4913-BA75-E5759099345D}"/>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308338B-A319-4EF6-8DF7-B681698C2628}"/>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31EB703B-CAB9-49B2-860C-C9467352B0AC}"/>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경계 비교를 검토해 주세요.</a:t>
            </a:r>
          </a:p>
        </p:txBody>
      </p:sp>
      <p:sp>
        <p:nvSpPr>
          <p:cNvPr id="11" name="">
            <a:extLst xmlns:a="http://schemas.openxmlformats.org/drawingml/2006/main">
              <a:ext uri="{FF2B5EF4-FFF2-40B4-BE49-F238E27FC236}">
                <a16:creationId xmlns:a16="http://schemas.microsoft.com/office/drawing/2014/main" id="{08DC8F20-3500-42B3-9367-90C7743D1B1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BA2D362-C406-4DED-94BE-365182122E8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AC4D11AF-D296-4BB7-95FA-0BADB0FEDCE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115226349"/>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8F8EF45-6874-4689-86EA-C647F9B6F7B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9D0B18C0-C7DA-474C-B750-2C54CE9C547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응답 뒤 재검사</a:t>
            </a:r>
          </a:p>
        </p:txBody>
      </p:sp>
      <p:sp>
        <p:nvSpPr>
          <p:cNvPr id="3" name="">
            <a:extLst xmlns:a="http://schemas.openxmlformats.org/drawingml/2006/main">
              <a:ext uri="{FF2B5EF4-FFF2-40B4-BE49-F238E27FC236}">
                <a16:creationId xmlns:a16="http://schemas.microsoft.com/office/drawing/2014/main" id="{471878C9-D0FF-41E5-BCE4-485DAE0C045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2C4973E-6C33-4697-A84C-C58CFB1F759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설명만 읽고 검사가 끝났다고 쓰지 않습니다.</a:t>
            </a:r>
          </a:p>
        </p:txBody>
      </p:sp>
      <p:sp>
        <p:nvSpPr>
          <p:cNvPr id="5" name="">
            <a:extLst xmlns:a="http://schemas.openxmlformats.org/drawingml/2006/main">
              <a:ext uri="{FF2B5EF4-FFF2-40B4-BE49-F238E27FC236}">
                <a16:creationId xmlns:a16="http://schemas.microsoft.com/office/drawing/2014/main" id="{1E38F3FA-5B0F-4779-8439-78811E17ACB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44E9CD1-F24C-41C4-B34B-01D0BC9D8B4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9D81A49-7013-4878-8D49-945D2466884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수정한 파일에 </a:t>
            </a:r>
            <a:r>
              <a:rPr b="1">
                <a:solidFill>
                  <a:srgbClr val="002FA7"/>
                </a:solidFill>
              </a:rPr>
              <a:t>같은 입력</a:t>
            </a:r>
            <a:r>
              <a:t>을 적용합니다.</a:t>
            </a:r>
          </a:p>
        </p:txBody>
      </p:sp>
      <p:sp>
        <p:nvSpPr>
          <p:cNvPr id="8" name="">
            <a:extLst xmlns:a="http://schemas.openxmlformats.org/drawingml/2006/main">
              <a:ext uri="{FF2B5EF4-FFF2-40B4-BE49-F238E27FC236}">
                <a16:creationId xmlns:a16="http://schemas.microsoft.com/office/drawing/2014/main" id="{7CD65FBB-584D-4BA6-B74F-CE7DD9B3070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325BBE7-477F-44DB-8AA3-209617B3BCE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98B6A7A3-25C3-4E96-ABCB-827A35D8263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526209412"/>
      </p:ext>
    </p:extLst>
  </p:cSld>
</p:sld>
</file>

<file path=ppt/slides/slide7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2F0BF80-A731-4110-BB9B-C946AAABFCE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A764AE8E-EFE0-4784-982E-1704939A58B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유지할 조건</a:t>
            </a:r>
          </a:p>
        </p:txBody>
      </p:sp>
      <p:sp>
        <p:nvSpPr>
          <p:cNvPr id="3" name="">
            <a:extLst xmlns:a="http://schemas.openxmlformats.org/drawingml/2006/main">
              <a:ext uri="{FF2B5EF4-FFF2-40B4-BE49-F238E27FC236}">
                <a16:creationId xmlns:a16="http://schemas.microsoft.com/office/drawing/2014/main" id="{24C51E77-9913-4336-9F8B-019F811698C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 요청에 유지 조건을 다시 쓰는 이유는?</a:t>
            </a:r>
          </a:p>
        </p:txBody>
      </p:sp>
      <p:sp>
        <p:nvSpPr>
          <p:cNvPr id="4" name="">
            <a:extLst xmlns:a="http://schemas.openxmlformats.org/drawingml/2006/main">
              <a:ext uri="{FF2B5EF4-FFF2-40B4-BE49-F238E27FC236}">
                <a16:creationId xmlns:a16="http://schemas.microsoft.com/office/drawing/2014/main" id="{92480CFC-644B-481F-A2E0-6603260D648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3065B8-8EBA-41C4-AFE7-FDD5442796B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174009A0-E0DC-4BAB-869B-51ADDCF1C4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073</a:t>
            </a:r>
          </a:p>
        </p:txBody>
      </p:sp>
    </p:spTree>
    <p:extLst>
      <p:ext uri="{BB962C8B-B14F-4D97-AF65-F5344CB8AC3E}">
        <p14:creationId xmlns:p14="http://schemas.microsoft.com/office/powerpoint/2010/main" val="894282585"/>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E05BB1-0F78-467B-BF1F-580F64DF45C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1FD89808-E559-4F80-B99A-337AFB17A8A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A15  회귀 확인</a:t>
            </a:r>
          </a:p>
        </p:txBody>
      </p:sp>
      <p:sp>
        <p:nvSpPr>
          <p:cNvPr id="3" name="">
            <a:extLst xmlns:a="http://schemas.openxmlformats.org/drawingml/2006/main">
              <a:ext uri="{FF2B5EF4-FFF2-40B4-BE49-F238E27FC236}">
                <a16:creationId xmlns:a16="http://schemas.microsoft.com/office/drawing/2014/main" id="{55488F83-2F59-4800-8892-8F39528667F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9A21883-E156-45B5-B925-8762F415964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고친 뒤 예전 동작도 다시 확인합니다.</a:t>
            </a:r>
          </a:p>
        </p:txBody>
      </p:sp>
      <p:sp>
        <p:nvSpPr>
          <p:cNvPr id="5" name="">
            <a:extLst xmlns:a="http://schemas.openxmlformats.org/drawingml/2006/main">
              <a:ext uri="{FF2B5EF4-FFF2-40B4-BE49-F238E27FC236}">
                <a16:creationId xmlns:a16="http://schemas.microsoft.com/office/drawing/2014/main" id="{4968A30F-F045-48DE-BF45-235315F1E97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E1D0B0D-DE6E-48BD-B903-A779630F061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045E898-9752-4838-8F63-4B455EE2215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세 후보에 같은 검사 기준을 적용합니다.</a:t>
            </a:r>
          </a:p>
        </p:txBody>
      </p:sp>
      <p:sp>
        <p:nvSpPr>
          <p:cNvPr id="8" name="">
            <a:extLst xmlns:a="http://schemas.openxmlformats.org/drawingml/2006/main">
              <a:ext uri="{FF2B5EF4-FFF2-40B4-BE49-F238E27FC236}">
                <a16:creationId xmlns:a16="http://schemas.microsoft.com/office/drawing/2014/main" id="{CE9B5C80-99FC-4B9E-A008-1FB7089A199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BB6A74-72A8-458B-9022-5556837D265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1B16409A-3A7B-4938-BB0B-00DE3BD4A50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2114224807"/>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508752E-8A2F-47F1-99DB-0E29BCB3BFA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5E8DCD9-1814-449E-8E40-0C14C478B09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회귀 확인의 예</a:t>
            </a:r>
          </a:p>
        </p:txBody>
      </p:sp>
      <p:sp>
        <p:nvSpPr>
          <p:cNvPr id="3" name="">
            <a:extLst xmlns:a="http://schemas.openxmlformats.org/drawingml/2006/main">
              <a:ext uri="{FF2B5EF4-FFF2-40B4-BE49-F238E27FC236}">
                <a16:creationId xmlns:a16="http://schemas.microsoft.com/office/drawing/2014/main" id="{3A9BE250-6078-4A29-94EF-E673547DA0D3}"/>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실행 위치: course. 기준은 동일합니다.</a:t>
            </a:r>
          </a:p>
        </p:txBody>
      </p:sp>
      <p:sp>
        <p:nvSpPr>
          <p:cNvPr id="4" name="">
            <a:extLst xmlns:a="http://schemas.openxmlformats.org/drawingml/2006/main">
              <a:ext uri="{FF2B5EF4-FFF2-40B4-BE49-F238E27FC236}">
                <a16:creationId xmlns:a16="http://schemas.microsoft.com/office/drawing/2014/main" id="{424F80DD-2FD4-43F5-BF6E-F221D78A0734}"/>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F6032D-5ED8-4111-9FB2-581ACDCA9DAA}"/>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FDAFF222-696E-4D86-B5C5-DDF9DDAA223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python code/check_cases.py code/baseline.py</a:t>
            </a:r>
          </a:p>
        </p:txBody>
      </p:sp>
      <p:sp>
        <p:nvSpPr>
          <p:cNvPr id="7" name="">
            <a:extLst xmlns:a="http://schemas.openxmlformats.org/drawingml/2006/main">
              <a:ext uri="{FF2B5EF4-FFF2-40B4-BE49-F238E27FC236}">
                <a16:creationId xmlns:a16="http://schemas.microsoft.com/office/drawing/2014/main" id="{AE733D7B-C44F-4C33-A421-13A8D8430C01}"/>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53E21B32-5DAB-4F78-9800-9EC93124F591}"/>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python code/check_cases.py code/proposal_a.py</a:t>
            </a:r>
          </a:p>
        </p:txBody>
      </p:sp>
      <p:sp>
        <p:nvSpPr>
          <p:cNvPr id="9" name="">
            <a:extLst xmlns:a="http://schemas.openxmlformats.org/drawingml/2006/main">
              <a:ext uri="{FF2B5EF4-FFF2-40B4-BE49-F238E27FC236}">
                <a16:creationId xmlns:a16="http://schemas.microsoft.com/office/drawing/2014/main" id="{882B2140-669B-400F-B229-269FE965940C}"/>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FA898445-59C7-43E3-8D7B-09F963A4813B}"/>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python code/check_cases.py code/reviewed.py</a:t>
            </a:r>
          </a:p>
        </p:txBody>
      </p:sp>
      <p:sp>
        <p:nvSpPr>
          <p:cNvPr id="11" name="">
            <a:extLst xmlns:a="http://schemas.openxmlformats.org/drawingml/2006/main">
              <a:ext uri="{FF2B5EF4-FFF2-40B4-BE49-F238E27FC236}">
                <a16:creationId xmlns:a16="http://schemas.microsoft.com/office/drawing/2014/main" id="{BBA7CE02-788F-4DD0-9D59-923D7E20782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DE5DA6E-5009-48B9-B56B-6348E82CA19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111FFA50-779B-4C27-BA87-9671CF32BBF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1371620148"/>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8CFF9FA-3FB2-432E-82B8-19C7382C5EA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5AEEA41-7A85-4348-8E22-60BAFF7A041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세 후보를 검사하는 명령</a:t>
            </a:r>
          </a:p>
        </p:txBody>
      </p:sp>
      <p:sp>
        <p:nvSpPr>
          <p:cNvPr id="3" name="">
            <a:extLst xmlns:a="http://schemas.openxmlformats.org/drawingml/2006/main">
              <a:ext uri="{FF2B5EF4-FFF2-40B4-BE49-F238E27FC236}">
                <a16:creationId xmlns:a16="http://schemas.microsoft.com/office/drawing/2014/main" id="{F1D8CF5B-CAED-40A8-9746-75189DC208B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7D38B4A-4BEE-44E5-8B43-5F02C76AD31F}"/>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명령마다 검사할 후보 파일을 확인합니다.</a:t>
            </a:r>
          </a:p>
        </p:txBody>
      </p:sp>
      <p:sp>
        <p:nvSpPr>
          <p:cNvPr id="5" name="">
            <a:extLst xmlns:a="http://schemas.openxmlformats.org/drawingml/2006/main">
              <a:ext uri="{FF2B5EF4-FFF2-40B4-BE49-F238E27FC236}">
                <a16:creationId xmlns:a16="http://schemas.microsoft.com/office/drawing/2014/main" id="{9C891023-1E87-4440-80FD-5089D600431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FCEECA2-D61D-4A6D-AAEC-B89BE503A4A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762EBF0-E438-4081-B087-FF0AB7ECB3F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세 파일에 같은 입력이 쓰이는지 봅니다.</a:t>
            </a:r>
          </a:p>
        </p:txBody>
      </p:sp>
      <p:sp>
        <p:nvSpPr>
          <p:cNvPr id="8" name="">
            <a:extLst xmlns:a="http://schemas.openxmlformats.org/drawingml/2006/main">
              <a:ext uri="{FF2B5EF4-FFF2-40B4-BE49-F238E27FC236}">
                <a16:creationId xmlns:a16="http://schemas.microsoft.com/office/drawing/2014/main" id="{ACA01BEB-4278-46D6-9B90-ED29DEC4F9C2}"/>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646CA73-AF3A-4C98-873B-1CC1FBF2E7AA}"/>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B85F659F-8B49-4997-8449-73CD0A3EEA75}"/>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출력에서 실패한 사례를 비교합니다.</a:t>
            </a:r>
          </a:p>
        </p:txBody>
      </p:sp>
      <p:sp>
        <p:nvSpPr>
          <p:cNvPr id="11" name="">
            <a:extLst xmlns:a="http://schemas.openxmlformats.org/drawingml/2006/main">
              <a:ext uri="{FF2B5EF4-FFF2-40B4-BE49-F238E27FC236}">
                <a16:creationId xmlns:a16="http://schemas.microsoft.com/office/drawing/2014/main" id="{0C5FD4AD-BD3A-45DF-A928-07582661851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E757B07-28EA-49D3-B2F3-54C124E0B59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1BEFFC35-B549-4FF6-B9FC-1EBF985721A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1523820265"/>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929328-B268-4672-9E18-26957A26EBE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DD53E1D-8EF9-45EA-9CCD-4A695C92F8F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검사 범위</a:t>
            </a:r>
          </a:p>
        </p:txBody>
      </p:sp>
      <p:sp>
        <p:nvSpPr>
          <p:cNvPr id="3" name="">
            <a:extLst xmlns:a="http://schemas.openxmlformats.org/drawingml/2006/main">
              <a:ext uri="{FF2B5EF4-FFF2-40B4-BE49-F238E27FC236}">
                <a16:creationId xmlns:a16="http://schemas.microsoft.com/office/drawing/2014/main" id="{AE4A66E1-5D46-420E-9CC8-238D9B4A8533}"/>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CE80352-2052-4AC2-82A8-7E71EE73B1B5}"/>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reviewed는 제공 아홉 사례에서 </a:t>
            </a:r>
            <a:r>
              <a:rPr b="1">
                <a:solidFill>
                  <a:srgbClr val="002FA7"/>
                </a:solidFill>
              </a:rPr>
              <a:t>9/9</a:t>
            </a:r>
            <a:r>
              <a:t>입니다.</a:t>
            </a:r>
          </a:p>
        </p:txBody>
      </p:sp>
      <p:sp>
        <p:nvSpPr>
          <p:cNvPr id="5" name="">
            <a:extLst xmlns:a="http://schemas.openxmlformats.org/drawingml/2006/main">
              <a:ext uri="{FF2B5EF4-FFF2-40B4-BE49-F238E27FC236}">
                <a16:creationId xmlns:a16="http://schemas.microsoft.com/office/drawing/2014/main" id="{74271C12-41B8-43F0-A989-6106C475A2BD}"/>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모든 실제 센서 조건의 </a:t>
            </a:r>
            <a:r>
              <a:rPr b="1">
                <a:solidFill>
                  <a:srgbClr val="002FA7"/>
                </a:solidFill>
              </a:rPr>
              <a:t>보장은 아닙니다</a:t>
            </a:r>
            <a:r>
              <a:t>.</a:t>
            </a:r>
          </a:p>
        </p:txBody>
      </p:sp>
      <p:sp>
        <p:nvSpPr>
          <p:cNvPr id="6" name="">
            <a:extLst xmlns:a="http://schemas.openxmlformats.org/drawingml/2006/main">
              <a:ext uri="{FF2B5EF4-FFF2-40B4-BE49-F238E27FC236}">
                <a16:creationId xmlns:a16="http://schemas.microsoft.com/office/drawing/2014/main" id="{4E117E48-4C21-44CC-B8AF-015A5763120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F80F143-D75F-45DD-8D2C-E3A6C4745FB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CF15CCCA-4E82-43CE-92D7-2A83B76493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634141533"/>
      </p:ext>
    </p:extLst>
  </p:cSld>
</p:sld>
</file>

<file path=ppt/slides/slide7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0FD2B89-77B6-474A-84C5-D3B0D3FF497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BED6E873-F118-4979-AF6B-DE0DA1FD830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같은 통과 수</a:t>
            </a:r>
          </a:p>
        </p:txBody>
      </p:sp>
      <p:sp>
        <p:nvSpPr>
          <p:cNvPr id="3" name="">
            <a:extLst xmlns:a="http://schemas.openxmlformats.org/drawingml/2006/main">
              <a:ext uri="{FF2B5EF4-FFF2-40B4-BE49-F238E27FC236}">
                <a16:creationId xmlns:a16="http://schemas.microsoft.com/office/drawing/2014/main" id="{6678B096-E312-4207-9332-31770AA9C19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두 코드의 통과 수가 같습니다.</a:t>
            </a:r>
          </a:p>
        </p:txBody>
      </p:sp>
      <p:sp>
        <p:nvSpPr>
          <p:cNvPr id="4" name="">
            <a:extLst xmlns:a="http://schemas.openxmlformats.org/drawingml/2006/main">
              <a:ext uri="{FF2B5EF4-FFF2-40B4-BE49-F238E27FC236}">
                <a16:creationId xmlns:a16="http://schemas.microsoft.com/office/drawing/2014/main" id="{1BA9808E-0F37-438C-85E0-7B0412A4333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같은 품질이라고 판단할 수 있나요?</a:t>
            </a:r>
          </a:p>
        </p:txBody>
      </p:sp>
      <p:sp>
        <p:nvSpPr>
          <p:cNvPr id="5" name="">
            <a:extLst xmlns:a="http://schemas.openxmlformats.org/drawingml/2006/main">
              <a:ext uri="{FF2B5EF4-FFF2-40B4-BE49-F238E27FC236}">
                <a16:creationId xmlns:a16="http://schemas.microsoft.com/office/drawing/2014/main" id="{1CE9C727-726E-44C8-860F-7CDC728B2C8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0D3036-6D0E-4128-A252-00E37400C0B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87A1E3EE-6E18-4548-B6AA-E5BA0DFA0FF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078</a:t>
            </a:r>
          </a:p>
        </p:txBody>
      </p:sp>
    </p:spTree>
    <p:extLst>
      <p:ext uri="{BB962C8B-B14F-4D97-AF65-F5344CB8AC3E}">
        <p14:creationId xmlns:p14="http://schemas.microsoft.com/office/powerpoint/2010/main" val="978354826"/>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514A4F9-483E-4814-A5F1-2107CA8A578D}"/>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6D4711-1CCF-47AA-8AD2-86867C18B23F}"/>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461CB528-8A9A-4100-A434-EF7D9D4F43A2}"/>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7344AE5D-4448-4DC8-81C3-DCD17D3B85A7}"/>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새 요청과 인수인계</a:t>
            </a:r>
          </a:p>
        </p:txBody>
      </p:sp>
      <p:sp>
        <p:nvSpPr>
          <p:cNvPr id="5" name="">
            <a:extLst xmlns:a="http://schemas.openxmlformats.org/drawingml/2006/main">
              <a:ext uri="{FF2B5EF4-FFF2-40B4-BE49-F238E27FC236}">
                <a16:creationId xmlns:a16="http://schemas.microsoft.com/office/drawing/2014/main" id="{2588904F-C467-47DD-8E78-8EC94F3AA51C}"/>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968C3CF-7B60-49B8-8493-D1A3672B7ACE}"/>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50분 수업입니다.</a:t>
            </a:r>
          </a:p>
        </p:txBody>
      </p:sp>
      <p:sp>
        <p:nvSpPr>
          <p:cNvPr id="7" name="">
            <a:extLst xmlns:a="http://schemas.openxmlformats.org/drawingml/2006/main">
              <a:ext uri="{FF2B5EF4-FFF2-40B4-BE49-F238E27FC236}">
                <a16:creationId xmlns:a16="http://schemas.microsoft.com/office/drawing/2014/main" id="{0E939258-0797-4426-B041-32A2FE80AC71}"/>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예제를 함께 보고 따라 해 봅니다.</a:t>
            </a:r>
          </a:p>
        </p:txBody>
      </p:sp>
      <p:sp>
        <p:nvSpPr>
          <p:cNvPr id="8" name="">
            <a:extLst xmlns:a="http://schemas.openxmlformats.org/drawingml/2006/main">
              <a:ext uri="{FF2B5EF4-FFF2-40B4-BE49-F238E27FC236}">
                <a16:creationId xmlns:a16="http://schemas.microsoft.com/office/drawing/2014/main" id="{2DD41332-AACB-4C7B-8D49-5EC09044F5FA}"/>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결과가 예상과 같은지 확인해 봅니다.</a:t>
            </a:r>
          </a:p>
        </p:txBody>
      </p:sp>
      <p:sp>
        <p:nvSpPr>
          <p:cNvPr id="9" name="">
            <a:extLst xmlns:a="http://schemas.openxmlformats.org/drawingml/2006/main">
              <a:ext uri="{FF2B5EF4-FFF2-40B4-BE49-F238E27FC236}">
                <a16:creationId xmlns:a16="http://schemas.microsoft.com/office/drawing/2014/main" id="{8758BA8F-16A7-43CB-8B77-4E689325A844}"/>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2026.10.20</a:t>
            </a:r>
          </a:p>
        </p:txBody>
      </p:sp>
      <p:sp>
        <p:nvSpPr>
          <p:cNvPr id="10" name="">
            <a:extLst xmlns:a="http://schemas.openxmlformats.org/drawingml/2006/main">
              <a:ext uri="{FF2B5EF4-FFF2-40B4-BE49-F238E27FC236}">
                <a16:creationId xmlns:a16="http://schemas.microsoft.com/office/drawing/2014/main" id="{FA778950-AA56-4B47-9DFC-AFC89340BDCE}"/>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304920603"/>
      </p:ext>
    </p:extLst>
  </p:cSld>
</p:sld>
</file>

<file path=ppt/slides/slide8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78492AC-C61C-4365-B44B-F1E5328E4F0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1499347-1A70-403A-95EB-DABE6448B5D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한 번의 호출과 기본값 변경</a:t>
            </a:r>
          </a:p>
        </p:txBody>
      </p:sp>
      <p:sp>
        <p:nvSpPr>
          <p:cNvPr id="3" name="">
            <a:extLst xmlns:a="http://schemas.openxmlformats.org/drawingml/2006/main">
              <a:ext uri="{FF2B5EF4-FFF2-40B4-BE49-F238E27FC236}">
                <a16:creationId xmlns:a16="http://schemas.microsoft.com/office/drawing/2014/main" id="{51E94E7C-70AC-4D37-9C30-6AD9DC45DF7C}"/>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한 번의 호출과 기본값 변경</a:t>
            </a:r>
          </a:p>
        </p:txBody>
      </p:sp>
      <p:sp>
        <p:nvSpPr>
          <p:cNvPr id="4" name="">
            <a:extLst xmlns:a="http://schemas.openxmlformats.org/drawingml/2006/main">
              <a:ext uri="{FF2B5EF4-FFF2-40B4-BE49-F238E27FC236}">
                <a16:creationId xmlns:a16="http://schemas.microsoft.com/office/drawing/2014/main" id="{CF315187-8A8C-4DB5-A1F7-86CA243F82E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46C2AB-DBBB-4FE1-A85C-A02B1119AF1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이번 호출만 바꿀지, 기본값을 바꿀지 정합니다.</a:t>
            </a:r>
          </a:p>
        </p:txBody>
      </p:sp>
      <p:sp>
        <p:nvSpPr>
          <p:cNvPr id="6" name="">
            <a:extLst xmlns:a="http://schemas.openxmlformats.org/drawingml/2006/main">
              <a:ext uri="{FF2B5EF4-FFF2-40B4-BE49-F238E27FC236}">
                <a16:creationId xmlns:a16="http://schemas.microsoft.com/office/drawing/2014/main" id="{E42DFC7F-5454-44BE-8BC9-BFD4D4E84F8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누가 요청했는지와 검사할 입력을 적습니다.</a:t>
            </a:r>
          </a:p>
        </p:txBody>
      </p:sp>
      <p:sp>
        <p:nvSpPr>
          <p:cNvPr id="7" name="">
            <a:extLst xmlns:a="http://schemas.openxmlformats.org/drawingml/2006/main">
              <a:ext uri="{FF2B5EF4-FFF2-40B4-BE49-F238E27FC236}">
                <a16:creationId xmlns:a16="http://schemas.microsoft.com/office/drawing/2014/main" id="{8E479146-07C5-41CB-BA96-D032BB01C12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FF6D230-734B-441A-963A-48D599B67C5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CD83DD45-C283-4B78-8138-A7B87F95C3B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080</a:t>
            </a:r>
          </a:p>
        </p:txBody>
      </p:sp>
    </p:spTree>
    <p:extLst>
      <p:ext uri="{BB962C8B-B14F-4D97-AF65-F5344CB8AC3E}">
        <p14:creationId xmlns:p14="http://schemas.microsoft.com/office/powerpoint/2010/main" val="1467071034"/>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474B2D6-2FA9-4814-BA8F-73855DFAAD8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BC8AFBA-29A8-415E-A6EA-2CF02D00875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A16  새 기준의 영향</a:t>
            </a:r>
          </a:p>
        </p:txBody>
      </p:sp>
      <p:sp>
        <p:nvSpPr>
          <p:cNvPr id="3" name="">
            <a:extLst xmlns:a="http://schemas.openxmlformats.org/drawingml/2006/main">
              <a:ext uri="{FF2B5EF4-FFF2-40B4-BE49-F238E27FC236}">
                <a16:creationId xmlns:a16="http://schemas.microsoft.com/office/drawing/2014/main" id="{52AF2CA4-5045-4C4C-A634-C97DECC71A9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기본값 28</a:t>
            </a:r>
          </a:p>
        </p:txBody>
      </p:sp>
      <p:sp>
        <p:nvSpPr>
          <p:cNvPr id="4" name="">
            <a:extLst xmlns:a="http://schemas.openxmlformats.org/drawingml/2006/main">
              <a:ext uri="{FF2B5EF4-FFF2-40B4-BE49-F238E27FC236}">
                <a16:creationId xmlns:a16="http://schemas.microsoft.com/office/drawing/2014/main" id="{87F3CF02-92E5-4B31-AD38-7F90905309B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8FEA69-C976-417B-B5A0-1FFA3BA259B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특정 장소만 기준 30을 사용합니다.</a:t>
            </a:r>
          </a:p>
        </p:txBody>
      </p:sp>
      <p:sp>
        <p:nvSpPr>
          <p:cNvPr id="6" name="">
            <a:extLst xmlns:a="http://schemas.openxmlformats.org/drawingml/2006/main">
              <a:ext uri="{FF2B5EF4-FFF2-40B4-BE49-F238E27FC236}">
                <a16:creationId xmlns:a16="http://schemas.microsoft.com/office/drawing/2014/main" id="{78454537-A94F-4959-84DE-84CE1DC2701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기본값 28</a:t>
            </a:r>
            <a:r>
              <a:t>과 </a:t>
            </a:r>
            <a:r>
              <a:rPr b="1">
                <a:solidFill>
                  <a:srgbClr val="002FA7"/>
                </a:solidFill>
              </a:rPr>
              <a:t>호출 인수</a:t>
            </a:r>
            <a:r>
              <a:t>를 구별합니다.</a:t>
            </a:r>
          </a:p>
        </p:txBody>
      </p:sp>
      <p:sp>
        <p:nvSpPr>
          <p:cNvPr id="7" name="">
            <a:extLst xmlns:a="http://schemas.openxmlformats.org/drawingml/2006/main">
              <a:ext uri="{FF2B5EF4-FFF2-40B4-BE49-F238E27FC236}">
                <a16:creationId xmlns:a16="http://schemas.microsoft.com/office/drawing/2014/main" id="{4B457D02-7CBB-4AD8-B678-128B12FCDC7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6F9D3D3-9966-4FF1-B113-9A09B0DF0E0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62FA2409-AC28-4C3F-BCB4-EB14C4CA74F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1089000112"/>
      </p:ext>
    </p:extLst>
  </p:cSld>
</p:sld>
</file>

<file path=ppt/slides/slide8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2676253-5A23-4357-AF67-5AE9C0FB31F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3666203-165C-456D-B82E-395A7F2474F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기준의 영향의 예</a:t>
            </a:r>
          </a:p>
        </p:txBody>
      </p:sp>
      <p:sp>
        <p:nvSpPr>
          <p:cNvPr id="3" name="">
            <a:extLst xmlns:a="http://schemas.openxmlformats.org/drawingml/2006/main">
              <a:ext uri="{FF2B5EF4-FFF2-40B4-BE49-F238E27FC236}">
                <a16:creationId xmlns:a16="http://schemas.microsoft.com/office/drawing/2014/main" id="{7B5E4609-17E5-4D99-9AB3-DF18A8B5B641}"/>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호출 발췌: reviewed의 classify가 필요합니다.</a:t>
            </a:r>
          </a:p>
        </p:txBody>
      </p:sp>
      <p:sp>
        <p:nvSpPr>
          <p:cNvPr id="4" name="">
            <a:extLst xmlns:a="http://schemas.openxmlformats.org/drawingml/2006/main">
              <a:ext uri="{FF2B5EF4-FFF2-40B4-BE49-F238E27FC236}">
                <a16:creationId xmlns:a16="http://schemas.microsoft.com/office/drawing/2014/main" id="{02E71A7F-1D5D-410F-BB89-83AF0F25C6B0}"/>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7E2C94-B397-451C-8245-DDE7F71AFBE3}"/>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38171A5D-2E23-47E1-B806-9D4E9B5E8B4B}"/>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classify(28)</a:t>
            </a:r>
          </a:p>
        </p:txBody>
      </p:sp>
      <p:sp>
        <p:nvSpPr>
          <p:cNvPr id="7" name="">
            <a:extLst xmlns:a="http://schemas.openxmlformats.org/drawingml/2006/main">
              <a:ext uri="{FF2B5EF4-FFF2-40B4-BE49-F238E27FC236}">
                <a16:creationId xmlns:a16="http://schemas.microsoft.com/office/drawing/2014/main" id="{6301CB1D-AA11-471B-9550-8900D33ECBD6}"/>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8" name="">
            <a:extLst xmlns:a="http://schemas.openxmlformats.org/drawingml/2006/main">
              <a:ext uri="{FF2B5EF4-FFF2-40B4-BE49-F238E27FC236}">
                <a16:creationId xmlns:a16="http://schemas.microsoft.com/office/drawing/2014/main" id="{7C47E22E-0B8F-4E97-AC3D-95CAFBA7D70E}"/>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classify(29.9, threshold=30)</a:t>
            </a:r>
          </a:p>
        </p:txBody>
      </p:sp>
      <p:sp>
        <p:nvSpPr>
          <p:cNvPr id="9" name="">
            <a:extLst xmlns:a="http://schemas.openxmlformats.org/drawingml/2006/main">
              <a:ext uri="{FF2B5EF4-FFF2-40B4-BE49-F238E27FC236}">
                <a16:creationId xmlns:a16="http://schemas.microsoft.com/office/drawing/2014/main" id="{F541127E-9C3D-4B73-B31B-4614FE1CFD22}"/>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10" name="">
            <a:extLst xmlns:a="http://schemas.openxmlformats.org/drawingml/2006/main">
              <a:ext uri="{FF2B5EF4-FFF2-40B4-BE49-F238E27FC236}">
                <a16:creationId xmlns:a16="http://schemas.microsoft.com/office/drawing/2014/main" id="{5F7DDBFE-23EB-49B8-A133-5B7CCAFE78A3}"/>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classify(30, threshold=30)</a:t>
            </a:r>
          </a:p>
        </p:txBody>
      </p:sp>
      <p:sp>
        <p:nvSpPr>
          <p:cNvPr id="11" name="">
            <a:extLst xmlns:a="http://schemas.openxmlformats.org/drawingml/2006/main">
              <a:ext uri="{FF2B5EF4-FFF2-40B4-BE49-F238E27FC236}">
                <a16:creationId xmlns:a16="http://schemas.microsoft.com/office/drawing/2014/main" id="{B12A49C9-F427-4978-8790-F31E6CAD030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7B5521D-6D97-4665-910A-B813C0EF773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A655CB71-7929-4B3D-9E2F-53AA03D1FD9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082</a:t>
            </a:r>
          </a:p>
        </p:txBody>
      </p:sp>
    </p:spTree>
    <p:extLst>
      <p:ext uri="{BB962C8B-B14F-4D97-AF65-F5344CB8AC3E}">
        <p14:creationId xmlns:p14="http://schemas.microsoft.com/office/powerpoint/2010/main" val="1080587439"/>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168D161-94C7-46B6-ABA3-CCBF45A8C00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42CE4AB0-F486-4308-B09D-2472A8CEB00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호출할 때 기준을 바꾸기</a:t>
            </a:r>
          </a:p>
        </p:txBody>
      </p:sp>
      <p:sp>
        <p:nvSpPr>
          <p:cNvPr id="3" name="">
            <a:extLst xmlns:a="http://schemas.openxmlformats.org/drawingml/2006/main">
              <a:ext uri="{FF2B5EF4-FFF2-40B4-BE49-F238E27FC236}">
                <a16:creationId xmlns:a16="http://schemas.microsoft.com/office/drawing/2014/main" id="{92940A8F-A8F3-4F7C-8573-4D936C4EA07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0991D27-D93A-4E72-BF1A-2D2125E9F395}"/>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첫 인수는 분류할 온도입니다.</a:t>
            </a:r>
          </a:p>
        </p:txBody>
      </p:sp>
      <p:sp>
        <p:nvSpPr>
          <p:cNvPr id="5" name="">
            <a:extLst xmlns:a="http://schemas.openxmlformats.org/drawingml/2006/main">
              <a:ext uri="{FF2B5EF4-FFF2-40B4-BE49-F238E27FC236}">
                <a16:creationId xmlns:a16="http://schemas.microsoft.com/office/drawing/2014/main" id="{4D654EE9-50AC-40D7-B10E-D643C1781FB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C502629-6359-4321-9C11-9B209343837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86E766E-2AB3-4883-9F07-710F59F2C1A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threshold=30은 이번 호출의 기준입니다.</a:t>
            </a:r>
          </a:p>
        </p:txBody>
      </p:sp>
      <p:sp>
        <p:nvSpPr>
          <p:cNvPr id="8" name="">
            <a:extLst xmlns:a="http://schemas.openxmlformats.org/drawingml/2006/main">
              <a:ext uri="{FF2B5EF4-FFF2-40B4-BE49-F238E27FC236}">
                <a16:creationId xmlns:a16="http://schemas.microsoft.com/office/drawing/2014/main" id="{F1809272-E68E-4D0F-A147-48C1767373AF}"/>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C324683-FAD5-47B6-BD95-3B1D426A372C}"/>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9959632C-D0E4-4F50-AF22-C7B5742D39C6}"/>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인수를 생략하면 기본 기준 28을 씁니다.</a:t>
            </a:r>
          </a:p>
        </p:txBody>
      </p:sp>
      <p:sp>
        <p:nvSpPr>
          <p:cNvPr id="11" name="">
            <a:extLst xmlns:a="http://schemas.openxmlformats.org/drawingml/2006/main">
              <a:ext uri="{FF2B5EF4-FFF2-40B4-BE49-F238E27FC236}">
                <a16:creationId xmlns:a16="http://schemas.microsoft.com/office/drawing/2014/main" id="{79C7FEDB-0D73-4555-AE71-0562DC9B187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7215B5B-4FAD-4E80-BAEB-842D7BB133F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6D80B634-69B5-44AC-AA8F-384D5B2C724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957679730"/>
      </p:ext>
    </p:extLst>
  </p:cSld>
</p:sld>
</file>

<file path=ppt/slides/slide8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18A036-0009-4D3C-AC4D-F018DCCFF07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7F38EB96-1641-4DA7-B0BD-3CE06EB82AF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호출의 기대</a:t>
            </a:r>
          </a:p>
        </p:txBody>
      </p:sp>
      <p:sp>
        <p:nvSpPr>
          <p:cNvPr id="3" name="">
            <a:extLst xmlns:a="http://schemas.openxmlformats.org/drawingml/2006/main">
              <a:ext uri="{FF2B5EF4-FFF2-40B4-BE49-F238E27FC236}">
                <a16:creationId xmlns:a16="http://schemas.microsoft.com/office/drawing/2014/main" id="{40FCCC72-2F2A-4879-8313-705FE50C69CB}"/>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B3870C6-806B-42EC-97C4-6F39B216AB61}"/>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기본 28은 주의입니다.</a:t>
            </a:r>
          </a:p>
        </p:txBody>
      </p:sp>
      <p:sp>
        <p:nvSpPr>
          <p:cNvPr id="5" name="">
            <a:extLst xmlns:a="http://schemas.openxmlformats.org/drawingml/2006/main">
              <a:ext uri="{FF2B5EF4-FFF2-40B4-BE49-F238E27FC236}">
                <a16:creationId xmlns:a16="http://schemas.microsoft.com/office/drawing/2014/main" id="{3879F002-E66A-4E49-8FCA-6DD4C304DEAB}"/>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기준 30에서 </a:t>
            </a:r>
            <a:r>
              <a:rPr b="1">
                <a:solidFill>
                  <a:srgbClr val="002FA7"/>
                </a:solidFill>
              </a:rPr>
              <a:t>29.9는 정상</a:t>
            </a:r>
            <a:r>
              <a:t>, </a:t>
            </a:r>
            <a:r>
              <a:rPr b="1">
                <a:solidFill>
                  <a:srgbClr val="002FA7"/>
                </a:solidFill>
              </a:rPr>
              <a:t>30은 주의</a:t>
            </a:r>
            <a:r>
              <a:t>입니다.</a:t>
            </a:r>
          </a:p>
        </p:txBody>
      </p:sp>
      <p:sp>
        <p:nvSpPr>
          <p:cNvPr id="6" name="">
            <a:extLst xmlns:a="http://schemas.openxmlformats.org/drawingml/2006/main">
              <a:ext uri="{FF2B5EF4-FFF2-40B4-BE49-F238E27FC236}">
                <a16:creationId xmlns:a16="http://schemas.microsoft.com/office/drawing/2014/main" id="{411117C3-00BF-4F62-A1E4-7AD64AAB52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4E072A9-C0DC-4B90-AD82-96AA6EE6A27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4B7ADEC9-C62F-42E6-8C81-E9051BC277A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084</a:t>
            </a:r>
          </a:p>
        </p:txBody>
      </p:sp>
    </p:spTree>
    <p:extLst>
      <p:ext uri="{BB962C8B-B14F-4D97-AF65-F5344CB8AC3E}">
        <p14:creationId xmlns:p14="http://schemas.microsoft.com/office/powerpoint/2010/main" val="799777709"/>
      </p:ext>
    </p:extLst>
  </p:cSld>
</p:sld>
</file>

<file path=ppt/slides/slide8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6FD7A2-D60C-49AC-AACD-6FEFC689E28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259791EF-174E-4A11-9BFC-A85BC720DB2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기본값과 인수</a:t>
            </a:r>
          </a:p>
        </p:txBody>
      </p:sp>
      <p:sp>
        <p:nvSpPr>
          <p:cNvPr id="3" name="">
            <a:extLst xmlns:a="http://schemas.openxmlformats.org/drawingml/2006/main">
              <a:ext uri="{FF2B5EF4-FFF2-40B4-BE49-F238E27FC236}">
                <a16:creationId xmlns:a16="http://schemas.microsoft.com/office/drawing/2014/main" id="{54186367-5108-47FA-AAFC-A5A1E6E1CC3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특정 장소만 바꾸는 요청과 전체 변경은?</a:t>
            </a:r>
          </a:p>
        </p:txBody>
      </p:sp>
      <p:sp>
        <p:nvSpPr>
          <p:cNvPr id="4" name="">
            <a:extLst xmlns:a="http://schemas.openxmlformats.org/drawingml/2006/main">
              <a:ext uri="{FF2B5EF4-FFF2-40B4-BE49-F238E27FC236}">
                <a16:creationId xmlns:a16="http://schemas.microsoft.com/office/drawing/2014/main" id="{2252E3D7-8EE2-4A45-95EC-0390F070EFD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영향 받을 호출을 구별해 보세요.</a:t>
            </a:r>
          </a:p>
        </p:txBody>
      </p:sp>
      <p:sp>
        <p:nvSpPr>
          <p:cNvPr id="5" name="">
            <a:extLst xmlns:a="http://schemas.openxmlformats.org/drawingml/2006/main">
              <a:ext uri="{FF2B5EF4-FFF2-40B4-BE49-F238E27FC236}">
                <a16:creationId xmlns:a16="http://schemas.microsoft.com/office/drawing/2014/main" id="{325E1DEF-5A80-4BF0-8975-88C14CAFF8F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9EF3485-4638-4EEE-A154-C096E933573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F845F7C7-A645-4474-9BCA-E95B63B0C61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085</a:t>
            </a:r>
          </a:p>
        </p:txBody>
      </p:sp>
    </p:spTree>
    <p:extLst>
      <p:ext uri="{BB962C8B-B14F-4D97-AF65-F5344CB8AC3E}">
        <p14:creationId xmlns:p14="http://schemas.microsoft.com/office/powerpoint/2010/main" val="1343028108"/>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8B1C7E-E1BF-4171-93F3-79CF548FA10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CA0BDDC-15E5-43BD-BC03-F6AA7BB3B72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A17  동료에게 수정 내용을 설명하기</a:t>
            </a:r>
          </a:p>
        </p:txBody>
      </p:sp>
      <p:sp>
        <p:nvSpPr>
          <p:cNvPr id="3" name="">
            <a:extLst xmlns:a="http://schemas.openxmlformats.org/drawingml/2006/main">
              <a:ext uri="{FF2B5EF4-FFF2-40B4-BE49-F238E27FC236}">
                <a16:creationId xmlns:a16="http://schemas.microsoft.com/office/drawing/2014/main" id="{C54D90CF-0432-4156-B095-F5319A0297F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A12A988-7923-40F3-9A95-3349D358402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요청을 지키려고 어느 줄을 고쳤는지 말합니다.</a:t>
            </a:r>
          </a:p>
        </p:txBody>
      </p:sp>
      <p:sp>
        <p:nvSpPr>
          <p:cNvPr id="5" name="">
            <a:extLst xmlns:a="http://schemas.openxmlformats.org/drawingml/2006/main">
              <a:ext uri="{FF2B5EF4-FFF2-40B4-BE49-F238E27FC236}">
                <a16:creationId xmlns:a16="http://schemas.microsoft.com/office/drawing/2014/main" id="{111DB014-5EA5-41D2-A71E-E81A99C283F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2F9400F-9554-4F25-BF60-B601EF41439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D44B88E-09CB-427B-8D09-440061789E8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동료가 같은 입력으로 다시 시험해 봅니다.</a:t>
            </a:r>
          </a:p>
        </p:txBody>
      </p:sp>
      <p:sp>
        <p:nvSpPr>
          <p:cNvPr id="8" name="">
            <a:extLst xmlns:a="http://schemas.openxmlformats.org/drawingml/2006/main">
              <a:ext uri="{FF2B5EF4-FFF2-40B4-BE49-F238E27FC236}">
                <a16:creationId xmlns:a16="http://schemas.microsoft.com/office/drawing/2014/main" id="{7041F943-080D-4523-9281-7D464D1FC88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835EB7-0300-49AD-9ACE-332827FCEA1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022C0EC2-24F5-4C43-84F2-C14B10FEE0F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949410189"/>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BAC0C4-4756-4940-A24C-BBF7F651671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E7DADF0-1C74-4BFB-B1FA-7C0D2C0DCDB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동료에게 변경 설명의 예</a:t>
            </a:r>
          </a:p>
        </p:txBody>
      </p:sp>
      <p:graphicFrame>
        <p:nvGraphicFramePr>
          <p:cNvPr id="10"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2743200"/>
                <a:gridCol w="3429000"/>
                <a:gridCol w="4800600"/>
              </a:tblGrid>
              <a:tr h="733425">
                <a:tc>
                  <a:txBody>
                    <a:bodyPr wrap="square"/>
                    <a:lstStyle/>
                    <a:p>
                      <a:pPr>
                        <a:lnSpc>
                          <a:spcPct val="94000"/>
                        </a:lnSpc>
                        <a:buNone/>
                      </a:pPr>
                      <a:r>
                        <a:rPr sz="2100" b="1">
                          <a:solidFill>
                            <a:srgbClr val="FFFFFF"/>
                          </a:solidFill>
                          <a:latin typeface="Noto Sans KR"/>
                          <a:ea typeface="Noto Sans KR"/>
                          <a:cs typeface="Noto Sans KR"/>
                        </a:rPr>
                        <a:t>요구</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코드</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검사</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누락 구별</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None 처리</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missing 사례</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28 이상</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&gt;= 조건</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boundary 사례</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5C4C6BC4-7528-4586-89BC-EE538D5AE2C6}"/>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동료 코드를 덮어쓰기 전에 바뀐 줄을 읽습니다.</a:t>
            </a:r>
          </a:p>
        </p:txBody>
      </p:sp>
      <p:sp>
        <p:nvSpPr>
          <p:cNvPr id="5" name="">
            <a:extLst xmlns:a="http://schemas.openxmlformats.org/drawingml/2006/main">
              <a:ext uri="{FF2B5EF4-FFF2-40B4-BE49-F238E27FC236}">
                <a16:creationId xmlns:a16="http://schemas.microsoft.com/office/drawing/2014/main" id="{9DEDAAA7-7EF1-4AFE-A4FF-7AE718AF90E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A888044-3C7B-4318-A567-D74058DD986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55656E54-9979-47FF-82C3-E8E6C6AEFF8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1650604053"/>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8D1413-4D9F-4958-8A2F-DDE2C159D49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2F6F03F-36B1-4FB2-A2DC-15EADFD41DC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동료가 다시 실행하려면</a:t>
            </a:r>
          </a:p>
        </p:txBody>
      </p:sp>
      <p:sp>
        <p:nvSpPr>
          <p:cNvPr id="3" name="">
            <a:extLst xmlns:a="http://schemas.openxmlformats.org/drawingml/2006/main">
              <a:ext uri="{FF2B5EF4-FFF2-40B4-BE49-F238E27FC236}">
                <a16:creationId xmlns:a16="http://schemas.microsoft.com/office/drawing/2014/main" id="{B089077A-BFFB-4D77-81DA-EA1293D3EE4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3F926C8-25E8-4561-B60F-6FB82D422DB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파일 위치와 실행할 명령을 적어 줍니다.</a:t>
            </a:r>
          </a:p>
        </p:txBody>
      </p:sp>
      <p:sp>
        <p:nvSpPr>
          <p:cNvPr id="5" name="">
            <a:extLst xmlns:a="http://schemas.openxmlformats.org/drawingml/2006/main">
              <a:ext uri="{FF2B5EF4-FFF2-40B4-BE49-F238E27FC236}">
                <a16:creationId xmlns:a16="http://schemas.microsoft.com/office/drawing/2014/main" id="{A4A75CB6-9A3A-4512-973B-7BFBE7EC793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2BF95C8-7CD9-448D-A6B0-038E6E9F035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0C0D089-78CE-4559-A4B9-FB87AB381E0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설명이 빠진 곳은 동료에게 물어봅니다.</a:t>
            </a:r>
          </a:p>
        </p:txBody>
      </p:sp>
      <p:sp>
        <p:nvSpPr>
          <p:cNvPr id="8" name="">
            <a:extLst xmlns:a="http://schemas.openxmlformats.org/drawingml/2006/main">
              <a:ext uri="{FF2B5EF4-FFF2-40B4-BE49-F238E27FC236}">
                <a16:creationId xmlns:a16="http://schemas.microsoft.com/office/drawing/2014/main" id="{12893E8C-08D0-4332-B427-5F3D00069FB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5918A54-79B2-467C-88F4-99FB7919D58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0" name="">
            <a:extLst xmlns:a="http://schemas.openxmlformats.org/drawingml/2006/main">
              <a:ext uri="{FF2B5EF4-FFF2-40B4-BE49-F238E27FC236}">
                <a16:creationId xmlns:a16="http://schemas.microsoft.com/office/drawing/2014/main" id="{102E48CC-1993-4F72-BA77-73C889E759E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348554652"/>
      </p:ext>
    </p:extLst>
  </p:cSld>
</p:sld>
</file>

<file path=ppt/slides/slide8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77FB46E-EE6F-4B0D-A4D4-A605B8EB1A1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DEFEB2A7-DCB7-40A1-9F88-FE7837EDDE1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줄 인계 보완</a:t>
            </a:r>
          </a:p>
        </p:txBody>
      </p:sp>
      <p:sp>
        <p:nvSpPr>
          <p:cNvPr id="3" name="">
            <a:extLst xmlns:a="http://schemas.openxmlformats.org/drawingml/2006/main">
              <a:ext uri="{FF2B5EF4-FFF2-40B4-BE49-F238E27FC236}">
                <a16:creationId xmlns:a16="http://schemas.microsoft.com/office/drawing/2014/main" id="{60E28714-C6C4-48E3-8D74-5ABA0D1F796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“테스트됐음”만 적은 설명을 보완하세요.</a:t>
            </a:r>
          </a:p>
        </p:txBody>
      </p:sp>
      <p:sp>
        <p:nvSpPr>
          <p:cNvPr id="4" name="">
            <a:extLst xmlns:a="http://schemas.openxmlformats.org/drawingml/2006/main">
              <a:ext uri="{FF2B5EF4-FFF2-40B4-BE49-F238E27FC236}">
                <a16:creationId xmlns:a16="http://schemas.microsoft.com/office/drawing/2014/main" id="{BC0C8549-0EC6-4EB1-B6C8-E21D60B5212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D031B3-FCFB-4A92-ADE5-921C4AAE3C1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B2DDEE57-2240-4CD7-B634-C91FDEF0A3E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089</a:t>
            </a:r>
          </a:p>
        </p:txBody>
      </p:sp>
    </p:spTree>
    <p:extLst>
      <p:ext uri="{BB962C8B-B14F-4D97-AF65-F5344CB8AC3E}">
        <p14:creationId xmlns:p14="http://schemas.microsoft.com/office/powerpoint/2010/main" val="79292132"/>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D93D7C8-00DB-4EE1-8F99-3D824A0FADE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576A15C-39C6-4E96-A10B-7C8F0E18A36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A18  완료와 미확인</a:t>
            </a:r>
          </a:p>
        </p:txBody>
      </p:sp>
      <p:sp>
        <p:nvSpPr>
          <p:cNvPr id="3" name="">
            <a:extLst xmlns:a="http://schemas.openxmlformats.org/drawingml/2006/main">
              <a:ext uri="{FF2B5EF4-FFF2-40B4-BE49-F238E27FC236}">
                <a16:creationId xmlns:a16="http://schemas.microsoft.com/office/drawing/2014/main" id="{CC74C2C3-F4E4-42EF-A5A9-E1F9D687A16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가상 검사</a:t>
            </a:r>
          </a:p>
        </p:txBody>
      </p:sp>
      <p:sp>
        <p:nvSpPr>
          <p:cNvPr id="4" name="">
            <a:extLst xmlns:a="http://schemas.openxmlformats.org/drawingml/2006/main">
              <a:ext uri="{FF2B5EF4-FFF2-40B4-BE49-F238E27FC236}">
                <a16:creationId xmlns:a16="http://schemas.microsoft.com/office/drawing/2014/main" id="{80C6B951-DBC1-4874-9E91-D1D617C42BC8}"/>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36CDC1-90E7-4B83-8707-89AE2A660308}"/>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바뀐 조건과 관찰한 결과를 보고합니다.</a:t>
            </a:r>
          </a:p>
        </p:txBody>
      </p:sp>
      <p:sp>
        <p:nvSpPr>
          <p:cNvPr id="6" name="">
            <a:extLst xmlns:a="http://schemas.openxmlformats.org/drawingml/2006/main">
              <a:ext uri="{FF2B5EF4-FFF2-40B4-BE49-F238E27FC236}">
                <a16:creationId xmlns:a16="http://schemas.microsoft.com/office/drawing/2014/main" id="{8481FEA1-E0B4-420E-AE83-27E98F3B953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가상 검사</a:t>
            </a:r>
            <a:r>
              <a:t>와 </a:t>
            </a:r>
            <a:r>
              <a:rPr b="1">
                <a:solidFill>
                  <a:srgbClr val="002FA7"/>
                </a:solidFill>
              </a:rPr>
              <a:t>실제 운영</a:t>
            </a:r>
            <a:r>
              <a:t>을 구별합니다.</a:t>
            </a:r>
          </a:p>
        </p:txBody>
      </p:sp>
      <p:sp>
        <p:nvSpPr>
          <p:cNvPr id="7" name="">
            <a:extLst xmlns:a="http://schemas.openxmlformats.org/drawingml/2006/main">
              <a:ext uri="{FF2B5EF4-FFF2-40B4-BE49-F238E27FC236}">
                <a16:creationId xmlns:a16="http://schemas.microsoft.com/office/drawing/2014/main" id="{014B96CD-91CF-4D52-83BF-8688F279B7B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D20B9C8-0D45-4E9D-8C82-58E2FBB7E7F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9" name="">
            <a:extLst xmlns:a="http://schemas.openxmlformats.org/drawingml/2006/main">
              <a:ext uri="{FF2B5EF4-FFF2-40B4-BE49-F238E27FC236}">
                <a16:creationId xmlns:a16="http://schemas.microsoft.com/office/drawing/2014/main" id="{592D53EE-5218-4A3B-A830-AB054678A79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705023860"/>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8842D5-9425-4371-9F9B-987937ED218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42537F41-B2B3-4D88-966C-9C725C110AC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완료와 미확인의 예</a:t>
            </a:r>
          </a:p>
        </p:txBody>
      </p:sp>
      <p:graphicFrame>
        <p:nvGraphicFramePr>
          <p:cNvPr id="10"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486400"/>
                <a:gridCol w="5486400"/>
              </a:tblGrid>
              <a:tr h="733425">
                <a:tc>
                  <a:txBody>
                    <a:bodyPr wrap="square"/>
                    <a:lstStyle/>
                    <a:p>
                      <a:pPr>
                        <a:lnSpc>
                          <a:spcPct val="94000"/>
                        </a:lnSpc>
                        <a:buNone/>
                      </a:pPr>
                      <a:r>
                        <a:rPr sz="2100" b="1">
                          <a:solidFill>
                            <a:srgbClr val="FFFFFF"/>
                          </a:solidFill>
                          <a:latin typeface="Noto Sans KR"/>
                          <a:ea typeface="Noto Sans KR"/>
                          <a:cs typeface="Noto Sans KR"/>
                        </a:rPr>
                        <a:t>범위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현재 근거</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분류 계약</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가상 검사</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AI 서비스</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호출 미수행</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실제 센서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운영 미확인</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2FBD94E1-B7C7-428A-9765-15F76873C465}"/>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002FA7"/>
                </a:solidFill>
                <a:latin typeface="Noto Sans KR"/>
                <a:ea typeface="Noto Sans KR"/>
                <a:cs typeface="Noto Sans KR"/>
              </a:defRPr>
            </a:pPr>
            <a:r>
              <a:t>다음 확인 조건도 함께 전달합니다.</a:t>
            </a:r>
          </a:p>
        </p:txBody>
      </p:sp>
      <p:sp>
        <p:nvSpPr>
          <p:cNvPr id="5" name="">
            <a:extLst xmlns:a="http://schemas.openxmlformats.org/drawingml/2006/main">
              <a:ext uri="{FF2B5EF4-FFF2-40B4-BE49-F238E27FC236}">
                <a16:creationId xmlns:a16="http://schemas.microsoft.com/office/drawing/2014/main" id="{CE7CCB1B-3E4E-4240-B613-09122EF33C6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4594CAA-B398-430B-B997-6F9FCD12BE2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2EECA5A2-4031-4169-BDDF-30C12D935CF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899584565"/>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F5F5C4-9A85-4AA9-BBEA-6EF80500E3B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A347C57-090D-4092-BAD6-AE03E008F26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작업의 완료 범위</a:t>
            </a:r>
          </a:p>
        </p:txBody>
      </p:sp>
      <p:sp>
        <p:nvSpPr>
          <p:cNvPr id="3" name="">
            <a:extLst xmlns:a="http://schemas.openxmlformats.org/drawingml/2006/main">
              <a:ext uri="{FF2B5EF4-FFF2-40B4-BE49-F238E27FC236}">
                <a16:creationId xmlns:a16="http://schemas.microsoft.com/office/drawing/2014/main" id="{7C39F633-E0A6-4887-A84F-9AD74277AA54}"/>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CF0BD8F-F3B6-455D-A5A7-905F49E0A664}"/>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제공 응답 검토와 로컬 분류 검사를 남깁니다.</a:t>
            </a:r>
          </a:p>
        </p:txBody>
      </p:sp>
      <p:sp>
        <p:nvSpPr>
          <p:cNvPr id="5" name="">
            <a:extLst xmlns:a="http://schemas.openxmlformats.org/drawingml/2006/main">
              <a:ext uri="{FF2B5EF4-FFF2-40B4-BE49-F238E27FC236}">
                <a16:creationId xmlns:a16="http://schemas.microsoft.com/office/drawing/2014/main" id="{EFA79D4F-037B-45EF-AF03-FC2D23315508}"/>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실제 AI가 작성했다고 추정하지 않습니다.</a:t>
            </a:r>
          </a:p>
        </p:txBody>
      </p:sp>
      <p:sp>
        <p:nvSpPr>
          <p:cNvPr id="6" name="">
            <a:extLst xmlns:a="http://schemas.openxmlformats.org/drawingml/2006/main">
              <a:ext uri="{FF2B5EF4-FFF2-40B4-BE49-F238E27FC236}">
                <a16:creationId xmlns:a16="http://schemas.microsoft.com/office/drawing/2014/main" id="{113ABD56-E1BB-4A08-9AFF-4068C8987E2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8BC353C-6EBB-4237-9F9C-91CA13EED35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8" name="">
            <a:extLst xmlns:a="http://schemas.openxmlformats.org/drawingml/2006/main">
              <a:ext uri="{FF2B5EF4-FFF2-40B4-BE49-F238E27FC236}">
                <a16:creationId xmlns:a16="http://schemas.microsoft.com/office/drawing/2014/main" id="{52252146-9417-4576-80D6-A338BE584B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1376577690"/>
      </p:ext>
    </p:extLst>
  </p:cSld>
</p:sld>
</file>

<file path=ppt/slides/slide9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6D8023A-593F-47B5-9F31-4EE9698482B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B8637F88-96AE-4946-A07C-68A224BB249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세 문장 인계</a:t>
            </a:r>
          </a:p>
        </p:txBody>
      </p:sp>
      <p:sp>
        <p:nvSpPr>
          <p:cNvPr id="3" name="">
            <a:extLst xmlns:a="http://schemas.openxmlformats.org/drawingml/2006/main">
              <a:ext uri="{FF2B5EF4-FFF2-40B4-BE49-F238E27FC236}">
                <a16:creationId xmlns:a16="http://schemas.microsoft.com/office/drawing/2014/main" id="{95E38CB7-FBA4-4F75-980D-8E698884D93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고친 줄, 확인한 결과, 남</a:t>
            </a:r>
            <a:r>
              <a:t>은 질문을 한 문장씩 쓰세요.</a:t>
            </a:r>
          </a:p>
        </p:txBody>
      </p:sp>
      <p:sp>
        <p:nvSpPr>
          <p:cNvPr id="4" name="">
            <a:extLst xmlns:a="http://schemas.openxmlformats.org/drawingml/2006/main">
              <a:ext uri="{FF2B5EF4-FFF2-40B4-BE49-F238E27FC236}">
                <a16:creationId xmlns:a16="http://schemas.microsoft.com/office/drawing/2014/main" id="{5816BDA4-D626-4CFF-AE33-51EB7A7D8EB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A33F2F-2FAB-43E3-A4F6-C494CB5FECA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6" name="">
            <a:extLst xmlns:a="http://schemas.openxmlformats.org/drawingml/2006/main">
              <a:ext uri="{FF2B5EF4-FFF2-40B4-BE49-F238E27FC236}">
                <a16:creationId xmlns:a16="http://schemas.microsoft.com/office/drawing/2014/main" id="{D0293082-2D33-4638-849E-75CCC0CB8D8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093</a:t>
            </a:r>
          </a:p>
        </p:txBody>
      </p:sp>
    </p:spTree>
    <p:extLst>
      <p:ext uri="{BB962C8B-B14F-4D97-AF65-F5344CB8AC3E}">
        <p14:creationId xmlns:p14="http://schemas.microsoft.com/office/powerpoint/2010/main" val="978403003"/>
      </p:ext>
    </p:extLst>
  </p:cSld>
</p:sld>
</file>

<file path=ppt/slides/slide9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180DBA-5C8F-42CD-AB59-E11CFE0B9EF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F128B0A9-1E25-4A26-A96E-0AD1BA07A9B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1  새 상황 적용</a:t>
            </a:r>
          </a:p>
        </p:txBody>
      </p:sp>
      <p:sp>
        <p:nvSpPr>
          <p:cNvPr id="3" name="">
            <a:extLst xmlns:a="http://schemas.openxmlformats.org/drawingml/2006/main">
              <a:ext uri="{FF2B5EF4-FFF2-40B4-BE49-F238E27FC236}">
                <a16:creationId xmlns:a16="http://schemas.microsoft.com/office/drawing/2014/main" id="{9491A4F1-5939-446A-93C1-29EE185CB7F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함수·실패 로그·고객 명단·암호가 있습니다.</a:t>
            </a:r>
          </a:p>
        </p:txBody>
      </p:sp>
      <p:sp>
        <p:nvSpPr>
          <p:cNvPr id="4" name="">
            <a:extLst xmlns:a="http://schemas.openxmlformats.org/drawingml/2006/main">
              <a:ext uri="{FF2B5EF4-FFF2-40B4-BE49-F238E27FC236}">
                <a16:creationId xmlns:a16="http://schemas.microsoft.com/office/drawing/2014/main" id="{5E5042FC-12AD-4616-82CF-DD3D4098C1F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경계 수정에 필요한 자료를 고르세요.</a:t>
            </a:r>
          </a:p>
        </p:txBody>
      </p:sp>
      <p:sp>
        <p:nvSpPr>
          <p:cNvPr id="5" name="">
            <a:extLst xmlns:a="http://schemas.openxmlformats.org/drawingml/2006/main">
              <a:ext uri="{FF2B5EF4-FFF2-40B4-BE49-F238E27FC236}">
                <a16:creationId xmlns:a16="http://schemas.microsoft.com/office/drawing/2014/main" id="{F1950855-8D48-4F8C-BAC5-A44B8E1B2D9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90E3D4D-F5D8-41BD-AEE8-F59A4949C53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A5C24159-ADD0-4D78-B3B4-2174A36E446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094</a:t>
            </a:r>
          </a:p>
        </p:txBody>
      </p:sp>
    </p:spTree>
    <p:extLst>
      <p:ext uri="{BB962C8B-B14F-4D97-AF65-F5344CB8AC3E}">
        <p14:creationId xmlns:p14="http://schemas.microsoft.com/office/powerpoint/2010/main" val="1930692661"/>
      </p:ext>
    </p:extLst>
  </p:cSld>
</p:sld>
</file>

<file path=ppt/slides/slide9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6900C6-D000-47AD-9747-3F963699C5E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5FA7B95F-54BB-49A5-8835-74FBBC357A0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2  새 상황 적용</a:t>
            </a:r>
          </a:p>
        </p:txBody>
      </p:sp>
      <p:sp>
        <p:nvSpPr>
          <p:cNvPr id="3" name="">
            <a:extLst xmlns:a="http://schemas.openxmlformats.org/drawingml/2006/main">
              <a:ext uri="{FF2B5EF4-FFF2-40B4-BE49-F238E27FC236}">
                <a16:creationId xmlns:a16="http://schemas.microsoft.com/office/drawing/2014/main" id="{E8BBFAF1-589A-4760-BD45-6E240B90197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5 초과 점검의 4.9·5·5.1을 판단하세요.</a:t>
            </a:r>
          </a:p>
        </p:txBody>
      </p:sp>
      <p:sp>
        <p:nvSpPr>
          <p:cNvPr id="4" name="">
            <a:extLst xmlns:a="http://schemas.openxmlformats.org/drawingml/2006/main">
              <a:ext uri="{FF2B5EF4-FFF2-40B4-BE49-F238E27FC236}">
                <a16:creationId xmlns:a16="http://schemas.microsoft.com/office/drawing/2014/main" id="{A170ECEC-CCA2-406D-B641-0BF44DDBD2F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누락 처리도 별도로 설명하세요.</a:t>
            </a:r>
          </a:p>
        </p:txBody>
      </p:sp>
      <p:sp>
        <p:nvSpPr>
          <p:cNvPr id="5" name="">
            <a:extLst xmlns:a="http://schemas.openxmlformats.org/drawingml/2006/main">
              <a:ext uri="{FF2B5EF4-FFF2-40B4-BE49-F238E27FC236}">
                <a16:creationId xmlns:a16="http://schemas.microsoft.com/office/drawing/2014/main" id="{8122890A-8BFE-4490-BDA4-1ADAC182253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80F7160-3317-4438-B88E-3AD7753BAE2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6BD51688-ACE9-4026-AE8C-F9D6F80F5A6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095</a:t>
            </a:r>
          </a:p>
        </p:txBody>
      </p:sp>
    </p:spTree>
    <p:extLst>
      <p:ext uri="{BB962C8B-B14F-4D97-AF65-F5344CB8AC3E}">
        <p14:creationId xmlns:p14="http://schemas.microsoft.com/office/powerpoint/2010/main" val="1177453086"/>
      </p:ext>
    </p:extLst>
  </p:cSld>
</p:sld>
</file>

<file path=ppt/slides/slide9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22E1AC-B5F5-4FEC-8058-7BC52D37E22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8D0E8EE0-366D-405B-BCF1-0ACA9183289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3  새 상황 적용</a:t>
            </a:r>
          </a:p>
        </p:txBody>
      </p:sp>
      <p:sp>
        <p:nvSpPr>
          <p:cNvPr id="3" name="">
            <a:extLst xmlns:a="http://schemas.openxmlformats.org/drawingml/2006/main">
              <a:ext uri="{FF2B5EF4-FFF2-40B4-BE49-F238E27FC236}">
                <a16:creationId xmlns:a16="http://schemas.microsoft.com/office/drawing/2014/main" id="{DFCB9662-3257-45D0-BB15-433313CC97C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코드 차이와 가상 검사 출력만 있습니다.</a:t>
            </a:r>
          </a:p>
        </p:txBody>
      </p:sp>
      <p:sp>
        <p:nvSpPr>
          <p:cNvPr id="4" name="">
            <a:extLst xmlns:a="http://schemas.openxmlformats.org/drawingml/2006/main">
              <a:ext uri="{FF2B5EF4-FFF2-40B4-BE49-F238E27FC236}">
                <a16:creationId xmlns:a16="http://schemas.microsoft.com/office/drawing/2014/main" id="{BA0E37F1-D348-47A7-ADA6-B7309415ED9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완료라고 보고할 범위를 쓰세요.</a:t>
            </a:r>
          </a:p>
        </p:txBody>
      </p:sp>
      <p:sp>
        <p:nvSpPr>
          <p:cNvPr id="5" name="">
            <a:extLst xmlns:a="http://schemas.openxmlformats.org/drawingml/2006/main">
              <a:ext uri="{FF2B5EF4-FFF2-40B4-BE49-F238E27FC236}">
                <a16:creationId xmlns:a16="http://schemas.microsoft.com/office/drawing/2014/main" id="{E104A347-A5AF-4C54-93E0-ADF6ED05ADD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02F383B-09E8-4678-8542-3504F516A8B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C2CA9DBA-ADD1-4AF9-ACC1-85F77345835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096</a:t>
            </a:r>
          </a:p>
        </p:txBody>
      </p:sp>
    </p:spTree>
    <p:extLst>
      <p:ext uri="{BB962C8B-B14F-4D97-AF65-F5344CB8AC3E}">
        <p14:creationId xmlns:p14="http://schemas.microsoft.com/office/powerpoint/2010/main" val="1536963548"/>
      </p:ext>
    </p:extLst>
  </p:cSld>
</p:sld>
</file>

<file path=ppt/slides/slide9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065AFA2-BE19-4BBA-83E6-DBBC50C7012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16A67304-6914-4973-B848-A47F54B8111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4  새 상황 적용</a:t>
            </a:r>
          </a:p>
        </p:txBody>
      </p:sp>
      <p:sp>
        <p:nvSpPr>
          <p:cNvPr id="3" name="">
            <a:extLst xmlns:a="http://schemas.openxmlformats.org/drawingml/2006/main">
              <a:ext uri="{FF2B5EF4-FFF2-40B4-BE49-F238E27FC236}">
                <a16:creationId xmlns:a16="http://schemas.microsoft.com/office/drawing/2014/main" id="{B191CB6A-D900-45B5-BDC5-F05D6E14D64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0·None·True·"28"·50·51을 판단하세요.</a:t>
            </a:r>
          </a:p>
        </p:txBody>
      </p:sp>
      <p:sp>
        <p:nvSpPr>
          <p:cNvPr id="4" name="">
            <a:extLst xmlns:a="http://schemas.openxmlformats.org/drawingml/2006/main">
              <a:ext uri="{FF2B5EF4-FFF2-40B4-BE49-F238E27FC236}">
                <a16:creationId xmlns:a16="http://schemas.microsoft.com/office/drawing/2014/main" id="{57448935-589B-485D-9F7A-77FCAE3C55D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조건 순서가 필요한 이유를 설명하세요.</a:t>
            </a:r>
          </a:p>
        </p:txBody>
      </p:sp>
      <p:sp>
        <p:nvSpPr>
          <p:cNvPr id="5" name="">
            <a:extLst xmlns:a="http://schemas.openxmlformats.org/drawingml/2006/main">
              <a:ext uri="{FF2B5EF4-FFF2-40B4-BE49-F238E27FC236}">
                <a16:creationId xmlns:a16="http://schemas.microsoft.com/office/drawing/2014/main" id="{5C6062E8-CFF9-4953-8B2D-0D82A368F2B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7C1BFD-DE25-4F35-B1C1-9ABF217A270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C86CD52D-ACEF-4C60-BD0E-84D88DD02A0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097</a:t>
            </a:r>
          </a:p>
        </p:txBody>
      </p:sp>
    </p:spTree>
    <p:extLst>
      <p:ext uri="{BB962C8B-B14F-4D97-AF65-F5344CB8AC3E}">
        <p14:creationId xmlns:p14="http://schemas.microsoft.com/office/powerpoint/2010/main" val="134785323"/>
      </p:ext>
    </p:extLst>
  </p:cSld>
</p:sld>
</file>

<file path=ppt/slides/slide9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C54D8D4-8BD4-42A2-9382-805CF013E27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1F6071B1-F235-4AAF-80A8-C872019F565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5  새 상황 적용</a:t>
            </a:r>
          </a:p>
        </p:txBody>
      </p:sp>
      <p:sp>
        <p:nvSpPr>
          <p:cNvPr id="3" name="">
            <a:extLst xmlns:a="http://schemas.openxmlformats.org/drawingml/2006/main">
              <a:ext uri="{FF2B5EF4-FFF2-40B4-BE49-F238E27FC236}">
                <a16:creationId xmlns:a16="http://schemas.microsoft.com/office/drawing/2014/main" id="{718D2B0E-DC4E-41DE-8294-D65DAE7FEB6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문자 입력에서 TypeError가 나왔습니다.</a:t>
            </a:r>
          </a:p>
        </p:txBody>
      </p:sp>
      <p:sp>
        <p:nvSpPr>
          <p:cNvPr id="4" name="">
            <a:extLst xmlns:a="http://schemas.openxmlformats.org/drawingml/2006/main">
              <a:ext uri="{FF2B5EF4-FFF2-40B4-BE49-F238E27FC236}">
                <a16:creationId xmlns:a16="http://schemas.microsoft.com/office/drawing/2014/main" id="{C0CC6496-ED45-4772-8464-7795599450D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재현 정보와 회귀 입력을 작성하세요.</a:t>
            </a:r>
          </a:p>
        </p:txBody>
      </p:sp>
      <p:sp>
        <p:nvSpPr>
          <p:cNvPr id="5" name="">
            <a:extLst xmlns:a="http://schemas.openxmlformats.org/drawingml/2006/main">
              <a:ext uri="{FF2B5EF4-FFF2-40B4-BE49-F238E27FC236}">
                <a16:creationId xmlns:a16="http://schemas.microsoft.com/office/drawing/2014/main" id="{89D5B754-D538-44C0-8BE9-4B0EB0AAF62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2A1379B-C991-4644-AB87-345792583E0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81635A04-8353-4DDD-88A3-A62648244E7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098</a:t>
            </a:r>
          </a:p>
        </p:txBody>
      </p:sp>
    </p:spTree>
    <p:extLst>
      <p:ext uri="{BB962C8B-B14F-4D97-AF65-F5344CB8AC3E}">
        <p14:creationId xmlns:p14="http://schemas.microsoft.com/office/powerpoint/2010/main" val="1023884508"/>
      </p:ext>
    </p:extLst>
  </p:cSld>
</p:sld>
</file>

<file path=ppt/slides/slide9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F36777-77F6-4A4C-93E9-0C1DC0819AE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7DBAC95D-ADC7-492C-9D26-1BBE50ADF37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6  새 상황 적용</a:t>
            </a:r>
          </a:p>
        </p:txBody>
      </p:sp>
      <p:sp>
        <p:nvSpPr>
          <p:cNvPr id="3" name="">
            <a:extLst xmlns:a="http://schemas.openxmlformats.org/drawingml/2006/main">
              <a:ext uri="{FF2B5EF4-FFF2-40B4-BE49-F238E27FC236}">
                <a16:creationId xmlns:a16="http://schemas.microsoft.com/office/drawing/2014/main" id="{EFDFE903-E2D5-48DF-8EBB-3E647A451D5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특정 장소만 기준 30으로 바꿉니다.</a:t>
            </a:r>
          </a:p>
        </p:txBody>
      </p:sp>
      <p:sp>
        <p:nvSpPr>
          <p:cNvPr id="4" name="">
            <a:extLst xmlns:a="http://schemas.openxmlformats.org/drawingml/2006/main">
              <a:ext uri="{FF2B5EF4-FFF2-40B4-BE49-F238E27FC236}">
                <a16:creationId xmlns:a16="http://schemas.microsoft.com/office/drawing/2014/main" id="{996875A0-97A8-496D-888B-2FE89C69523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기본 호출과 인수 호출을 비교하세요.</a:t>
            </a:r>
          </a:p>
        </p:txBody>
      </p:sp>
      <p:sp>
        <p:nvSpPr>
          <p:cNvPr id="5" name="">
            <a:extLst xmlns:a="http://schemas.openxmlformats.org/drawingml/2006/main">
              <a:ext uri="{FF2B5EF4-FFF2-40B4-BE49-F238E27FC236}">
                <a16:creationId xmlns:a16="http://schemas.microsoft.com/office/drawing/2014/main" id="{A182FF04-6BA9-4C82-8CC9-CEC7B065740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4B9D04E-B848-4F5D-B584-C8AAFA78034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71FA2059-12BE-4E89-BD36-DBDB518A04D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099</a:t>
            </a:r>
          </a:p>
        </p:txBody>
      </p:sp>
    </p:spTree>
    <p:extLst>
      <p:ext uri="{BB962C8B-B14F-4D97-AF65-F5344CB8AC3E}">
        <p14:creationId xmlns:p14="http://schemas.microsoft.com/office/powerpoint/2010/main" val="2132192915"/>
      </p:ext>
    </p:extLst>
  </p:cSld>
</p:sld>
</file>

<file path=ppt/slides/slide10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977348C-C81D-41A9-9529-E8B2DC2DCE6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B2B1D49-3A14-41C4-B867-C05495324C9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바꾼 파일과 확인한 결과</a:t>
            </a:r>
          </a:p>
        </p:txBody>
      </p:sp>
      <p:sp>
        <p:nvSpPr>
          <p:cNvPr id="3" name="">
            <a:extLst xmlns:a="http://schemas.openxmlformats.org/drawingml/2006/main">
              <a:ext uri="{FF2B5EF4-FFF2-40B4-BE49-F238E27FC236}">
                <a16:creationId xmlns:a16="http://schemas.microsoft.com/office/drawing/2014/main" id="{6632C5C7-0610-4ADA-A95F-14A9C278196E}"/>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B186B34-16D3-445E-A7BC-E93A60745ED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변경한 파일과 목적을 적습니다.</a:t>
            </a:r>
          </a:p>
        </p:txBody>
      </p:sp>
      <p:sp>
        <p:nvSpPr>
          <p:cNvPr id="5" name="">
            <a:extLst xmlns:a="http://schemas.openxmlformats.org/drawingml/2006/main">
              <a:ext uri="{FF2B5EF4-FFF2-40B4-BE49-F238E27FC236}">
                <a16:creationId xmlns:a16="http://schemas.microsoft.com/office/drawing/2014/main" id="{08EF77A9-250D-42E3-88BA-5BDDFB9D07F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F37C399-4EDE-4527-BFD0-FA9FF3FED9F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C43A5461-4F0A-4BE0-A9B8-DAED0A543D3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넣은 값과 예상한 결과, 실제 결과를 적습니다.</a:t>
            </a:r>
          </a:p>
        </p:txBody>
      </p:sp>
      <p:sp>
        <p:nvSpPr>
          <p:cNvPr id="8" name="">
            <a:extLst xmlns:a="http://schemas.openxmlformats.org/drawingml/2006/main">
              <a:ext uri="{FF2B5EF4-FFF2-40B4-BE49-F238E27FC236}">
                <a16:creationId xmlns:a16="http://schemas.microsoft.com/office/drawing/2014/main" id="{E24DA324-71C7-4B68-8ECB-C66C3A7C2969}"/>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4A036C3-6CA6-49EE-AD49-77A0611A2A8A}"/>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B911FF56-5F09-492C-B49D-6CD03A52EE8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직접 실행한 것과 시연에서 본 것을 구분합니다.</a:t>
            </a:r>
          </a:p>
        </p:txBody>
      </p:sp>
      <p:sp>
        <p:nvSpPr>
          <p:cNvPr id="11" name="">
            <a:extLst xmlns:a="http://schemas.openxmlformats.org/drawingml/2006/main">
              <a:ext uri="{FF2B5EF4-FFF2-40B4-BE49-F238E27FC236}">
                <a16:creationId xmlns:a16="http://schemas.microsoft.com/office/drawing/2014/main" id="{D0B11F2B-182E-4287-A685-5A6157895B9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CAF2954-FDEC-4C37-8B2F-D155DD11E9C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10/20  피지컬AI</a:t>
            </a:r>
          </a:p>
        </p:txBody>
      </p:sp>
      <p:sp>
        <p:nvSpPr>
          <p:cNvPr id="13" name="">
            <a:extLst xmlns:a="http://schemas.openxmlformats.org/drawingml/2006/main">
              <a:ext uri="{FF2B5EF4-FFF2-40B4-BE49-F238E27FC236}">
                <a16:creationId xmlns:a16="http://schemas.microsoft.com/office/drawing/2014/main" id="{BF541BBB-F3DD-4292-BBFE-DC7B3661322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100</a:t>
            </a:r>
          </a:p>
        </p:txBody>
      </p:sp>
    </p:spTree>
    <p:extLst>
      <p:ext uri="{BB962C8B-B14F-4D97-AF65-F5344CB8AC3E}">
        <p14:creationId xmlns:p14="http://schemas.microsoft.com/office/powerpoint/2010/main" val="1101815558"/>
      </p:ext>
    </p:extLst>
  </p:cSld>
</p:sld>
</file>

<file path=ppt/slides/slide10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1D478B-600E-4049-9EC7-076BCF911E6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8998DB6C-E5FF-49DE-B978-12EDD5D2790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다음에 확인할 것은 무엇인가요?</a:t>
            </a:r>
          </a:p>
        </p:txBody>
      </p:sp>
      <p:sp>
        <p:nvSpPr>
          <p:cNvPr id="3" name="">
            <a:extLst xmlns:a="http://schemas.openxmlformats.org/drawingml/2006/main">
              <a:ext uri="{FF2B5EF4-FFF2-40B4-BE49-F238E27FC236}">
                <a16:creationId xmlns:a16="http://schemas.microsoft.com/office/drawing/2014/main" id="{490995EA-36FB-4019-8F06-8D465B6BEDA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아직 시험해 보지 못한 조건을 두 개 쓰세요.</a:t>
            </a:r>
          </a:p>
        </p:txBody>
      </p:sp>
      <p:sp>
        <p:nvSpPr>
          <p:cNvPr id="4" name="">
            <a:extLst xmlns:a="http://schemas.openxmlformats.org/drawingml/2006/main">
              <a:ext uri="{FF2B5EF4-FFF2-40B4-BE49-F238E27FC236}">
                <a16:creationId xmlns:a16="http://schemas.microsoft.com/office/drawing/2014/main" id="{68960637-080C-48E4-A5BE-D309CF11207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동료가 다시 실행할 순서를 적어 보세요.</a:t>
            </a:r>
          </a:p>
        </p:txBody>
      </p:sp>
      <p:sp>
        <p:nvSpPr>
          <p:cNvPr id="5" name="">
            <a:extLst xmlns:a="http://schemas.openxmlformats.org/drawingml/2006/main">
              <a:ext uri="{FF2B5EF4-FFF2-40B4-BE49-F238E27FC236}">
                <a16:creationId xmlns:a16="http://schemas.microsoft.com/office/drawing/2014/main" id="{CF50A0A3-3E41-48DD-8473-E5DE737ACD0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BF71A7C-6DC6-48C0-8431-58346A224D3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10/20  피지컬AI</a:t>
            </a:r>
          </a:p>
        </p:txBody>
      </p:sp>
      <p:sp>
        <p:nvSpPr>
          <p:cNvPr id="7" name="">
            <a:extLst xmlns:a="http://schemas.openxmlformats.org/drawingml/2006/main">
              <a:ext uri="{FF2B5EF4-FFF2-40B4-BE49-F238E27FC236}">
                <a16:creationId xmlns:a16="http://schemas.microsoft.com/office/drawing/2014/main" id="{0D5DEB0A-B8BC-42A8-92FB-C51BB8969C4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101</a:t>
            </a:r>
          </a:p>
        </p:txBody>
      </p:sp>
    </p:spTree>
    <p:extLst>
      <p:ext uri="{BB962C8B-B14F-4D97-AF65-F5344CB8AC3E}">
        <p14:creationId xmlns:p14="http://schemas.microsoft.com/office/powerpoint/2010/main" val="8483714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2026-10-05T03:56:54.5740000Z</dcterms:created>
  <dcterms:modified xsi:type="dcterms:W3CDTF">2026-10-05T03:56:54.5740000Z</dcterms:modified>
</coreProperties>
</file>