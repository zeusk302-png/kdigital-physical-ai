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0a5b1395452425e" /><Relationship Type="http://schemas.openxmlformats.org/officeDocument/2006/relationships/extended-properties" Target="/docProps/app.xml" Id="Rc5edaf98adb64fc5" /><Relationship Type="http://schemas.openxmlformats.org/officeDocument/2006/relationships/officeDocument" Target="/ppt/presentation.xml" Id="Rffd28ece75d74d7a" /></Relationships>
</file>

<file path=ppt/presentation.xml><?xml version="1.0" encoding="utf-8"?>
<p:presentation xmlns:p="http://schemas.openxmlformats.org/presentationml/2006/main">
  <p:sldMasterIdLst>
    <p:sldMasterId xmlns:r="http://schemas.openxmlformats.org/officeDocument/2006/relationships" id="2147483648" r:id="R3843309169934219"/>
  </p:sldMasterIdLst>
  <p:notesMasterIdLst>
    <p:notesMasterId xmlns:r="http://schemas.openxmlformats.org/officeDocument/2006/relationships" r:id="Re9b1fe86755c486c"/>
  </p:notesMasterIdLst>
  <p:sldIdLst>
    <p:sldId xmlns:r="http://schemas.openxmlformats.org/officeDocument/2006/relationships" id="256" r:id="Re91c4e2872dd4717"/>
    <p:sldId xmlns:r="http://schemas.openxmlformats.org/officeDocument/2006/relationships" id="257" r:id="Rd406008669104ce4"/>
    <p:sldId xmlns:r="http://schemas.openxmlformats.org/officeDocument/2006/relationships" id="258" r:id="Rf55d0439cecb47d1"/>
    <p:sldId xmlns:r="http://schemas.openxmlformats.org/officeDocument/2006/relationships" id="259" r:id="Rb0f23a7f6cb54fdf"/>
    <p:sldId xmlns:r="http://schemas.openxmlformats.org/officeDocument/2006/relationships" id="260" r:id="R5288567d11eb4a3b"/>
    <p:sldId xmlns:r="http://schemas.openxmlformats.org/officeDocument/2006/relationships" id="261" r:id="R97726f50e8674b67"/>
    <p:sldId xmlns:r="http://schemas.openxmlformats.org/officeDocument/2006/relationships" id="262" r:id="Rd2ae549acf134b72"/>
    <p:sldId xmlns:r="http://schemas.openxmlformats.org/officeDocument/2006/relationships" id="263" r:id="R22b2ee3c16614165"/>
    <p:sldId xmlns:r="http://schemas.openxmlformats.org/officeDocument/2006/relationships" id="264" r:id="R7a2d9d850d2c42c4"/>
    <p:sldId xmlns:r="http://schemas.openxmlformats.org/officeDocument/2006/relationships" id="265" r:id="Redab298538b54117"/>
    <p:sldId xmlns:r="http://schemas.openxmlformats.org/officeDocument/2006/relationships" id="266" r:id="R4a7804c12f874f93"/>
    <p:sldId xmlns:r="http://schemas.openxmlformats.org/officeDocument/2006/relationships" id="267" r:id="R084796b7818f4805"/>
    <p:sldId xmlns:r="http://schemas.openxmlformats.org/officeDocument/2006/relationships" id="268" r:id="Ra426fce96d89448e"/>
    <p:sldId xmlns:r="http://schemas.openxmlformats.org/officeDocument/2006/relationships" id="269" r:id="R394f82e4b6084fe6"/>
    <p:sldId xmlns:r="http://schemas.openxmlformats.org/officeDocument/2006/relationships" id="270" r:id="Re4d94d53f0184be1"/>
    <p:sldId xmlns:r="http://schemas.openxmlformats.org/officeDocument/2006/relationships" id="271" r:id="R2a0bde9911754b13"/>
    <p:sldId xmlns:r="http://schemas.openxmlformats.org/officeDocument/2006/relationships" id="272" r:id="R7e892872643d4b1c"/>
    <p:sldId xmlns:r="http://schemas.openxmlformats.org/officeDocument/2006/relationships" id="273" r:id="R54473fef930f4dd6"/>
    <p:sldId xmlns:r="http://schemas.openxmlformats.org/officeDocument/2006/relationships" id="274" r:id="R5f02f2d1d7994a6d"/>
    <p:sldId xmlns:r="http://schemas.openxmlformats.org/officeDocument/2006/relationships" id="275" r:id="R22d84234470a4149"/>
    <p:sldId xmlns:r="http://schemas.openxmlformats.org/officeDocument/2006/relationships" id="276" r:id="Ra01da5bfc83a480b"/>
    <p:sldId xmlns:r="http://schemas.openxmlformats.org/officeDocument/2006/relationships" id="277" r:id="Rf6097f5a7ebb47ce"/>
    <p:sldId xmlns:r="http://schemas.openxmlformats.org/officeDocument/2006/relationships" id="278" r:id="R8f9644fd4fcc42de"/>
    <p:sldId xmlns:r="http://schemas.openxmlformats.org/officeDocument/2006/relationships" id="279" r:id="Re9b9f1d9013c4308"/>
    <p:sldId xmlns:r="http://schemas.openxmlformats.org/officeDocument/2006/relationships" id="280" r:id="Rbfaac0f2d0a14ae9"/>
    <p:sldId xmlns:r="http://schemas.openxmlformats.org/officeDocument/2006/relationships" id="281" r:id="Re70dec4887164d08"/>
    <p:sldId xmlns:r="http://schemas.openxmlformats.org/officeDocument/2006/relationships" id="282" r:id="R8333c9ae4d964de9"/>
    <p:sldId xmlns:r="http://schemas.openxmlformats.org/officeDocument/2006/relationships" id="283" r:id="R7dceef1bbbf94a0e"/>
    <p:sldId xmlns:r="http://schemas.openxmlformats.org/officeDocument/2006/relationships" id="284" r:id="R91220ff8775748da"/>
    <p:sldId xmlns:r="http://schemas.openxmlformats.org/officeDocument/2006/relationships" id="285" r:id="R4d24722f1279413c"/>
    <p:sldId xmlns:r="http://schemas.openxmlformats.org/officeDocument/2006/relationships" id="286" r:id="Rc4463704aedd441c"/>
    <p:sldId xmlns:r="http://schemas.openxmlformats.org/officeDocument/2006/relationships" id="287" r:id="R85a99652438a4d52"/>
    <p:sldId xmlns:r="http://schemas.openxmlformats.org/officeDocument/2006/relationships" id="288" r:id="R1a11c1d28d5449c9"/>
    <p:sldId xmlns:r="http://schemas.openxmlformats.org/officeDocument/2006/relationships" id="289" r:id="R41b790d6b2094c4a"/>
    <p:sldId xmlns:r="http://schemas.openxmlformats.org/officeDocument/2006/relationships" id="290" r:id="R186f0f6c0a1143b4"/>
    <p:sldId xmlns:r="http://schemas.openxmlformats.org/officeDocument/2006/relationships" id="291" r:id="R2e3f4825eee74cea"/>
    <p:sldId xmlns:r="http://schemas.openxmlformats.org/officeDocument/2006/relationships" id="292" r:id="R0886c813594a4893"/>
    <p:sldId xmlns:r="http://schemas.openxmlformats.org/officeDocument/2006/relationships" id="293" r:id="R362117117fd84001"/>
    <p:sldId xmlns:r="http://schemas.openxmlformats.org/officeDocument/2006/relationships" id="294" r:id="R9f7998f636404f8c"/>
    <p:sldId xmlns:r="http://schemas.openxmlformats.org/officeDocument/2006/relationships" id="295" r:id="R7008798bda0b4d56"/>
    <p:sldId xmlns:r="http://schemas.openxmlformats.org/officeDocument/2006/relationships" id="296" r:id="R034db9912043420d"/>
    <p:sldId xmlns:r="http://schemas.openxmlformats.org/officeDocument/2006/relationships" id="297" r:id="R9a61c922f32440ae"/>
    <p:sldId xmlns:r="http://schemas.openxmlformats.org/officeDocument/2006/relationships" id="298" r:id="R0b066d93ad4b4c87"/>
    <p:sldId xmlns:r="http://schemas.openxmlformats.org/officeDocument/2006/relationships" id="299" r:id="R08e17ec931d94412"/>
    <p:sldId xmlns:r="http://schemas.openxmlformats.org/officeDocument/2006/relationships" id="300" r:id="Rb8f795770cb14148"/>
    <p:sldId xmlns:r="http://schemas.openxmlformats.org/officeDocument/2006/relationships" id="301" r:id="R98ee230ad3174687"/>
    <p:sldId xmlns:r="http://schemas.openxmlformats.org/officeDocument/2006/relationships" id="302" r:id="Rcaf3d8f224214e95"/>
    <p:sldId xmlns:r="http://schemas.openxmlformats.org/officeDocument/2006/relationships" id="303" r:id="Red6629f670184d25"/>
    <p:sldId xmlns:r="http://schemas.openxmlformats.org/officeDocument/2006/relationships" id="304" r:id="Rc89adf06299e4d5c"/>
    <p:sldId xmlns:r="http://schemas.openxmlformats.org/officeDocument/2006/relationships" id="305" r:id="Rb92af8fe689e4559"/>
    <p:sldId xmlns:r="http://schemas.openxmlformats.org/officeDocument/2006/relationships" id="306" r:id="R162fa95d0d894eea"/>
    <p:sldId xmlns:r="http://schemas.openxmlformats.org/officeDocument/2006/relationships" id="307" r:id="R0d1a55c2ce574ee9"/>
    <p:sldId xmlns:r="http://schemas.openxmlformats.org/officeDocument/2006/relationships" id="308" r:id="R79fabf8dd1ad459a"/>
    <p:sldId xmlns:r="http://schemas.openxmlformats.org/officeDocument/2006/relationships" id="309" r:id="R2e6d41c282134c8f"/>
    <p:sldId xmlns:r="http://schemas.openxmlformats.org/officeDocument/2006/relationships" id="310" r:id="R5cda77bbaf314e1e"/>
    <p:sldId xmlns:r="http://schemas.openxmlformats.org/officeDocument/2006/relationships" id="311" r:id="Redde56c0630d4591"/>
    <p:sldId xmlns:r="http://schemas.openxmlformats.org/officeDocument/2006/relationships" id="312" r:id="R54bd757391fc4e6a"/>
    <p:sldId xmlns:r="http://schemas.openxmlformats.org/officeDocument/2006/relationships" id="313" r:id="Rd6810e6d83054d42"/>
    <p:sldId xmlns:r="http://schemas.openxmlformats.org/officeDocument/2006/relationships" id="314" r:id="R40f09801381648fe"/>
    <p:sldId xmlns:r="http://schemas.openxmlformats.org/officeDocument/2006/relationships" id="315" r:id="Rf4e587c7d41147a4"/>
    <p:sldId xmlns:r="http://schemas.openxmlformats.org/officeDocument/2006/relationships" id="316" r:id="R8bd1a17569cd494d"/>
    <p:sldId xmlns:r="http://schemas.openxmlformats.org/officeDocument/2006/relationships" id="317" r:id="Rc1ec9cb7b168462b"/>
    <p:sldId xmlns:r="http://schemas.openxmlformats.org/officeDocument/2006/relationships" id="318" r:id="Rfec0d7c7bdec4460"/>
    <p:sldId xmlns:r="http://schemas.openxmlformats.org/officeDocument/2006/relationships" id="319" r:id="R98aad6bf282a436a"/>
    <p:sldId xmlns:r="http://schemas.openxmlformats.org/officeDocument/2006/relationships" id="320" r:id="R735bfc1b981b47bd"/>
    <p:sldId xmlns:r="http://schemas.openxmlformats.org/officeDocument/2006/relationships" id="321" r:id="R6ddb62f7b1ad4e4d"/>
    <p:sldId xmlns:r="http://schemas.openxmlformats.org/officeDocument/2006/relationships" id="322" r:id="R087bd206254d4bdb"/>
    <p:sldId xmlns:r="http://schemas.openxmlformats.org/officeDocument/2006/relationships" id="323" r:id="Rafd782aa9ee1498d"/>
    <p:sldId xmlns:r="http://schemas.openxmlformats.org/officeDocument/2006/relationships" id="324" r:id="Rd9e1ddcdf7474376"/>
    <p:sldId xmlns:r="http://schemas.openxmlformats.org/officeDocument/2006/relationships" id="325" r:id="R7139486d4e444507"/>
    <p:sldId xmlns:r="http://schemas.openxmlformats.org/officeDocument/2006/relationships" id="326" r:id="R743d99df8b28466c"/>
    <p:sldId xmlns:r="http://schemas.openxmlformats.org/officeDocument/2006/relationships" id="327" r:id="R8ccf7b96fa444245"/>
    <p:sldId xmlns:r="http://schemas.openxmlformats.org/officeDocument/2006/relationships" id="328" r:id="R80cbd90fd4374036"/>
    <p:sldId xmlns:r="http://schemas.openxmlformats.org/officeDocument/2006/relationships" id="329" r:id="Rbfc394c46e404bf3"/>
    <p:sldId xmlns:r="http://schemas.openxmlformats.org/officeDocument/2006/relationships" id="330" r:id="R6e77ac3259d34251"/>
    <p:sldId xmlns:r="http://schemas.openxmlformats.org/officeDocument/2006/relationships" id="331" r:id="R57d594a83bdf4037"/>
    <p:sldId xmlns:r="http://schemas.openxmlformats.org/officeDocument/2006/relationships" id="332" r:id="Rb929233218b94353"/>
    <p:sldId xmlns:r="http://schemas.openxmlformats.org/officeDocument/2006/relationships" id="333" r:id="Ra5787cbe071947f0"/>
    <p:sldId xmlns:r="http://schemas.openxmlformats.org/officeDocument/2006/relationships" id="334" r:id="Rb6370f94969e4ea1"/>
    <p:sldId xmlns:r="http://schemas.openxmlformats.org/officeDocument/2006/relationships" id="335" r:id="Rb6150f803ca44ed0"/>
    <p:sldId xmlns:r="http://schemas.openxmlformats.org/officeDocument/2006/relationships" id="336" r:id="Re3db013a3b0e46fa"/>
    <p:sldId xmlns:r="http://schemas.openxmlformats.org/officeDocument/2006/relationships" id="337" r:id="R22d73aaae9224bc7"/>
    <p:sldId xmlns:r="http://schemas.openxmlformats.org/officeDocument/2006/relationships" id="338" r:id="R6522b5d611a94a1e"/>
    <p:sldId xmlns:r="http://schemas.openxmlformats.org/officeDocument/2006/relationships" id="339" r:id="Rbd637c74e3d349fd"/>
    <p:sldId xmlns:r="http://schemas.openxmlformats.org/officeDocument/2006/relationships" id="340" r:id="R973da835b1224485"/>
    <p:sldId xmlns:r="http://schemas.openxmlformats.org/officeDocument/2006/relationships" id="341" r:id="R7d3c4ba0dde24817"/>
    <p:sldId xmlns:r="http://schemas.openxmlformats.org/officeDocument/2006/relationships" id="342" r:id="R3fc877b931d2451f"/>
    <p:sldId xmlns:r="http://schemas.openxmlformats.org/officeDocument/2006/relationships" id="343" r:id="R942b727b747a421d"/>
    <p:sldId xmlns:r="http://schemas.openxmlformats.org/officeDocument/2006/relationships" id="344" r:id="R77ef2e9f8dc14bdd"/>
    <p:sldId xmlns:r="http://schemas.openxmlformats.org/officeDocument/2006/relationships" id="345" r:id="Ra3055e2376e542c5"/>
    <p:sldId xmlns:r="http://schemas.openxmlformats.org/officeDocument/2006/relationships" id="346" r:id="R39e9f3bfb1834f56"/>
    <p:sldId xmlns:r="http://schemas.openxmlformats.org/officeDocument/2006/relationships" id="347" r:id="Race08f48de7c4795"/>
    <p:sldId xmlns:r="http://schemas.openxmlformats.org/officeDocument/2006/relationships" id="348" r:id="Rbfb17a61c1ff47c7"/>
    <p:sldId xmlns:r="http://schemas.openxmlformats.org/officeDocument/2006/relationships" id="349" r:id="Rd2a295cc40784d7d"/>
    <p:sldId xmlns:r="http://schemas.openxmlformats.org/officeDocument/2006/relationships" id="350" r:id="R754c15b9b29446ce"/>
    <p:sldId xmlns:r="http://schemas.openxmlformats.org/officeDocument/2006/relationships" id="351" r:id="R3a288e31cc604d76"/>
    <p:sldId xmlns:r="http://schemas.openxmlformats.org/officeDocument/2006/relationships" id="352" r:id="Rc9b7962e09904fab"/>
    <p:sldId xmlns:r="http://schemas.openxmlformats.org/officeDocument/2006/relationships" id="353" r:id="R627c217762da4c88"/>
    <p:sldId xmlns:r="http://schemas.openxmlformats.org/officeDocument/2006/relationships" id="354" r:id="Rc7e4132a1e9649b5"/>
    <p:sldId xmlns:r="http://schemas.openxmlformats.org/officeDocument/2006/relationships" id="355" r:id="R617fc82151314462"/>
    <p:sldId xmlns:r="http://schemas.openxmlformats.org/officeDocument/2006/relationships" id="356" r:id="Rff048ca5040745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30254042374c28" /><Relationship Type="http://schemas.openxmlformats.org/officeDocument/2006/relationships/slideMaster" Target="/ppt/slideMasters/slideMaster1.xml" Id="R3843309169934219" /><Relationship Type="http://schemas.openxmlformats.org/officeDocument/2006/relationships/notesMaster" Target="/ppt/notesMasters/notesMaster1.xml" Id="Re9b1fe86755c486c" /><Relationship Type="http://schemas.openxmlformats.org/officeDocument/2006/relationships/presProps" Target="/ppt/presProps.xml" Id="R96175ee71a0e4189" /><Relationship Type="http://schemas.openxmlformats.org/officeDocument/2006/relationships/tableStyles" Target="/ppt/tableStyles.xml" Id="R5fab348c0fd5464f" /><Relationship Type="http://schemas.openxmlformats.org/officeDocument/2006/relationships/slide" Target="/ppt/slides/slide1.xml" Id="Re91c4e2872dd4717" /><Relationship Type="http://schemas.openxmlformats.org/officeDocument/2006/relationships/slide" Target="/ppt/slides/slide2.xml" Id="Rd406008669104ce4" /><Relationship Type="http://schemas.openxmlformats.org/officeDocument/2006/relationships/slide" Target="/ppt/slides/slide3.xml" Id="Rf55d0439cecb47d1" /><Relationship Type="http://schemas.openxmlformats.org/officeDocument/2006/relationships/slide" Target="/ppt/slides/slide4.xml" Id="Rb0f23a7f6cb54fdf" /><Relationship Type="http://schemas.openxmlformats.org/officeDocument/2006/relationships/slide" Target="/ppt/slides/slide5.xml" Id="R5288567d11eb4a3b" /><Relationship Type="http://schemas.openxmlformats.org/officeDocument/2006/relationships/slide" Target="/ppt/slides/slide6.xml" Id="R97726f50e8674b67" /><Relationship Type="http://schemas.openxmlformats.org/officeDocument/2006/relationships/slide" Target="/ppt/slides/slide7.xml" Id="Rd2ae549acf134b72" /><Relationship Type="http://schemas.openxmlformats.org/officeDocument/2006/relationships/slide" Target="/ppt/slides/slide8.xml" Id="R22b2ee3c16614165" /><Relationship Type="http://schemas.openxmlformats.org/officeDocument/2006/relationships/slide" Target="/ppt/slides/slide9.xml" Id="R7a2d9d850d2c42c4" /><Relationship Type="http://schemas.openxmlformats.org/officeDocument/2006/relationships/slide" Target="/ppt/slides/slide10.xml" Id="Redab298538b54117" /><Relationship Type="http://schemas.openxmlformats.org/officeDocument/2006/relationships/slide" Target="/ppt/slides/slide11.xml" Id="R4a7804c12f874f93" /><Relationship Type="http://schemas.openxmlformats.org/officeDocument/2006/relationships/slide" Target="/ppt/slides/slide12.xml" Id="R084796b7818f4805" /><Relationship Type="http://schemas.openxmlformats.org/officeDocument/2006/relationships/slide" Target="/ppt/slides/slide13.xml" Id="Ra426fce96d89448e" /><Relationship Type="http://schemas.openxmlformats.org/officeDocument/2006/relationships/slide" Target="/ppt/slides/slide14.xml" Id="R394f82e4b6084fe6" /><Relationship Type="http://schemas.openxmlformats.org/officeDocument/2006/relationships/slide" Target="/ppt/slides/slide15.xml" Id="Re4d94d53f0184be1" /><Relationship Type="http://schemas.openxmlformats.org/officeDocument/2006/relationships/slide" Target="/ppt/slides/slide16.xml" Id="R2a0bde9911754b13" /><Relationship Type="http://schemas.openxmlformats.org/officeDocument/2006/relationships/slide" Target="/ppt/slides/slide17.xml" Id="R7e892872643d4b1c" /><Relationship Type="http://schemas.openxmlformats.org/officeDocument/2006/relationships/slide" Target="/ppt/slides/slide18.xml" Id="R54473fef930f4dd6" /><Relationship Type="http://schemas.openxmlformats.org/officeDocument/2006/relationships/slide" Target="/ppt/slides/slide19.xml" Id="R5f02f2d1d7994a6d" /><Relationship Type="http://schemas.openxmlformats.org/officeDocument/2006/relationships/slide" Target="/ppt/slides/slide20.xml" Id="R22d84234470a4149" /><Relationship Type="http://schemas.openxmlformats.org/officeDocument/2006/relationships/slide" Target="/ppt/slides/slide21.xml" Id="Ra01da5bfc83a480b" /><Relationship Type="http://schemas.openxmlformats.org/officeDocument/2006/relationships/slide" Target="/ppt/slides/slide22.xml" Id="Rf6097f5a7ebb47ce" /><Relationship Type="http://schemas.openxmlformats.org/officeDocument/2006/relationships/slide" Target="/ppt/slides/slide23.xml" Id="R8f9644fd4fcc42de" /><Relationship Type="http://schemas.openxmlformats.org/officeDocument/2006/relationships/slide" Target="/ppt/slides/slide24.xml" Id="Re9b9f1d9013c4308" /><Relationship Type="http://schemas.openxmlformats.org/officeDocument/2006/relationships/slide" Target="/ppt/slides/slide25.xml" Id="Rbfaac0f2d0a14ae9" /><Relationship Type="http://schemas.openxmlformats.org/officeDocument/2006/relationships/slide" Target="/ppt/slides/slide26.xml" Id="Re70dec4887164d08" /><Relationship Type="http://schemas.openxmlformats.org/officeDocument/2006/relationships/slide" Target="/ppt/slides/slide27.xml" Id="R8333c9ae4d964de9" /><Relationship Type="http://schemas.openxmlformats.org/officeDocument/2006/relationships/slide" Target="/ppt/slides/slide28.xml" Id="R7dceef1bbbf94a0e" /><Relationship Type="http://schemas.openxmlformats.org/officeDocument/2006/relationships/slide" Target="/ppt/slides/slide29.xml" Id="R91220ff8775748da" /><Relationship Type="http://schemas.openxmlformats.org/officeDocument/2006/relationships/slide" Target="/ppt/slides/slide30.xml" Id="R4d24722f1279413c" /><Relationship Type="http://schemas.openxmlformats.org/officeDocument/2006/relationships/slide" Target="/ppt/slides/slide31.xml" Id="Rc4463704aedd441c" /><Relationship Type="http://schemas.openxmlformats.org/officeDocument/2006/relationships/slide" Target="/ppt/slides/slide32.xml" Id="R85a99652438a4d52" /><Relationship Type="http://schemas.openxmlformats.org/officeDocument/2006/relationships/slide" Target="/ppt/slides/slide33.xml" Id="R1a11c1d28d5449c9" /><Relationship Type="http://schemas.openxmlformats.org/officeDocument/2006/relationships/slide" Target="/ppt/slides/slide34.xml" Id="R41b790d6b2094c4a" /><Relationship Type="http://schemas.openxmlformats.org/officeDocument/2006/relationships/slide" Target="/ppt/slides/slide35.xml" Id="R186f0f6c0a1143b4" /><Relationship Type="http://schemas.openxmlformats.org/officeDocument/2006/relationships/slide" Target="/ppt/slides/slide36.xml" Id="R2e3f4825eee74cea" /><Relationship Type="http://schemas.openxmlformats.org/officeDocument/2006/relationships/slide" Target="/ppt/slides/slide37.xml" Id="R0886c813594a4893" /><Relationship Type="http://schemas.openxmlformats.org/officeDocument/2006/relationships/slide" Target="/ppt/slides/slide38.xml" Id="R362117117fd84001" /><Relationship Type="http://schemas.openxmlformats.org/officeDocument/2006/relationships/slide" Target="/ppt/slides/slide39.xml" Id="R9f7998f636404f8c" /><Relationship Type="http://schemas.openxmlformats.org/officeDocument/2006/relationships/slide" Target="/ppt/slides/slide40.xml" Id="R7008798bda0b4d56" /><Relationship Type="http://schemas.openxmlformats.org/officeDocument/2006/relationships/slide" Target="/ppt/slides/slide41.xml" Id="R034db9912043420d" /><Relationship Type="http://schemas.openxmlformats.org/officeDocument/2006/relationships/slide" Target="/ppt/slides/slide42.xml" Id="R9a61c922f32440ae" /><Relationship Type="http://schemas.openxmlformats.org/officeDocument/2006/relationships/slide" Target="/ppt/slides/slide43.xml" Id="R0b066d93ad4b4c87" /><Relationship Type="http://schemas.openxmlformats.org/officeDocument/2006/relationships/slide" Target="/ppt/slides/slide44.xml" Id="R08e17ec931d94412" /><Relationship Type="http://schemas.openxmlformats.org/officeDocument/2006/relationships/slide" Target="/ppt/slides/slide45.xml" Id="Rb8f795770cb14148" /><Relationship Type="http://schemas.openxmlformats.org/officeDocument/2006/relationships/slide" Target="/ppt/slides/slide46.xml" Id="R98ee230ad3174687" /><Relationship Type="http://schemas.openxmlformats.org/officeDocument/2006/relationships/slide" Target="/ppt/slides/slide47.xml" Id="Rcaf3d8f224214e95" /><Relationship Type="http://schemas.openxmlformats.org/officeDocument/2006/relationships/slide" Target="/ppt/slides/slide48.xml" Id="Red6629f670184d25" /><Relationship Type="http://schemas.openxmlformats.org/officeDocument/2006/relationships/slide" Target="/ppt/slides/slide49.xml" Id="Rc89adf06299e4d5c" /><Relationship Type="http://schemas.openxmlformats.org/officeDocument/2006/relationships/slide" Target="/ppt/slides/slide50.xml" Id="Rb92af8fe689e4559" /><Relationship Type="http://schemas.openxmlformats.org/officeDocument/2006/relationships/slide" Target="/ppt/slides/slide51.xml" Id="R162fa95d0d894eea" /><Relationship Type="http://schemas.openxmlformats.org/officeDocument/2006/relationships/slide" Target="/ppt/slides/slide52.xml" Id="R0d1a55c2ce574ee9" /><Relationship Type="http://schemas.openxmlformats.org/officeDocument/2006/relationships/slide" Target="/ppt/slides/slide53.xml" Id="R79fabf8dd1ad459a" /><Relationship Type="http://schemas.openxmlformats.org/officeDocument/2006/relationships/slide" Target="/ppt/slides/slide54.xml" Id="R2e6d41c282134c8f" /><Relationship Type="http://schemas.openxmlformats.org/officeDocument/2006/relationships/slide" Target="/ppt/slides/slide55.xml" Id="R5cda77bbaf314e1e" /><Relationship Type="http://schemas.openxmlformats.org/officeDocument/2006/relationships/slide" Target="/ppt/slides/slide56.xml" Id="Redde56c0630d4591" /><Relationship Type="http://schemas.openxmlformats.org/officeDocument/2006/relationships/slide" Target="/ppt/slides/slide57.xml" Id="R54bd757391fc4e6a" /><Relationship Type="http://schemas.openxmlformats.org/officeDocument/2006/relationships/slide" Target="/ppt/slides/slide58.xml" Id="Rd6810e6d83054d42" /><Relationship Type="http://schemas.openxmlformats.org/officeDocument/2006/relationships/slide" Target="/ppt/slides/slide59.xml" Id="R40f09801381648fe" /><Relationship Type="http://schemas.openxmlformats.org/officeDocument/2006/relationships/slide" Target="/ppt/slides/slide60.xml" Id="Rf4e587c7d41147a4" /><Relationship Type="http://schemas.openxmlformats.org/officeDocument/2006/relationships/slide" Target="/ppt/slides/slide61.xml" Id="R8bd1a17569cd494d" /><Relationship Type="http://schemas.openxmlformats.org/officeDocument/2006/relationships/slide" Target="/ppt/slides/slide62.xml" Id="Rc1ec9cb7b168462b" /><Relationship Type="http://schemas.openxmlformats.org/officeDocument/2006/relationships/slide" Target="/ppt/slides/slide63.xml" Id="Rfec0d7c7bdec4460" /><Relationship Type="http://schemas.openxmlformats.org/officeDocument/2006/relationships/slide" Target="/ppt/slides/slide64.xml" Id="R98aad6bf282a436a" /><Relationship Type="http://schemas.openxmlformats.org/officeDocument/2006/relationships/slide" Target="/ppt/slides/slide65.xml" Id="R735bfc1b981b47bd" /><Relationship Type="http://schemas.openxmlformats.org/officeDocument/2006/relationships/slide" Target="/ppt/slides/slide66.xml" Id="R6ddb62f7b1ad4e4d" /><Relationship Type="http://schemas.openxmlformats.org/officeDocument/2006/relationships/slide" Target="/ppt/slides/slide67.xml" Id="R087bd206254d4bdb" /><Relationship Type="http://schemas.openxmlformats.org/officeDocument/2006/relationships/slide" Target="/ppt/slides/slide68.xml" Id="Rafd782aa9ee1498d" /><Relationship Type="http://schemas.openxmlformats.org/officeDocument/2006/relationships/slide" Target="/ppt/slides/slide69.xml" Id="Rd9e1ddcdf7474376" /><Relationship Type="http://schemas.openxmlformats.org/officeDocument/2006/relationships/slide" Target="/ppt/slides/slide70.xml" Id="R7139486d4e444507" /><Relationship Type="http://schemas.openxmlformats.org/officeDocument/2006/relationships/slide" Target="/ppt/slides/slide71.xml" Id="R743d99df8b28466c" /><Relationship Type="http://schemas.openxmlformats.org/officeDocument/2006/relationships/slide" Target="/ppt/slides/slide72.xml" Id="R8ccf7b96fa444245" /><Relationship Type="http://schemas.openxmlformats.org/officeDocument/2006/relationships/slide" Target="/ppt/slides/slide73.xml" Id="R80cbd90fd4374036" /><Relationship Type="http://schemas.openxmlformats.org/officeDocument/2006/relationships/slide" Target="/ppt/slides/slide74.xml" Id="Rbfc394c46e404bf3" /><Relationship Type="http://schemas.openxmlformats.org/officeDocument/2006/relationships/slide" Target="/ppt/slides/slide75.xml" Id="R6e77ac3259d34251" /><Relationship Type="http://schemas.openxmlformats.org/officeDocument/2006/relationships/slide" Target="/ppt/slides/slide76.xml" Id="R57d594a83bdf4037" /><Relationship Type="http://schemas.openxmlformats.org/officeDocument/2006/relationships/slide" Target="/ppt/slides/slide77.xml" Id="Rb929233218b94353" /><Relationship Type="http://schemas.openxmlformats.org/officeDocument/2006/relationships/slide" Target="/ppt/slides/slide78.xml" Id="Ra5787cbe071947f0" /><Relationship Type="http://schemas.openxmlformats.org/officeDocument/2006/relationships/slide" Target="/ppt/slides/slide79.xml" Id="Rb6370f94969e4ea1" /><Relationship Type="http://schemas.openxmlformats.org/officeDocument/2006/relationships/slide" Target="/ppt/slides/slide80.xml" Id="Rb6150f803ca44ed0" /><Relationship Type="http://schemas.openxmlformats.org/officeDocument/2006/relationships/slide" Target="/ppt/slides/slide81.xml" Id="Re3db013a3b0e46fa" /><Relationship Type="http://schemas.openxmlformats.org/officeDocument/2006/relationships/slide" Target="/ppt/slides/slide82.xml" Id="R22d73aaae9224bc7" /><Relationship Type="http://schemas.openxmlformats.org/officeDocument/2006/relationships/slide" Target="/ppt/slides/slide83.xml" Id="R6522b5d611a94a1e" /><Relationship Type="http://schemas.openxmlformats.org/officeDocument/2006/relationships/slide" Target="/ppt/slides/slide84.xml" Id="Rbd637c74e3d349fd" /><Relationship Type="http://schemas.openxmlformats.org/officeDocument/2006/relationships/slide" Target="/ppt/slides/slide85.xml" Id="R973da835b1224485" /><Relationship Type="http://schemas.openxmlformats.org/officeDocument/2006/relationships/slide" Target="/ppt/slides/slide86.xml" Id="R7d3c4ba0dde24817" /><Relationship Type="http://schemas.openxmlformats.org/officeDocument/2006/relationships/slide" Target="/ppt/slides/slide87.xml" Id="R3fc877b931d2451f" /><Relationship Type="http://schemas.openxmlformats.org/officeDocument/2006/relationships/slide" Target="/ppt/slides/slide88.xml" Id="R942b727b747a421d" /><Relationship Type="http://schemas.openxmlformats.org/officeDocument/2006/relationships/slide" Target="/ppt/slides/slide89.xml" Id="R77ef2e9f8dc14bdd" /><Relationship Type="http://schemas.openxmlformats.org/officeDocument/2006/relationships/slide" Target="/ppt/slides/slide90.xml" Id="Ra3055e2376e542c5" /><Relationship Type="http://schemas.openxmlformats.org/officeDocument/2006/relationships/slide" Target="/ppt/slides/slide91.xml" Id="R39e9f3bfb1834f56" /><Relationship Type="http://schemas.openxmlformats.org/officeDocument/2006/relationships/slide" Target="/ppt/slides/slide92.xml" Id="Race08f48de7c4795" /><Relationship Type="http://schemas.openxmlformats.org/officeDocument/2006/relationships/slide" Target="/ppt/slides/slide93.xml" Id="Rbfb17a61c1ff47c7" /><Relationship Type="http://schemas.openxmlformats.org/officeDocument/2006/relationships/slide" Target="/ppt/slides/slide94.xml" Id="Rd2a295cc40784d7d" /><Relationship Type="http://schemas.openxmlformats.org/officeDocument/2006/relationships/slide" Target="/ppt/slides/slide95.xml" Id="R754c15b9b29446ce" /><Relationship Type="http://schemas.openxmlformats.org/officeDocument/2006/relationships/slide" Target="/ppt/slides/slide96.xml" Id="R3a288e31cc604d76" /><Relationship Type="http://schemas.openxmlformats.org/officeDocument/2006/relationships/slide" Target="/ppt/slides/slide97.xml" Id="Rc9b7962e09904fab" /><Relationship Type="http://schemas.openxmlformats.org/officeDocument/2006/relationships/slide" Target="/ppt/slides/slide98.xml" Id="R627c217762da4c88" /><Relationship Type="http://schemas.openxmlformats.org/officeDocument/2006/relationships/slide" Target="/ppt/slides/slide99.xml" Id="Rc7e4132a1e9649b5" /><Relationship Type="http://schemas.openxmlformats.org/officeDocument/2006/relationships/slide" Target="/ppt/slides/slide100.xml" Id="R617fc82151314462" /><Relationship Type="http://schemas.openxmlformats.org/officeDocument/2006/relationships/slide" Target="/ppt/slides/slide101.xml" Id="Rff048ca5040745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b3e33e3bc40492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307ef201d364dfc" /><Relationship Type="http://schemas.openxmlformats.org/officeDocument/2006/relationships/notesMaster" Target="/ppt/notesMasters/notesMaster1.xml" Id="R716b3970b8814a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6b6f8b1878f0460e" /><Relationship Type="http://schemas.openxmlformats.org/officeDocument/2006/relationships/notesMaster" Target="/ppt/notesMasters/notesMaster1.xml" Id="Rafc705dd289b46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8f156a1b1b04bf7" /><Relationship Type="http://schemas.openxmlformats.org/officeDocument/2006/relationships/notesMaster" Target="/ppt/notesMasters/notesMaster1.xml" Id="Rc2568cd92f9449ae" /></Relationships>
</file>

<file path=ppt/notesSlides/_rels/notesSlide4.xml.rels>&#65279;<?xml version="1.0" encoding="utf-8"?><Relationships xmlns="http://schemas.openxmlformats.org/package/2006/relationships"><Relationship Type="http://schemas.openxmlformats.org/officeDocument/2006/relationships/slide" Target="/ppt/slides/slide4.xml" Id="Rf39bbcf00b2f461d" /><Relationship Type="http://schemas.openxmlformats.org/officeDocument/2006/relationships/notesMaster" Target="/ppt/notesMasters/notesMaster1.xml" Id="R48396b53afe945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c5d7700449c8483e" /><Relationship Type="http://schemas.openxmlformats.org/officeDocument/2006/relationships/notesMaster" Target="/ppt/notesMasters/notesMaster1.xml" Id="R7229eb2587d84f5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4c117bb390497a" /><Relationship Type="http://schemas.openxmlformats.org/officeDocument/2006/relationships/notesMaster" Target="/ppt/notesMasters/notesMaster1.xml" Id="R533451feab1f4fe6" /></Relationships>
</file>

<file path=ppt/notesSlides/_rels/notesSlide7.xml.rels>&#65279;<?xml version="1.0" encoding="utf-8"?><Relationships xmlns="http://schemas.openxmlformats.org/package/2006/relationships"><Relationship Type="http://schemas.openxmlformats.org/officeDocument/2006/relationships/slide" Target="/ppt/slides/slide7.xml" Id="R71913b4812aa4e6e" /><Relationship Type="http://schemas.openxmlformats.org/officeDocument/2006/relationships/notesMaster" Target="/ppt/notesMasters/notesMaster1.xml" Id="R11870e3c42704764" /></Relationships>
</file>

<file path=ppt/notesSlides/_rels/notesSlide8.xml.rels>&#65279;<?xml version="1.0" encoding="utf-8"?><Relationships xmlns="http://schemas.openxmlformats.org/package/2006/relationships"><Relationship Type="http://schemas.openxmlformats.org/officeDocument/2006/relationships/slide" Target="/ppt/slides/slide8.xml" Id="R148dbf4872a14b2f" /><Relationship Type="http://schemas.openxmlformats.org/officeDocument/2006/relationships/notesMaster" Target="/ppt/notesMasters/notesMaster1.xml" Id="Raac473e9fb1f4012" /></Relationships>
</file>

<file path=ppt/notesSlides/_rels/notesSlide9.xml.rels>&#65279;<?xml version="1.0" encoding="utf-8"?><Relationships xmlns="http://schemas.openxmlformats.org/package/2006/relationships"><Relationship Type="http://schemas.openxmlformats.org/officeDocument/2006/relationships/slide" Target="/ppt/slides/slide9.xml" Id="Rf1b390eef285419a" /><Relationship Type="http://schemas.openxmlformats.org/officeDocument/2006/relationships/notesMaster" Target="/ppt/notesMasters/notesMaster1.xml" Id="R17ce8b6a35344cd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ed125b14b7b4e2d" /><Relationship Type="http://schemas.openxmlformats.org/officeDocument/2006/relationships/notesMaster" Target="/ppt/notesMasters/notesMaster1.xml" Id="Rb6241b04e3f9451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b951ba2abf403a" /><Relationship Type="http://schemas.openxmlformats.org/officeDocument/2006/relationships/notesMaster" Target="/ppt/notesMasters/notesMaster1.xml" Id="R54dacce28aac49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5197b06f7fe4d01" /><Relationship Type="http://schemas.openxmlformats.org/officeDocument/2006/relationships/notesMaster" Target="/ppt/notesMasters/notesMaster1.xml" Id="R799e516f1a8b47c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4170a608a0b4a4b" /><Relationship Type="http://schemas.openxmlformats.org/officeDocument/2006/relationships/notesMaster" Target="/ppt/notesMasters/notesMaster1.xml" Id="Rfc2fe325f6d0456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67d433b36842c6" /><Relationship Type="http://schemas.openxmlformats.org/officeDocument/2006/relationships/notesMaster" Target="/ppt/notesMasters/notesMaster1.xml" Id="Rfdd580ca00604c4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dbc1087a70b4c55" /><Relationship Type="http://schemas.openxmlformats.org/officeDocument/2006/relationships/notesMaster" Target="/ppt/notesMasters/notesMaster1.xml" Id="R2b2a145c8ad340e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4d0f5bbe70347bf" /><Relationship Type="http://schemas.openxmlformats.org/officeDocument/2006/relationships/notesMaster" Target="/ppt/notesMasters/notesMaster1.xml" Id="Red2b2d9567d94b1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7a24bc91f644be5" /><Relationship Type="http://schemas.openxmlformats.org/officeDocument/2006/relationships/notesMaster" Target="/ppt/notesMasters/notesMaster1.xml" Id="Rf93f7fbb305b451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71e510fa0454033" /><Relationship Type="http://schemas.openxmlformats.org/officeDocument/2006/relationships/notesMaster" Target="/ppt/notesMasters/notesMaster1.xml" Id="R97cd5288e7c2403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d937efdb9224ef4" /><Relationship Type="http://schemas.openxmlformats.org/officeDocument/2006/relationships/notesMaster" Target="/ppt/notesMasters/notesMaster1.xml" Id="R22a4d52a03a248c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2f2c91c8be24109" /><Relationship Type="http://schemas.openxmlformats.org/officeDocument/2006/relationships/notesMaster" Target="/ppt/notesMasters/notesMaster1.xml" Id="R1bf9741464b842c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3976d16f639439b" /><Relationship Type="http://schemas.openxmlformats.org/officeDocument/2006/relationships/notesMaster" Target="/ppt/notesMasters/notesMaster1.xml" Id="R4b4dc03934e84a7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b5a49d667d74a93" /><Relationship Type="http://schemas.openxmlformats.org/officeDocument/2006/relationships/notesMaster" Target="/ppt/notesMasters/notesMaster1.xml" Id="R8aacb8596fcf46c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7327c7f35604634" /><Relationship Type="http://schemas.openxmlformats.org/officeDocument/2006/relationships/notesMaster" Target="/ppt/notesMasters/notesMaster1.xml" Id="Rd97e520f913d4ef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ab79791ce1147c4" /><Relationship Type="http://schemas.openxmlformats.org/officeDocument/2006/relationships/notesMaster" Target="/ppt/notesMasters/notesMaster1.xml" Id="Rc11a6b658f594b0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e8040e5de1d45a8" /><Relationship Type="http://schemas.openxmlformats.org/officeDocument/2006/relationships/notesMaster" Target="/ppt/notesMasters/notesMaster1.xml" Id="R69ff4ce640fc4e5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3824cb2b1e04375" /><Relationship Type="http://schemas.openxmlformats.org/officeDocument/2006/relationships/notesMaster" Target="/ppt/notesMasters/notesMaster1.xml" Id="Rdd6d829818f1474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4ce05ff8cef46a5" /><Relationship Type="http://schemas.openxmlformats.org/officeDocument/2006/relationships/notesMaster" Target="/ppt/notesMasters/notesMaster1.xml" Id="R148d336ded4b4ff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459080b3d644dd4" /><Relationship Type="http://schemas.openxmlformats.org/officeDocument/2006/relationships/notesMaster" Target="/ppt/notesMasters/notesMaster1.xml" Id="R3f07a969ce8c4bb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5ebac03b9024408" /><Relationship Type="http://schemas.openxmlformats.org/officeDocument/2006/relationships/notesMaster" Target="/ppt/notesMasters/notesMaster1.xml" Id="R414b7b11ca044be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274499090694ced" /><Relationship Type="http://schemas.openxmlformats.org/officeDocument/2006/relationships/notesMaster" Target="/ppt/notesMasters/notesMaster1.xml" Id="R8fa8ac4a7a184cf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ba23024dd284112" /><Relationship Type="http://schemas.openxmlformats.org/officeDocument/2006/relationships/notesMaster" Target="/ppt/notesMasters/notesMaster1.xml" Id="Rdbc88b38ac4c4ce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415744141374896" /><Relationship Type="http://schemas.openxmlformats.org/officeDocument/2006/relationships/notesMaster" Target="/ppt/notesMasters/notesMaster1.xml" Id="Rade6ff6e61fd4ec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cc98ebf84444725" /><Relationship Type="http://schemas.openxmlformats.org/officeDocument/2006/relationships/notesMaster" Target="/ppt/notesMasters/notesMaster1.xml" Id="R609defa299c6474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1200d59c3c349e1" /><Relationship Type="http://schemas.openxmlformats.org/officeDocument/2006/relationships/notesMaster" Target="/ppt/notesMasters/notesMaster1.xml" Id="R29fd6ad5a0fd4c2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1c1fd7e448748f3" /><Relationship Type="http://schemas.openxmlformats.org/officeDocument/2006/relationships/notesMaster" Target="/ppt/notesMasters/notesMaster1.xml" Id="R1ea0f42ca52e476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fefe649cff64859" /><Relationship Type="http://schemas.openxmlformats.org/officeDocument/2006/relationships/notesMaster" Target="/ppt/notesMasters/notesMaster1.xml" Id="R6b41d31117a440a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7c32601526b4d74" /><Relationship Type="http://schemas.openxmlformats.org/officeDocument/2006/relationships/notesMaster" Target="/ppt/notesMasters/notesMaster1.xml" Id="Rd7a9f16f5755448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d745ae448d34c66" /><Relationship Type="http://schemas.openxmlformats.org/officeDocument/2006/relationships/notesMaster" Target="/ppt/notesMasters/notesMaster1.xml" Id="Rc9a567db6dc9409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27705acd3434198" /><Relationship Type="http://schemas.openxmlformats.org/officeDocument/2006/relationships/notesMaster" Target="/ppt/notesMasters/notesMaster1.xml" Id="R2e3778c17da340c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d58ab24dcd04ec5" /><Relationship Type="http://schemas.openxmlformats.org/officeDocument/2006/relationships/notesMaster" Target="/ppt/notesMasters/notesMaster1.xml" Id="R58921ecf6c1f459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c56b1f6889a40b3" /><Relationship Type="http://schemas.openxmlformats.org/officeDocument/2006/relationships/notesMaster" Target="/ppt/notesMasters/notesMaster1.xml" Id="Reca01eb56496484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c570077ddb34623" /><Relationship Type="http://schemas.openxmlformats.org/officeDocument/2006/relationships/notesMaster" Target="/ppt/notesMasters/notesMaster1.xml" Id="R43db3ec33c234ad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cd90db9a37a4677" /><Relationship Type="http://schemas.openxmlformats.org/officeDocument/2006/relationships/notesMaster" Target="/ppt/notesMasters/notesMaster1.xml" Id="Raed6a0f823ce486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55a89d19a79473f" /><Relationship Type="http://schemas.openxmlformats.org/officeDocument/2006/relationships/notesMaster" Target="/ppt/notesMasters/notesMaster1.xml" Id="R50eb147ff0d245b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caefc4d5ee96460b" /><Relationship Type="http://schemas.openxmlformats.org/officeDocument/2006/relationships/notesMaster" Target="/ppt/notesMasters/notesMaster1.xml" Id="Rdc4ebee85ee4461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e8ea7b42dbe4d27" /><Relationship Type="http://schemas.openxmlformats.org/officeDocument/2006/relationships/notesMaster" Target="/ppt/notesMasters/notesMaster1.xml" Id="R7eb5248b824c408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734473caea143f7" /><Relationship Type="http://schemas.openxmlformats.org/officeDocument/2006/relationships/notesMaster" Target="/ppt/notesMasters/notesMaster1.xml" Id="Rdca58f8765c44b1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761191dd3da4329" /><Relationship Type="http://schemas.openxmlformats.org/officeDocument/2006/relationships/notesMaster" Target="/ppt/notesMasters/notesMaster1.xml" Id="R0579ada17d064f5e"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fdc883c26924dab" /><Relationship Type="http://schemas.openxmlformats.org/officeDocument/2006/relationships/notesMaster" Target="/ppt/notesMasters/notesMaster1.xml" Id="R79e232cdd71b4b2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b3f04a6995c4706" /><Relationship Type="http://schemas.openxmlformats.org/officeDocument/2006/relationships/notesMaster" Target="/ppt/notesMasters/notesMaster1.xml" Id="R109f261eb9ab4e7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9fd243e11094f9a" /><Relationship Type="http://schemas.openxmlformats.org/officeDocument/2006/relationships/notesMaster" Target="/ppt/notesMasters/notesMaster1.xml" Id="R36c80a51f4e2479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e3f9b69fbcb43bb" /><Relationship Type="http://schemas.openxmlformats.org/officeDocument/2006/relationships/notesMaster" Target="/ppt/notesMasters/notesMaster1.xml" Id="R737b1e006aa14cd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5c66c48846c490c" /><Relationship Type="http://schemas.openxmlformats.org/officeDocument/2006/relationships/notesMaster" Target="/ppt/notesMasters/notesMaster1.xml" Id="Re41399ee8c69435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93ea487acfa44ed" /><Relationship Type="http://schemas.openxmlformats.org/officeDocument/2006/relationships/notesMaster" Target="/ppt/notesMasters/notesMaster1.xml" Id="Rb3f7b8c731fb4486"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74450c6d24f4ff8" /><Relationship Type="http://schemas.openxmlformats.org/officeDocument/2006/relationships/notesMaster" Target="/ppt/notesMasters/notesMaster1.xml" Id="Ra4390e2220df43d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e77d76540ce4e48" /><Relationship Type="http://schemas.openxmlformats.org/officeDocument/2006/relationships/notesMaster" Target="/ppt/notesMasters/notesMaster1.xml" Id="R546b42a94ad74be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5e6a5b4644524ce1" /><Relationship Type="http://schemas.openxmlformats.org/officeDocument/2006/relationships/notesMaster" Target="/ppt/notesMasters/notesMaster1.xml" Id="R68357f9e8c334f4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af4777019c9745cc" /><Relationship Type="http://schemas.openxmlformats.org/officeDocument/2006/relationships/notesMaster" Target="/ppt/notesMasters/notesMaster1.xml" Id="R0ef3890e89924895"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502d975eb42494f" /><Relationship Type="http://schemas.openxmlformats.org/officeDocument/2006/relationships/notesMaster" Target="/ppt/notesMasters/notesMaster1.xml" Id="R6e3fb904ad7c400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d6c0baaccca9410c" /><Relationship Type="http://schemas.openxmlformats.org/officeDocument/2006/relationships/notesMaster" Target="/ppt/notesMasters/notesMaster1.xml" Id="R597b8b7b7f474b5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732d91fb4e94e40" /><Relationship Type="http://schemas.openxmlformats.org/officeDocument/2006/relationships/notesMaster" Target="/ppt/notesMasters/notesMaster1.xml" Id="Rfc2dc39a7dde48a3"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282f79ee639a4313" /><Relationship Type="http://schemas.openxmlformats.org/officeDocument/2006/relationships/notesMaster" Target="/ppt/notesMasters/notesMaster1.xml" Id="Rf16986988efa401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66c5df5e94ac4d69" /><Relationship Type="http://schemas.openxmlformats.org/officeDocument/2006/relationships/notesMaster" Target="/ppt/notesMasters/notesMaster1.xml" Id="R6d4fa00f2863428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f404af24517942ca" /><Relationship Type="http://schemas.openxmlformats.org/officeDocument/2006/relationships/notesMaster" Target="/ppt/notesMasters/notesMaster1.xml" Id="Rfad8b83b76f24148"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43ae80ab72e41c2" /><Relationship Type="http://schemas.openxmlformats.org/officeDocument/2006/relationships/notesMaster" Target="/ppt/notesMasters/notesMaster1.xml" Id="R45ab436e2fa04be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9549387f68a7490e" /><Relationship Type="http://schemas.openxmlformats.org/officeDocument/2006/relationships/notesMaster" Target="/ppt/notesMasters/notesMaster1.xml" Id="R6640d3a58b2f49a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2141a10421ad4fa9" /><Relationship Type="http://schemas.openxmlformats.org/officeDocument/2006/relationships/notesMaster" Target="/ppt/notesMasters/notesMaster1.xml" Id="Rbff17adf91d14a29"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09e36766e66e44fb" /><Relationship Type="http://schemas.openxmlformats.org/officeDocument/2006/relationships/notesMaster" Target="/ppt/notesMasters/notesMaster1.xml" Id="R4b1b59ac66ba4d83"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e9107ddc327a420a" /><Relationship Type="http://schemas.openxmlformats.org/officeDocument/2006/relationships/notesMaster" Target="/ppt/notesMasters/notesMaster1.xml" Id="R8ba1b408c1ca4e8e"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ff5095708af4b38" /><Relationship Type="http://schemas.openxmlformats.org/officeDocument/2006/relationships/notesMaster" Target="/ppt/notesMasters/notesMaster1.xml" Id="R8ecbbc7069cd4ab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6612aea9fe34ad4" /><Relationship Type="http://schemas.openxmlformats.org/officeDocument/2006/relationships/notesMaster" Target="/ppt/notesMasters/notesMaster1.xml" Id="Rb81feadfb07e402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99d3f7f129494d1d" /><Relationship Type="http://schemas.openxmlformats.org/officeDocument/2006/relationships/notesMaster" Target="/ppt/notesMasters/notesMaster1.xml" Id="R88be81d8314d40d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7121dced034b40dc" /><Relationship Type="http://schemas.openxmlformats.org/officeDocument/2006/relationships/notesMaster" Target="/ppt/notesMasters/notesMaster1.xml" Id="R41955e71633e43f5"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afd1c7a1b754a7b" /><Relationship Type="http://schemas.openxmlformats.org/officeDocument/2006/relationships/notesMaster" Target="/ppt/notesMasters/notesMaster1.xml" Id="Rd59f2e403a9c4f08"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827ea28794984895" /><Relationship Type="http://schemas.openxmlformats.org/officeDocument/2006/relationships/notesMaster" Target="/ppt/notesMasters/notesMaster1.xml" Id="Rf8dbd9aed8a843d4"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1b997d22153d445c" /><Relationship Type="http://schemas.openxmlformats.org/officeDocument/2006/relationships/notesMaster" Target="/ppt/notesMasters/notesMaster1.xml" Id="R6d603ed3175c4866"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4a3037ebc87b4dd7" /><Relationship Type="http://schemas.openxmlformats.org/officeDocument/2006/relationships/notesMaster" Target="/ppt/notesMasters/notesMaster1.xml" Id="R3142a244b1734d18"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ccb83699da654d84" /><Relationship Type="http://schemas.openxmlformats.org/officeDocument/2006/relationships/notesMaster" Target="/ppt/notesMasters/notesMaster1.xml" Id="R6f821a33d3034d46"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d00a49cafa4a4f9d" /><Relationship Type="http://schemas.openxmlformats.org/officeDocument/2006/relationships/notesMaster" Target="/ppt/notesMasters/notesMaster1.xml" Id="R1e15aa8bfde94a2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697fdc14c964c00" /><Relationship Type="http://schemas.openxmlformats.org/officeDocument/2006/relationships/notesMaster" Target="/ppt/notesMasters/notesMaster1.xml" Id="R7fc9f045cadb4165"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d7daf8ddcf646dd" /><Relationship Type="http://schemas.openxmlformats.org/officeDocument/2006/relationships/notesMaster" Target="/ppt/notesMasters/notesMaster1.xml" Id="Rc3e071c0b7914d01"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ec50bcf6cc854989" /><Relationship Type="http://schemas.openxmlformats.org/officeDocument/2006/relationships/notesMaster" Target="/ppt/notesMasters/notesMaster1.xml" Id="Rb23dec90d0b3445b"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11703712901e483b" /><Relationship Type="http://schemas.openxmlformats.org/officeDocument/2006/relationships/notesMaster" Target="/ppt/notesMasters/notesMaster1.xml" Id="R920b2bcb35cc4dd8"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ec8455a2fc24bd1" /><Relationship Type="http://schemas.openxmlformats.org/officeDocument/2006/relationships/notesMaster" Target="/ppt/notesMasters/notesMaster1.xml" Id="Re921aa771b9a4be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b6d7361fd92d47e3" /><Relationship Type="http://schemas.openxmlformats.org/officeDocument/2006/relationships/notesMaster" Target="/ppt/notesMasters/notesMaster1.xml" Id="Rba427097c6bc46f4"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0d7633bf2764a8b" /><Relationship Type="http://schemas.openxmlformats.org/officeDocument/2006/relationships/notesMaster" Target="/ppt/notesMasters/notesMaster1.xml" Id="Rcec5397c9aaa49f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64115cfcc7a744f6" /><Relationship Type="http://schemas.openxmlformats.org/officeDocument/2006/relationships/notesMaster" Target="/ppt/notesMasters/notesMaster1.xml" Id="Refb947ccaac14159"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4a8ef172c5654d04" /><Relationship Type="http://schemas.openxmlformats.org/officeDocument/2006/relationships/notesMaster" Target="/ppt/notesMasters/notesMaster1.xml" Id="R4fcda450f84f4fb9"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46f5599d0abb43da" /><Relationship Type="http://schemas.openxmlformats.org/officeDocument/2006/relationships/notesMaster" Target="/ppt/notesMasters/notesMaster1.xml" Id="R7b0f52ad3a934642"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f094bffa04bc469b" /><Relationship Type="http://schemas.openxmlformats.org/officeDocument/2006/relationships/notesMaster" Target="/ppt/notesMasters/notesMaster1.xml" Id="R63e6d56145be4fad"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d4abe240b9cd4876" /><Relationship Type="http://schemas.openxmlformats.org/officeDocument/2006/relationships/notesMaster" Target="/ppt/notesMasters/notesMaster1.xml" Id="Reddac3cbd2714a46"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cf34a3f3438e494d" /><Relationship Type="http://schemas.openxmlformats.org/officeDocument/2006/relationships/notesMaster" Target="/ppt/notesMasters/notesMaster1.xml" Id="Re24f2a9c988e407c"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8f3e3490aabc4d0a" /><Relationship Type="http://schemas.openxmlformats.org/officeDocument/2006/relationships/notesMaster" Target="/ppt/notesMasters/notesMaster1.xml" Id="Rca24521071d44071"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6ad5ba4bbd204163" /><Relationship Type="http://schemas.openxmlformats.org/officeDocument/2006/relationships/notesMaster" Target="/ppt/notesMasters/notesMaster1.xml" Id="Rd74c31e1e46045fb"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85c1915ad9bb4ff8" /><Relationship Type="http://schemas.openxmlformats.org/officeDocument/2006/relationships/notesMaster" Target="/ppt/notesMasters/notesMaster1.xml" Id="R44a5c41985564788"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9a14c3b097cf440d" /><Relationship Type="http://schemas.openxmlformats.org/officeDocument/2006/relationships/notesMaster" Target="/ppt/notesMasters/notesMaster1.xml" Id="Rb4b34e6f81e04b83"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b02ee3ee3a344540" /><Relationship Type="http://schemas.openxmlformats.org/officeDocument/2006/relationships/notesMaster" Target="/ppt/notesMasters/notesMaster1.xml" Id="R4db93e217ef842d5"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bf20b3f5c7974f21" /><Relationship Type="http://schemas.openxmlformats.org/officeDocument/2006/relationships/notesMaster" Target="/ppt/notesMasters/notesMaster1.xml" Id="Re8cfe9af881b4a52"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fb539f4bc1a04289" /><Relationship Type="http://schemas.openxmlformats.org/officeDocument/2006/relationships/notesMaster" Target="/ppt/notesMasters/notesMaster1.xml" Id="R28e6cb7075fb40fa"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6a4d78d4bcf34dde" /><Relationship Type="http://schemas.openxmlformats.org/officeDocument/2006/relationships/notesMaster" Target="/ppt/notesMasters/notesMaster1.xml" Id="R58d018d9a4804e14"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6eb137a825c343b3" /><Relationship Type="http://schemas.openxmlformats.org/officeDocument/2006/relationships/notesMaster" Target="/ppt/notesMasters/notesMaster1.xml" Id="R664b2928e4d4442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2026-10-20 가상 자료로 개념과 결과를 확인합니다. 50분 수업 6교시로 진행합니다.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ZIP을 일반 폴더에 풉니다. course의 code·data·work를 찾습니다. work만 수정하고 원본을 보존합니다. 저장과 실행을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D:\KDigital_PhysicalAI\outputs\2026-10-20\beginner-start.md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직접 실행·강사 관찰·수동 추적을 적습니다. 입력과 예상 결과를 먼저 씁니다. 실제 결과와 다음 확인을 남깁니다.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D:\KDigital_PhysicalAI\outputs\2026-10-20\beginner-start.md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10:00~17:00에 수업과 휴식을 진행합니다. 중식은 11:50~13:00입니다. 추가 문제는 필수 결과 확인 뒤 사용합니다. 모든 장의 50분 완수를 보장하지 않습니다.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D:\KDigital_PhysicalAI\outputs\2026-10-20\beginner-start.md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1교시 주제는 작업을 맡기는 방법입니다.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실행 가능한 도구와 맡긴 행동을 구별합니다. 필요한 자료만 가상 입력으로 제공합니다.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A01의 개념과 원문 해설입니다.</a:t>
            </a:r>
          </a:p>
          <a:p xmlns:a="http://schemas.openxmlformats.org/drawingml/2006/main">
            <a:r>
              <a:t>### A01 · 에이전트와 사람의 역할</a:t>
            </a:r>
          </a:p>
          <a:p xmlns:a="http://schemas.openxmlformats.org/drawingml/2006/main">
            <a:r>
              <a:t/>
            </a:r>
          </a:p>
          <a:p xmlns:a="http://schemas.openxmlformats.org/drawingml/2006/main">
            <a:r>
              <a:t>#### 사례로 이해하기 · 실행하는 AI와 책임을 갖는 사람</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센서 안내 프로그램을 고치려는 직원이 AI에게 “온도 분류를 개선해 줘”라고 보냅니다. AI는 파일 이름과 기준을 추측하고 새 코드를 제안할 수 있습니다. 직원이 기대한 것은 경계 오류 하나의 수정인데 프로그램 전체가 바뀌면 검토가 어려워집니다. 먼저 맡길 범위와 사람이 결정할 규칙을 구별합니다.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대화형 AI는 문장이나 코드를 답할 수 있습니다. 코드에이전트는 허용된 도구를 이용하여 파일을 읽고 고치거나 실행까지 이어갈 수 있습니다. 가능한 능력과 이번 작업에서 허용한 행동은 다릅니다. 프롬프트는 요청 글이고 컨텍스트는 그 요청을 이해하는 데 필요한 자료입니다. 사람은 업무 기준, 공유할 자료, 적용 승인, 실제 확인 범위를 결정합니다. 도구가 읽지 못한 숨은 규칙까지 안다고 추정하지 않습니다.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요청의 목적을 “28 이상을 주의로 분류”로 적습니다. 대상은 work/classifier.py의 classify 함수이며 입력은 가상 온도, 출력은 정상·주의·미측정·입력 오류입니다. 관련 자료는 현재 함수와 cases.json, 실패 출력 마지막 부분입니다. 읽기와 수정은 이 연습 복사본에만 허용하고 외부 게시와 계정 접근은 허용하지 않습니다. 실제 토큰 대신 `DEMO_TOKEN`이라는 표시를 씁니다. 확인 근거는 변경 비교와 같은 검사 입력의 실행 결과입니다. 제공 AI 응답은 수업용 작성 자료이며 실제 모델 호출 증거가 아닙니다.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파일 세 개, 고객 명단, 접속 암호, 가상 실패 로그 가운데 온도 경계 수정에 필요한 자료를 선택하세요. 이어서 “목적 / 바꿀 곳 / 유지할 것 / 금지할 행동 / 확인 근거” 다섯 줄 요청서를 작성하세요.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현재 함수·검사 입력·가상 실패 로그를 선택하고 고객 명단과 암호는 제외합니다. “자료를 전부 보내면 정확해진다”는 답은 관련성과 공유 범위를 검토하지 않았습니다. “AI가 썼으니 실행도 했다” 역시 생성과 실행의 차이를 놓칩니다.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에이전트 이름이 능력을 보장하나요? 실제 연결 도구와 권한을 확인해야 합니다. ② 비밀이 필요한 상황은 어떻게 하나요? 그대로 공유하지 말고 담당 절차와 대체 데이터를 확인합니다. ③ 완료 판단은 누구의 일인가요? 요구와 증거를 대조하는 사람의 판단이 필요합니다.</a:t>
            </a:r>
          </a:p>
          <a:p xmlns:a="http://schemas.openxmlformats.org/drawingml/2006/main">
            <a:r>
              <a:t/>
            </a:r>
          </a:p>
          <a:p xmlns:a="http://schemas.openxmlformats.org/drawingml/2006/main">
            <a:r>
              <a:t>**뜻과 비유.** 코드에이전트는 요청을 해석하고 파일과 실행 도구를 사용해 작업을 이어 가는 AI 도구입니다. 대화 답변 한 번과 파일 변경·실행이 연결된 작업 흐름을 구분합니다.</a:t>
            </a:r>
          </a:p>
          <a:p xmlns:a="http://schemas.openxmlformats.org/drawingml/2006/main">
            <a:r>
              <a:t/>
            </a:r>
          </a:p>
          <a:p xmlns:a="http://schemas.openxmlformats.org/drawingml/2006/main">
            <a:r>
              <a:t>**왜 필요한가.** 동료에게 일을 맡겨도 완료 기준은 함께 정합니다. 코드가 생겼다는 사실과 업무 요구가 충족됐다는 사실은 다릅니다.</a:t>
            </a:r>
          </a:p>
          <a:p xmlns:a="http://schemas.openxmlformats.org/drawingml/2006/main">
            <a:r>
              <a:t/>
            </a:r>
          </a:p>
          <a:p xmlns:a="http://schemas.openxmlformats.org/drawingml/2006/main">
            <a:r>
              <a:t>**예를 따라 읽기.** 센서 온도 28을 주의로 분류해 달라는 요청은 입력·기준·출력·확인 방법을 포함할 수 있습니다.</a:t>
            </a:r>
          </a:p>
          <a:p xmlns:a="http://schemas.openxmlformats.org/drawingml/2006/main">
            <a:r>
              <a:t/>
            </a:r>
          </a:p>
          <a:p xmlns:a="http://schemas.openxmlformats.org/drawingml/2006/main">
            <a:r>
              <a:t>**헷갈리는 반례.** “알아서 좋게 고쳐”는 유지해야할 함수 이름이나 28 ℃ 경계를 알려 주지 않습니다.</a:t>
            </a:r>
          </a:p>
          <a:p xmlns:a="http://schemas.openxmlformats.org/drawingml/2006/main">
            <a:r>
              <a:t/>
            </a:r>
          </a:p>
          <a:p xmlns:a="http://schemas.openxmlformats.org/drawingml/2006/main">
            <a:r>
              <a:t>**직접 적용.** 요청서에서 목적을 한 문장으로 찾기 → AI가 제안할 일과 사람이 판단할 일 나누기 → 완료라고 부를 증거 두 가지 적기 → 짝에게 도구와 검토자의 역할 설명하기</a:t>
            </a:r>
          </a:p>
          <a:p xmlns:a="http://schemas.openxmlformats.org/drawingml/2006/main">
            <a:r>
              <a:t/>
            </a:r>
          </a:p>
          <a:p xmlns:a="http://schemas.openxmlformats.org/drawingml/2006/main">
            <a:r>
              <a:t>**설명할 질문.** 코드가 생긴 것만으로 완료가 아닌 이유는 무엇인가요?</a:t>
            </a:r>
          </a:p>
          <a:p xmlns:a="http://schemas.openxmlformats.org/drawingml/2006/main">
            <a:r>
              <a:t/>
            </a:r>
          </a:p>
          <a:p xmlns:a="http://schemas.openxmlformats.org/drawingml/2006/main">
            <a:r>
              <a:t>**막혔을 때.** 도구 이름과 능력을 혼동하면 읽기·변경·실행 중 실제로 허용한 행동을 따로 적습니다.</a:t>
            </a:r>
          </a:p>
          <a:p xmlns:a="http://schemas.openxmlformats.org/drawingml/2006/main">
            <a:r>
              <a:t/>
            </a:r>
          </a:p>
          <a:p xmlns:a="http://schemas.openxmlformats.org/drawingml/2006/main">
            <a:r>
              <a:t>입력·답칸·확인 순서는 [실습지의 A01](practice-guide.md#a01)와 [활동 원문](examples/course/data/A01_input.md)에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실제 모델·유료 API 호출은 없습니다.</a:t>
            </a:r>
          </a:p>
          <a:p xmlns:a="http://schemas.openxmlformats.org/drawingml/2006/main">
            <a:r>
              <a:t/>
            </a:r>
          </a:p>
          <a:p xmlns:a="http://schemas.openxmlformats.org/drawingml/2006/main">
            <a:r>
              <a:t>표와 문장을 읽는 방법: AI 도구는 허용된 파일과 명령을 사용합니다. 사람은 업무 규칙과 확인 범위를 결정합니다.</a:t>
            </a:r>
          </a:p>
          <a:p xmlns:a="http://schemas.openxmlformats.org/drawingml/2006/main">
            <a:r>
              <a:t>예상 결과: 코드 생성과 실제 실행은 서로 다릅니다. 실행 성공 뒤에도 요구를 확인합니다.</a:t>
            </a:r>
          </a:p>
          <a:p xmlns:a="http://schemas.openxmlformats.org/drawingml/2006/main">
            <a:r>
              <a:t/>
            </a:r>
          </a:p>
          <a:p xmlns:a="http://schemas.openxmlformats.org/drawingml/2006/main">
            <a:r>
              <a:t>판단 해설: 연습 작업본 읽기·수정·검사 실행으로 제한합니다. 고객 정보·접속 암호·외부 게시 등은 해당 작업의 근거에 필요하지 않습니다.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코드 생성과 실제 실행은 서로 다릅니다. 실행 성공 뒤에도 요구를 확인합니다.</a:t>
            </a:r>
          </a:p>
          <a:p xmlns:a="http://schemas.openxmlformats.org/drawingml/2006/main">
            <a:r>
              <a:t/>
            </a:r>
          </a:p>
          <a:p xmlns:a="http://schemas.openxmlformats.org/drawingml/2006/main">
            <a:r>
              <a:t>개념과 연결: AI 도구는 허용된 파일과 명령을 사용합니다. 사람은 업무 규칙과 확인 범위를 결정합니다.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연습 작업본 읽기·수정·검사 실행으로 제한합니다. 고객 정보·접속 암호·외부 게시 등은 해당 작업의 근거에 필요하지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한 함수 수정에 허용할 행동을 적어 보세요.</a:t>
            </a:r>
          </a:p>
          <a:p xmlns:a="http://schemas.openxmlformats.org/drawingml/2006/main">
            <a:r>
              <a:t/>
            </a:r>
          </a:p>
          <a:p xmlns:a="http://schemas.openxmlformats.org/drawingml/2006/main">
            <a:r>
              <a:t>정답과 풀이: 연습 작업본 읽기·수정·검사 실행으로 제한합니다. 고객 정보·접속 암호·외부 게시 등은 해당 작업의 근거에 필요하지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A02의 개념과 원문 해설입니다.</a:t>
            </a:r>
          </a:p>
          <a:p xmlns:a="http://schemas.openxmlformats.org/drawingml/2006/main">
            <a:r>
              <a:t>### A02 · 작은 작업과 수정 범위</a:t>
            </a:r>
          </a:p>
          <a:p xmlns:a="http://schemas.openxmlformats.org/drawingml/2006/main">
            <a:r>
              <a:t/>
            </a:r>
          </a:p>
          <a:p xmlns:a="http://schemas.openxmlformats.org/drawingml/2006/main">
            <a:r>
              <a:t>**뜻과 비유.** 작업 범위는 어떤 파일과 동작을 바꿀지 정한 경계입니다. 전체 프로그램을 한 번에 고치기보다 한 함수의 분류 규칙처럼 확인 가능한 단위로 나눕니다.</a:t>
            </a:r>
          </a:p>
          <a:p xmlns:a="http://schemas.openxmlformats.org/drawingml/2006/main">
            <a:r>
              <a:t/>
            </a:r>
          </a:p>
          <a:p xmlns:a="http://schemas.openxmlformats.org/drawingml/2006/main">
            <a:r>
              <a:t>**왜 필요한가.** 범위를 알면 변경 비교가 짧아지고 잘못 바꾼 항목을 되돌리기 쉽습니다. 10/16의 변경 비교가 여기서 업무 검토 근거가 됩니다.</a:t>
            </a:r>
          </a:p>
          <a:p xmlns:a="http://schemas.openxmlformats.org/drawingml/2006/main">
            <a:r>
              <a:t/>
            </a:r>
          </a:p>
          <a:p xmlns:a="http://schemas.openxmlformats.org/drawingml/2006/main">
            <a:r>
              <a:t>**예를 따라 읽기.** 오늘은 classifier.py의 classify 동작만 바꾸고 함수 이름과 threshold =28을 유지합니다.</a:t>
            </a:r>
          </a:p>
          <a:p xmlns:a="http://schemas.openxmlformats.org/drawingml/2006/main">
            <a:r>
              <a:t/>
            </a:r>
          </a:p>
          <a:p xmlns:a="http://schemas.openxmlformats.org/drawingml/2006/main">
            <a:r>
              <a:t>**헷갈리는 반례.** 결과를 맞추려고 cases.json 기대 값을 변경하면 검사기준을 바꾼 것이므로 요청을 해결한 증거가 아닙니다.</a:t>
            </a:r>
          </a:p>
          <a:p xmlns:a="http://schemas.openxmlformats.org/drawingml/2006/main">
            <a:r>
              <a:t/>
            </a:r>
          </a:p>
          <a:p xmlns:a="http://schemas.openxmlformats.org/drawingml/2006/main">
            <a:r>
              <a:t>**직접 적용.** 바꿀 파일 하나 적기 → 유지할 이름·기준·입출력 찾기 → 요청 밖 변경 예 두 가지 표시하기 → 작업 요청서에 범위 적기</a:t>
            </a:r>
          </a:p>
          <a:p xmlns:a="http://schemas.openxmlformats.org/drawingml/2006/main">
            <a:r>
              <a:t/>
            </a:r>
          </a:p>
          <a:p xmlns:a="http://schemas.openxmlformats.org/drawingml/2006/main">
            <a:r>
              <a:t>**설명할 질문.** 테스트 기대 값을 바꾸면 왜 문제가 숨을 수 있나요?</a:t>
            </a:r>
          </a:p>
          <a:p xmlns:a="http://schemas.openxmlformats.org/drawingml/2006/main">
            <a:r>
              <a:t/>
            </a:r>
          </a:p>
          <a:p xmlns:a="http://schemas.openxmlformats.org/drawingml/2006/main">
            <a:r>
              <a:t>**막혔을 때.** 파일을 못 찾으면 압축을 푼 course 폴더의 code·data·work 위치부터 확인합니다.</a:t>
            </a:r>
          </a:p>
          <a:p xmlns:a="http://schemas.openxmlformats.org/drawingml/2006/main">
            <a:r>
              <a:t/>
            </a:r>
          </a:p>
          <a:p xmlns:a="http://schemas.openxmlformats.org/drawingml/2006/main">
            <a:r>
              <a:t>입력·답칸·확인 순서는 [실습지의 A02](practice-guide.md#a02)와 [활동 원문](examples/course/data/A02_input.md)에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검사 기대를 후보에 맞춰 바꾸지 않습니다.</a:t>
            </a:r>
          </a:p>
          <a:p xmlns:a="http://schemas.openxmlformats.org/drawingml/2006/main">
            <a:r>
              <a:t/>
            </a:r>
          </a:p>
          <a:p xmlns:a="http://schemas.openxmlformats.org/drawingml/2006/main">
            <a:r>
              <a:t>표와 문장을 읽는 방법: work/classifier.py의 classify를 고칩니다. 함수 이름과 기본 기준 28을 유지합니다.</a:t>
            </a:r>
          </a:p>
          <a:p xmlns:a="http://schemas.openxmlformats.org/drawingml/2006/main">
            <a:r>
              <a:t>예상 결과: 변경한 파일과 이유를 설명합니다. 요청 밖 변경은 따로 확인합니다.</a:t>
            </a:r>
          </a:p>
          <a:p xmlns:a="http://schemas.openxmlformats.org/drawingml/2006/main">
            <a:r>
              <a:t/>
            </a:r>
          </a:p>
          <a:p xmlns:a="http://schemas.openxmlformats.org/drawingml/2006/main">
            <a:r>
              <a:t>판단 해설: 요구를 해결한 근거가 아닙니다. 승인된 요구 변경 없이 기대를 바꾸면 실패를 숨길 수 있습니다.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변경한 파일과 이유를 설명합니다. 요청 밖 변경은 따로 확인합니다.</a:t>
            </a:r>
          </a:p>
          <a:p xmlns:a="http://schemas.openxmlformats.org/drawingml/2006/main">
            <a:r>
              <a:t/>
            </a:r>
          </a:p>
          <a:p xmlns:a="http://schemas.openxmlformats.org/drawingml/2006/main">
            <a:r>
              <a:t>개념과 연결: work/classifier.py의 classify를 고칩니다. 함수 이름과 기본 기준 28을 유지합니다.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요구를 해결한 근거가 아닙니다. 승인된 요구 변경 없이 기대를 바꾸면 실패를 숨길 수 있습니다.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AI가 기대 결과를 고쳐 통과시키자고 합니다. 이 제안을 어떻게 검토하나요?</a:t>
            </a:r>
          </a:p>
          <a:p xmlns:a="http://schemas.openxmlformats.org/drawingml/2006/main">
            <a:r>
              <a:t/>
            </a:r>
          </a:p>
          <a:p xmlns:a="http://schemas.openxmlformats.org/drawingml/2006/main">
            <a:r>
              <a:t>정답과 풀이: 요구를 해결한 근거가 아닙니다. 승인된 요구 변경 없이 기대를 바꾸면 실패를 숨길 수 있습니다.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A03의 개념과 원문 해설입니다.</a:t>
            </a:r>
          </a:p>
          <a:p xmlns:a="http://schemas.openxmlformats.org/drawingml/2006/main">
            <a:r>
              <a:t>### A03 · 컨텍스트와 관련 자료</a:t>
            </a:r>
          </a:p>
          <a:p xmlns:a="http://schemas.openxmlformats.org/drawingml/2006/main">
            <a:r>
              <a:t/>
            </a:r>
          </a:p>
          <a:p xmlns:a="http://schemas.openxmlformats.org/drawingml/2006/main">
            <a:r>
              <a:t>**뜻과 비유.** 컨 텍스트는 이번 일을 이해하는 데 필요한 설명과 자료입니다. 파일 전체를 많이 넣는 것보다 어떤 입력이 어떤 문제를 만드는지 정확히 전달하는 것이 중요합니다.</a:t>
            </a:r>
          </a:p>
          <a:p xmlns:a="http://schemas.openxmlformats.org/drawingml/2006/main">
            <a:r>
              <a:t/>
            </a:r>
          </a:p>
          <a:p xmlns:a="http://schemas.openxmlformats.org/drawingml/2006/main">
            <a:r>
              <a:t>**왜 필요한가.** 도구가 보지 못한 파일이나 숨은 업무 규칙을 저절로 안다고 가정하면 엉뚱한 수정이 나올 수 있습니다.</a:t>
            </a:r>
          </a:p>
          <a:p xmlns:a="http://schemas.openxmlformats.org/drawingml/2006/main">
            <a:r>
              <a:t/>
            </a:r>
          </a:p>
          <a:p xmlns:a="http://schemas.openxmlformats.org/drawingml/2006/main">
            <a:r>
              <a:t>**예를 따라 읽기.** 원본 함수·가상 입력·기대 결과·실제 오류 마지막 줄은 문제를 재현하는 데 도움이 됩니다.</a:t>
            </a:r>
          </a:p>
          <a:p xmlns:a="http://schemas.openxmlformats.org/drawingml/2006/main">
            <a:r>
              <a:t/>
            </a:r>
          </a:p>
          <a:p xmlns:a="http://schemas.openxmlformats.org/drawingml/2006/main">
            <a:r>
              <a:t>**헷갈리는 반례.** 관계없는 오래된 프로젝트와 실제 계정 비밀번호는 오늘의 분류 규칙을 설명하는 데 필요하지 않습니다.</a:t>
            </a:r>
          </a:p>
          <a:p xmlns:a="http://schemas.openxmlformats.org/drawingml/2006/main">
            <a:r>
              <a:t/>
            </a:r>
          </a:p>
          <a:p xmlns:a="http://schemas.openxmlformats.org/drawingml/2006/main">
            <a:r>
              <a:t>**직접 적용.** 여섯 자료 카드 읽기 → 관련·무관·공유하지 않을 자료로 분류하기 → 선택한 자료의 필요성을 한 줄씩 쓰기 → 빠진 맥락 하나를 질문으로 남기기</a:t>
            </a:r>
          </a:p>
          <a:p xmlns:a="http://schemas.openxmlformats.org/drawingml/2006/main">
            <a:r>
              <a:t/>
            </a:r>
          </a:p>
          <a:p xmlns:a="http://schemas.openxmlformats.org/drawingml/2006/main">
            <a:r>
              <a:t>**설명할 질문.** 자료가 많으면 항상 더 좋은 요청이 되나요?</a:t>
            </a:r>
          </a:p>
          <a:p xmlns:a="http://schemas.openxmlformats.org/drawingml/2006/main">
            <a:r>
              <a:t/>
            </a:r>
          </a:p>
          <a:p xmlns:a="http://schemas.openxmlformats.org/drawingml/2006/main">
            <a:r>
              <a:t>**막혔을 때.** 출처와 사용 목적을 구분하지 못하면 각 자료가 어떤 질문에 답하는지 적어 봅니다.</a:t>
            </a:r>
          </a:p>
          <a:p xmlns:a="http://schemas.openxmlformats.org/drawingml/2006/main">
            <a:r>
              <a:t/>
            </a:r>
          </a:p>
          <a:p xmlns:a="http://schemas.openxmlformats.org/drawingml/2006/main">
            <a:r>
              <a:t>입력·답칸·확인 순서는 [실습지의 A03](practice-guide.md#a03)와 [활동 원문](examples/course/data/A03_input.md)에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많은 자료보다 관련 근거가 중요합니다.</a:t>
            </a:r>
          </a:p>
          <a:p xmlns:a="http://schemas.openxmlformats.org/drawingml/2006/main">
            <a:r>
              <a:t/>
            </a:r>
          </a:p>
          <a:p xmlns:a="http://schemas.openxmlformats.org/drawingml/2006/main">
            <a:r>
              <a:t>표와 문장을 읽는 방법: 현재 함수와 실패 입력을 제공합니다. 비밀 대신 가상 자료를 사용합니다.</a:t>
            </a:r>
          </a:p>
          <a:p xmlns:a="http://schemas.openxmlformats.org/drawingml/2006/main">
            <a:r>
              <a:t>예상 결과: 기준값과 기대 출력이 빠졌는지 읽습니다. 자료의 출처와 목적도 남깁니다.</a:t>
            </a:r>
          </a:p>
          <a:p xmlns:a="http://schemas.openxmlformats.org/drawingml/2006/main">
            <a:r>
              <a:t/>
            </a:r>
          </a:p>
          <a:p xmlns:a="http://schemas.openxmlformats.org/drawingml/2006/main">
            <a:r>
              <a:t>판단 해설: 현재 함수, 동일한 검사 입력, 비밀을 제거한 실패 결과를 제공합니다. 읽지 못한 업무 규칙을 AI가 저절로 아는 것으로 추정하지 않습니다.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기준값과 기대 출력이 빠졌는지 읽습니다. 자료의 출처와 목적도 남깁니다.</a:t>
            </a:r>
          </a:p>
          <a:p xmlns:a="http://schemas.openxmlformats.org/drawingml/2006/main">
            <a:r>
              <a:t/>
            </a:r>
          </a:p>
          <a:p xmlns:a="http://schemas.openxmlformats.org/drawingml/2006/main">
            <a:r>
              <a:t>개념과 연결: 현재 함수와 실패 입력을 제공합니다. 비밀 대신 가상 자료를 사용합니다.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현재 함수, 동일한 검사 입력, 비밀을 제거한 실패 결과를 제공합니다. 읽지 못한 업무 규칙을 AI가 저절로 아는 것으로 추정하지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28 경계 수정에 자료 세 개를 고르세요.</a:t>
            </a:r>
          </a:p>
          <a:p xmlns:a="http://schemas.openxmlformats.org/drawingml/2006/main">
            <a:r>
              <a:t/>
            </a:r>
          </a:p>
          <a:p xmlns:a="http://schemas.openxmlformats.org/drawingml/2006/main">
            <a:r>
              <a:t>정답과 풀이: 현재 함수, 동일한 검사 입력, 비밀을 제거한 실패 결과를 제공합니다. 읽지 못한 업무 규칙을 AI가 저절로 아는 것으로 추정하지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2교시 주제는 근거가 있는 요청서입니다.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정상·경계·누락·오류를 따로 정합니다. 함수 이름과 출력도 호출자의 약속입니다.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A04의 개념과 원문 해설입니다.</a:t>
            </a:r>
          </a:p>
          <a:p xmlns:a="http://schemas.openxmlformats.org/drawingml/2006/main">
            <a:r>
              <a:t>### A04 · 입력과 출력 계약</a:t>
            </a:r>
          </a:p>
          <a:p xmlns:a="http://schemas.openxmlformats.org/drawingml/2006/main">
            <a:r>
              <a:t/>
            </a:r>
          </a:p>
          <a:p xmlns:a="http://schemas.openxmlformats.org/drawingml/2006/main">
            <a:r>
              <a:t>#### 사례로 이해하기 · 요청을 검사 가능한 약속으로 바꾸기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동료가 “높은 온도를 주의로 표시”라고만 설명합니다. 28은 높은 값인가요? 값이 없으면 무엇을 표시하나요? 기계가 이해할 조건을 쓰기 전에 사람끼리 애매한 표현을 정확한 입출력 약속으로 바꿔야 합니다. 코드 한 줄의 차이가 사용자 안내를 바꾸기 때문입니다.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계약은 함수가 받을 값과 돌려줄 결과의 약속입니다. 정상 사례는 흔한 입력, 경계 사례는 규칙이 바뀌는 근처 입력, 오류 사례는 허용하지 않은 입력입니다. 온도 0은 측정값이고 None은 값이 없다는 표시입니다. 글자 "28"과 숫자 28은 화면에 비슷해 보여도 자료형이 다릅니다. 오늘 계약은 문자 숫자를 자동 변환하지 않고 입력 오류로 처리합니다. 업무 규칙이 달라지면 별도 승인이 필요합니다.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함수 이름 classify와 기본 기준 28을 유지합니다. 유효한 수는 0~50이며 28 이상은 주의, 미만은 정상입니다. None은 미측정, 문자·불리언·범위 밖 값은 입력 오류입니다. `classify(27.9)`→정상, `classify(28)`→주의, `classify(28.1)`→주의, `classify(None)`→미측정으로 표를 작성합니다. `classify(0)`→정상을 별도 행으로 두면 None을 0으로 바꾼 후보의 문제를 찾을 수 있습니다. 기준을 27로 내리면 27.9의 약속이 깨집니다. 검사 파일의 기대 값을 바꾸어서 후보를 통과시키면 요구 검증이 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냉장 보관 가상 규칙은 “5 초과이면 점검, 5 이하는 정상”입니다. 4.9·5·5.1의 기대를 직접 쓰고 온도 기준의 “이상” 규칙과 어떤 비교 기호가 다른지 설명하세요. 누락 값의 처리 약속도 한 문장 작성하세요.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4.9와 5는 정상, 5.1은 점검이며 초과는 &gt;입니다. “5도 점검”은 초과와 이상을 혼동했습니다. 누락은 측정하지 못했음을 별도로 표시해야 하며 정상으로 채우는 답은 유효 측정과 누락을 합칩니다.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함수 이름을 유지하는 이유는 무엇인가요? 기존 호출자가 같은 이름을 사용합니다. ② 경계 세 값을 두는 이유는 무엇인가요? 기준과 비교 기호의 오류를 구별합니다. ③ 출력 표만 맞으면 충분한가요? 실제 대상 함수의 실행과 유지 조건도 확인합니다.</a:t>
            </a:r>
          </a:p>
          <a:p xmlns:a="http://schemas.openxmlformats.org/drawingml/2006/main">
            <a:r>
              <a:t/>
            </a:r>
          </a:p>
          <a:p xmlns:a="http://schemas.openxmlformats.org/drawingml/2006/main">
            <a:r>
              <a:t>**뜻과 비유.** 입출력 계약은 어떤 값을 받아 어떤 형태로 답할지 정한 약속입니다. 함수의 내부가 달라져도 호출하는 쪽이 기대하는 이름과 결과는 유지해야합니다.</a:t>
            </a:r>
          </a:p>
          <a:p xmlns:a="http://schemas.openxmlformats.org/drawingml/2006/main">
            <a:r>
              <a:t/>
            </a:r>
          </a:p>
          <a:p xmlns:a="http://schemas.openxmlformats.org/drawingml/2006/main">
            <a:r>
              <a:t>**왜 필요한가.** 함수 이름을 바꾸거나 새 숫자 코드를 반환하면 기존 호출 자는 결과를 이해하지 못할 수 있습니다.</a:t>
            </a:r>
          </a:p>
          <a:p xmlns:a="http://schemas.openxmlformats.org/drawingml/2006/main">
            <a:r>
              <a:t/>
            </a:r>
          </a:p>
          <a:p xmlns:a="http://schemas.openxmlformats.org/drawingml/2006/main">
            <a:r>
              <a:t>**예를 따라 읽기.** classify(28)는 주의, classify(None)는 미측정으로 답하도록 요청에 씁니다.</a:t>
            </a:r>
          </a:p>
          <a:p xmlns:a="http://schemas.openxmlformats.org/drawingml/2006/main">
            <a:r>
              <a:t/>
            </a:r>
          </a:p>
          <a:p xmlns:a="http://schemas.openxmlformats.org/drawingml/2006/main">
            <a:r>
              <a:t>**헷갈리는 반례.** 미측정을 정상으로 부르면 측정하지 못한 상황이 정상 온도로 보입니다.</a:t>
            </a:r>
          </a:p>
          <a:p xmlns:a="http://schemas.openxmlformats.org/drawingml/2006/main">
            <a:r>
              <a:t/>
            </a:r>
          </a:p>
          <a:p xmlns:a="http://schemas.openxmlformats.org/drawingml/2006/main">
            <a:r>
              <a:t>**직접 적용.** 요청서에서 허용 입력 추출하기 → 네 반환 문자열을 표로 쓰기 → 함수 호출 하나의 입력·출력 연결하기 → task.md에 계약 작성하기</a:t>
            </a:r>
          </a:p>
          <a:p xmlns:a="http://schemas.openxmlformats.org/drawingml/2006/main">
            <a:r>
              <a:t/>
            </a:r>
          </a:p>
          <a:p xmlns:a="http://schemas.openxmlformats.org/drawingml/2006/main">
            <a:r>
              <a:t>**설명할 질문.** 함수 이름과 반환 문자열을 유지하는 이유는 무엇인가요?</a:t>
            </a:r>
          </a:p>
          <a:p xmlns:a="http://schemas.openxmlformats.org/drawingml/2006/main">
            <a:r>
              <a:t/>
            </a:r>
          </a:p>
          <a:p xmlns:a="http://schemas.openxmlformats.org/drawingml/2006/main">
            <a:r>
              <a:t>**막혔을 때.** None과 문자열 "None"이 헷갈리면 10/8의 값 없음과 글자 차이를 다시 비교합니다.</a:t>
            </a:r>
          </a:p>
          <a:p xmlns:a="http://schemas.openxmlformats.org/drawingml/2006/main">
            <a:r>
              <a:t/>
            </a:r>
          </a:p>
          <a:p xmlns:a="http://schemas.openxmlformats.org/drawingml/2006/main">
            <a:r>
              <a:t>입력·답칸·확인 순서는 [실습지의 A04](practice-guide.md#a04)와 [활동 원문](examples/course/data/A04_input.md)에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문자 숫자와 실제 숫자를 구별합니다.</a:t>
            </a:r>
          </a:p>
          <a:p xmlns:a="http://schemas.openxmlformats.org/drawingml/2006/main">
            <a:r>
              <a:t/>
            </a:r>
          </a:p>
          <a:p xmlns:a="http://schemas.openxmlformats.org/drawingml/2006/main">
            <a:r>
              <a:t>표와 문장을 읽는 방법: 0~50의 숫자 온도를 받습니다. 28 이상은 주의, 미만은 정상입니다.</a:t>
            </a:r>
          </a:p>
          <a:p xmlns:a="http://schemas.openxmlformats.org/drawingml/2006/main">
            <a:r>
              <a:t>예상 결과: 함수 이름과 반환 문자열을 유지합니다. 누락을 정상 값으로 채우지 않습니다.</a:t>
            </a:r>
          </a:p>
          <a:p xmlns:a="http://schemas.openxmlformats.org/drawingml/2006/main">
            <a:r>
              <a:t/>
            </a:r>
          </a:p>
          <a:p xmlns:a="http://schemas.openxmlformats.org/drawingml/2006/main">
            <a:r>
              <a:t>판단 해설: 0은 실제 유효한 온도이고 None은 측정 값 없음입니다. 정상과 미측정을 나눕니다. 문자열 "None"과 None도 자료형이 다릅니다.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함수 이름과 반환 문자열을 유지합니다. 누락을 정상 값으로 채우지 않습니다.</a:t>
            </a:r>
          </a:p>
          <a:p xmlns:a="http://schemas.openxmlformats.org/drawingml/2006/main">
            <a:r>
              <a:t/>
            </a:r>
          </a:p>
          <a:p xmlns:a="http://schemas.openxmlformats.org/drawingml/2006/main">
            <a:r>
              <a:t>개념과 연결: 0~50의 숫자 온도를 받습니다. 28 이상은 주의, 미만은 정상입니다.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0은 실제 유효한 온도이고 None은 측정 값 없음입니다. 정상과 미측정을 나눕니다. 문자열 "None"과 None도 자료형이 다릅니다.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0과 None은 같은 결과를 뜻하나요?</a:t>
            </a:r>
          </a:p>
          <a:p xmlns:a="http://schemas.openxmlformats.org/drawingml/2006/main">
            <a:r>
              <a:t/>
            </a:r>
          </a:p>
          <a:p xmlns:a="http://schemas.openxmlformats.org/drawingml/2006/main">
            <a:r>
              <a:t>정답과 풀이: 0은 실제 유효한 온도이고 None은 측정 값 없음입니다. 정상과 미측정을 나눕니다. 문자열 "None"과 None도 자료형이 다릅니다.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A05의 개념과 원문 해설입니다.</a:t>
            </a:r>
          </a:p>
          <a:p xmlns:a="http://schemas.openxmlformats.org/drawingml/2006/main">
            <a:r>
              <a:t>### A05 · 정상·경계·오류 사례</a:t>
            </a:r>
          </a:p>
          <a:p xmlns:a="http://schemas.openxmlformats.org/drawingml/2006/main">
            <a:r>
              <a:t/>
            </a:r>
          </a:p>
          <a:p xmlns:a="http://schemas.openxmlformats.org/drawingml/2006/main">
            <a:r>
              <a:t>**뜻과 비유.** 검사 사례는 입력과 기대 결과를 한 쌍으로 적은 것입니다. 경계 사례는 규칙이 달라지는 바로 앞·같은 값·바로 뒤를 비교합니다.</a:t>
            </a:r>
          </a:p>
          <a:p xmlns:a="http://schemas.openxmlformats.org/drawingml/2006/main">
            <a:r>
              <a:t/>
            </a:r>
          </a:p>
          <a:p xmlns:a="http://schemas.openxmlformats.org/drawingml/2006/main">
            <a:r>
              <a:t>**왜 필요한가.** 평범한 22.5 하나가 통과해도 28에서 비교 기호가 틀린 문제는 드러나지 않습니다.</a:t>
            </a:r>
          </a:p>
          <a:p xmlns:a="http://schemas.openxmlformats.org/drawingml/2006/main">
            <a:r>
              <a:t/>
            </a:r>
          </a:p>
          <a:p xmlns:a="http://schemas.openxmlformats.org/drawingml/2006/main">
            <a:r>
              <a:t>**예를 따라 읽기.** 27.9는 정상, 28 과 28.1은 주의입니다. 0은 유효하며 None은 미측정입니다.</a:t>
            </a:r>
          </a:p>
          <a:p xmlns:a="http://schemas.openxmlformats.org/drawingml/2006/main">
            <a:r>
              <a:t/>
            </a:r>
          </a:p>
          <a:p xmlns:a="http://schemas.openxmlformats.org/drawingml/2006/main">
            <a:r>
              <a:t>**헷갈리는 반례.** 글자 “뜨거움”을 0으로 바꿔 처리하면 오류 입력이 정상 기록으로 둔갑합니다.</a:t>
            </a:r>
          </a:p>
          <a:p xmlns:a="http://schemas.openxmlformats.org/drawingml/2006/main">
            <a:r>
              <a:t/>
            </a:r>
          </a:p>
          <a:p xmlns:a="http://schemas.openxmlformats.org/drawingml/2006/main">
            <a:r>
              <a:t>**직접 적용.** cases.json 아홉 입력 읽기 → 실행 전에 기대 상태 써 보기 → 경계 세 사례를 묶기 → 결과가 틀릴 때의 업무 영향을 설명하기</a:t>
            </a:r>
          </a:p>
          <a:p xmlns:a="http://schemas.openxmlformats.org/drawingml/2006/main">
            <a:r>
              <a:t/>
            </a:r>
          </a:p>
          <a:p xmlns:a="http://schemas.openxmlformats.org/drawingml/2006/main">
            <a:r>
              <a:t>**설명할 질문.** 왜 28만 확인하지 않고 27.9와 28.1도 보나요?</a:t>
            </a:r>
          </a:p>
          <a:p xmlns:a="http://schemas.openxmlformats.org/drawingml/2006/main">
            <a:r>
              <a:t/>
            </a:r>
          </a:p>
          <a:p xmlns:a="http://schemas.openxmlformats.org/drawingml/2006/main">
            <a:r>
              <a:t>**막혔을 때.** 숫자와 불리 언을 혼동하면 type(True)가 bool임을 확인하고 온도 계약과 비교합니다.</a:t>
            </a:r>
          </a:p>
          <a:p xmlns:a="http://schemas.openxmlformats.org/drawingml/2006/main">
            <a:r>
              <a:t/>
            </a:r>
          </a:p>
          <a:p xmlns:a="http://schemas.openxmlformats.org/drawingml/2006/main">
            <a:r>
              <a:t>입력·답칸·확인 순서는 [실습지의 A05](practice-guide.md#a05)와 [활동 원문](examples/course/data/A05_input.md)에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요구의 “이상”을 &gt;=에 연결합니다.</a:t>
            </a:r>
          </a:p>
          <a:p xmlns:a="http://schemas.openxmlformats.org/drawingml/2006/main">
            <a:r>
              <a:t/>
            </a:r>
          </a:p>
          <a:p xmlns:a="http://schemas.openxmlformats.org/drawingml/2006/main">
            <a:r>
              <a:t>표와 문장을 읽는 방법: 규칙이 바뀌는 바로 앞·같은 값·뒤를 봅니다. 평범한 입력 한 개로는 경계를 알 수 없습니다.</a:t>
            </a:r>
          </a:p>
          <a:p xmlns:a="http://schemas.openxmlformats.org/drawingml/2006/main">
            <a:r>
              <a:t>예상 결과: 기준을 27로 낮추면 27.9도 주의가 됩니다. 기호 수정과 기준 수정은 다릅니다.</a:t>
            </a:r>
          </a:p>
          <a:p xmlns:a="http://schemas.openxmlformats.org/drawingml/2006/main">
            <a:r>
              <a:t/>
            </a:r>
          </a:p>
          <a:p xmlns:a="http://schemas.openxmlformats.org/drawingml/2006/main">
            <a:r>
              <a:t>판단 해설: 정상·정상·점검입니다. 초과는 &gt;이고 이상은 &gt;=입니다. None은 여전히 별도 누락 상태로 둡니다.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기준을 27로 낮추면 27.9도 주의가 됩니다. 기호 수정과 기준 수정은 다릅니다.</a:t>
            </a:r>
          </a:p>
          <a:p xmlns:a="http://schemas.openxmlformats.org/drawingml/2006/main">
            <a:r>
              <a:t/>
            </a:r>
          </a:p>
          <a:p xmlns:a="http://schemas.openxmlformats.org/drawingml/2006/main">
            <a:r>
              <a:t>개념과 연결: 규칙이 바뀌는 바로 앞·같은 값·뒤를 봅니다. 평범한 입력 한 개로는 경계를 알 수 없습니다.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정상·정상·점검입니다. 초과는 &gt;이고 이상은 &gt;=입니다. None은 여전히 별도 누락 상태로 둡니다.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새 규칙은 5 초과 점검입니다. 4.9·5·5.1의 결과는 무엇인가요?</a:t>
            </a:r>
          </a:p>
          <a:p xmlns:a="http://schemas.openxmlformats.org/drawingml/2006/main">
            <a:r>
              <a:t/>
            </a:r>
          </a:p>
          <a:p xmlns:a="http://schemas.openxmlformats.org/drawingml/2006/main">
            <a:r>
              <a:t>정답과 풀이: 정상·정상·점검입니다. 초과는 &gt;이고 이상은 &gt;=입니다. None은 여전히 별도 누락 상태로 둡니다.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A06의 개념과 원문 해설입니다.</a:t>
            </a:r>
          </a:p>
          <a:p xmlns:a="http://schemas.openxmlformats.org/drawingml/2006/main">
            <a:r>
              <a:t>### A06 · 검증 가능한 프롬프트</a:t>
            </a:r>
          </a:p>
          <a:p xmlns:a="http://schemas.openxmlformats.org/drawingml/2006/main">
            <a:r>
              <a:t/>
            </a:r>
          </a:p>
          <a:p xmlns:a="http://schemas.openxmlformats.org/drawingml/2006/main">
            <a:r>
              <a:t>**뜻과 비유.** 프롬프트는 도구에게 전달하는 요청 문장입니다. 목표·입력·범위·유지 조건·확인 사례를 짧게 연결하면 모호한 칭찬 대신 확인 가능한 결과를 요구할 수 있습니다.</a:t>
            </a:r>
          </a:p>
          <a:p xmlns:a="http://schemas.openxmlformats.org/drawingml/2006/main">
            <a:r>
              <a:t/>
            </a:r>
          </a:p>
          <a:p xmlns:a="http://schemas.openxmlformats.org/drawingml/2006/main">
            <a:r>
              <a:t>**왜 필요한가.** 검사 방법을 먼저 적으면 도구가 스스로 완료라고 말해도 무엇이 확인됐는지 비교할 수 있습니다.</a:t>
            </a:r>
          </a:p>
          <a:p xmlns:a="http://schemas.openxmlformats.org/drawingml/2006/main">
            <a:r>
              <a:t/>
            </a:r>
          </a:p>
          <a:p xmlns:a="http://schemas.openxmlformats.org/drawingml/2006/main">
            <a:r>
              <a:t>**예를 따라 읽기.** “28 이상은 주의로 고치고 None은 미측정으로 남기며 아홉 사례를 실행해 결과를 보고해 주세요.”</a:t>
            </a:r>
          </a:p>
          <a:p xmlns:a="http://schemas.openxmlformats.org/drawingml/2006/main">
            <a:r>
              <a:t/>
            </a:r>
          </a:p>
          <a:p xmlns:a="http://schemas.openxmlformats.org/drawingml/2006/main">
            <a:r>
              <a:t>**헷갈리는 반례.** “완벽한 전문가 코드로 만들어”는 어떤 결과가 맞는지 판단할 기준이 없습니다.</a:t>
            </a:r>
          </a:p>
          <a:p xmlns:a="http://schemas.openxmlformats.org/drawingml/2006/main">
            <a:r>
              <a:t/>
            </a:r>
          </a:p>
          <a:p xmlns:a="http://schemas.openxmlformats.org/drawingml/2006/main">
            <a:r>
              <a:t>**직접 적용.** work/task.md의 여섯 칸 채우기 → 모호한 형용사 한 개를 구체 조건으로 고치기 → 짝이 요청만 보고 예상 결과 말하기 → 해석이 갈린 문장 다시 쓰기</a:t>
            </a:r>
          </a:p>
          <a:p xmlns:a="http://schemas.openxmlformats.org/drawingml/2006/main">
            <a:r>
              <a:t/>
            </a:r>
          </a:p>
          <a:p xmlns:a="http://schemas.openxmlformats.org/drawingml/2006/main">
            <a:r>
              <a:t>**설명할 질문.** 좋은 요청에 실행 전 기대 결과가 들어가는 이유는 무엇인가요?</a:t>
            </a:r>
          </a:p>
          <a:p xmlns:a="http://schemas.openxmlformats.org/drawingml/2006/main">
            <a:r>
              <a:t/>
            </a:r>
          </a:p>
          <a:p xmlns:a="http://schemas.openxmlformats.org/drawingml/2006/main">
            <a:r>
              <a:t>**막혔을 때.** 요청이 길어지면 목적과 유지 조건을 분리하고 이번에 필요 없는 기능은 후속 요청으로 둡니다.</a:t>
            </a:r>
          </a:p>
          <a:p xmlns:a="http://schemas.openxmlformats.org/drawingml/2006/main">
            <a:r>
              <a:t/>
            </a:r>
          </a:p>
          <a:p xmlns:a="http://schemas.openxmlformats.org/drawingml/2006/main">
            <a:r>
              <a:t>입력·답칸·확인 순서는 [실습지의 A06](practice-guide.md#a06)와 [활동 원문](examples/course/data/A06_input.md)에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“알아서 좋게”보다 확인할 조건을 씁니다.</a:t>
            </a:r>
          </a:p>
          <a:p xmlns:a="http://schemas.openxmlformats.org/drawingml/2006/main">
            <a:r>
              <a:t/>
            </a:r>
          </a:p>
          <a:p xmlns:a="http://schemas.openxmlformats.org/drawingml/2006/main">
            <a:r>
              <a:t>표와 문장을 읽는 방법: 목적·대상·유지 조건을 적습니다. 입력과 기대 결과로 확인 방법을 정합니다.</a:t>
            </a:r>
          </a:p>
          <a:p xmlns:a="http://schemas.openxmlformats.org/drawingml/2006/main">
            <a:r>
              <a:t>예상 결과: 동료가 같은 검사를 할 수 있는지 읽습니다. 허용할 파일과 행동도 명시합니다.</a:t>
            </a:r>
          </a:p>
          <a:p xmlns:a="http://schemas.openxmlformats.org/drawingml/2006/main">
            <a:r>
              <a:t/>
            </a:r>
          </a:p>
          <a:p xmlns:a="http://schemas.openxmlformats.org/drawingml/2006/main">
            <a:r>
              <a:t>판단 해설: work/classifier.py의 경계·누락·입력 검사를 요청하되 classify·기준28·출력명은 유지합니다. 동일한 cases.json으로 확인하고 실제 서비스 게시나 비밀 자료 사용은 요청 범위에 넣지 않습니다.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동료가 같은 검사를 할 수 있는지 읽습니다. 허용할 파일과 행동도 명시합니다.</a:t>
            </a:r>
          </a:p>
          <a:p xmlns:a="http://schemas.openxmlformats.org/drawingml/2006/main">
            <a:r>
              <a:t/>
            </a:r>
          </a:p>
          <a:p xmlns:a="http://schemas.openxmlformats.org/drawingml/2006/main">
            <a:r>
              <a:t>개념과 연결: 목적·대상·유지 조건을 적습니다. 입력과 기대 결과로 확인 방법을 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work/classifier.py의 경계·누락·입력 검사를 요청하되 classify·기준28·출력명은 유지합니다. 동일한 cases.json으로 확인하고 실제 서비스 게시나 비밀 자료 사용은 요청 범위에 넣지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목적·대상·유지·권한·검사를 작성하세요.</a:t>
            </a:r>
          </a:p>
          <a:p xmlns:a="http://schemas.openxmlformats.org/drawingml/2006/main">
            <a:r>
              <a:t/>
            </a:r>
          </a:p>
          <a:p xmlns:a="http://schemas.openxmlformats.org/drawingml/2006/main">
            <a:r>
              <a:t>정답과 풀이: work/classifier.py의 경계·누락·입력 검사를 요청하되 classify·기준28·출력명은 유지합니다. 동일한 cases.json으로 확인하고 실제 서비스 게시나 비밀 자료 사용은 요청 범위에 넣지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3교시 주제는 변경된 코드 읽기입니다.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코드 차이로 수정 범위를 확인합니다. 명령·입력·출력으로 검사를 확인합니다.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A07의 개념과 원문 해설입니다.</a:t>
            </a:r>
          </a:p>
          <a:p xmlns:a="http://schemas.openxmlformats.org/drawingml/2006/main">
            <a:r>
              <a:t>### A07 · 변경 비교의 기호 읽기</a:t>
            </a:r>
          </a:p>
          <a:p xmlns:a="http://schemas.openxmlformats.org/drawingml/2006/main">
            <a:r>
              <a:t/>
            </a:r>
          </a:p>
          <a:p xmlns:a="http://schemas.openxmlformats.org/drawingml/2006/main">
            <a:r>
              <a:t>#### 사례로 이해하기 · 그럴듯한 완료 문장에서 근거 찾기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제공 응답 A는 “모든 문제를 해결했습니다”라고 말합니다. 하지만 코드에서 기본 기준을 27로 낮추고 None을 0으로 바꿨습니다. 친절하고 자신 있는 문장은 업무 규칙을 충족했다는 증거가 아닙니다. 검토자는 주장, 실제 변경, 실행 기록을 각각 찾아 연결해야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변경 비교는 이전과 이후의 차이를 보여 줍니다. 삭제 표시 -와 추가 표시 +는 파일 내용에 넣는 기호가 아닙니다. 주장에는 “고쳤다”, “검사했다”, “운영 가능하다”처럼 서로 다른 범위가 있습니다. 첫 주장은 코드 차이로, 둘째는 대상과 명령과 출력으로, 셋째는 실제 환경 증거로 확인합니다. 증거가 없으면 거짓으로 단정하기보다 확인하지 못했다고 적고 다음 검사 질문을 만듭니다.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code/proposal_a.py를 읽으면 `threshold=27`과 None을 0으로 바꾸는 줄이 보입니다. 요청의 유지 조건은 threshold=28이고 None은 미측정입니다. 먼저 두 차이를 표시한 뒤 같은 code/check_cases.py로 실행합니다. 응답의 말과 실제 함수 동작은 별도로 기록합니다. 실행 경로가 proposal_a.py인지도 확인합니다. work/classifier.py를 고쳤는데 baseline.py를 실행했다면 고친 내용에 대한 증거가 아닙니다. 복구할 때는 원본 baseline.py를 보존한 채 작업 복사본만 다시 가져옵니다.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“수정 완료, 오류 없음, 실제 장비에서도 안정적”이라는 세 주장 옆에 필요한 증거를 한 종류씩 적으세요. 주어진 자료가 코드 비교와 로컬 가상 검사 출력뿐일 때 어느 문장까지 보고할 수 있는지도 결정하세요.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변경 완료에는 diff, 오류 검사는 사례별 실행 결과, 장비 안정성에는 실제 장비와 운영 조건의 관찰이 필요합니다. 현재는 가상 검사 범위만 보고하고 장비 부분은 미확인으로 남깁니다. “AI의 자신감이 높아서 승인”은 검증 근거가 없습니다. “검사 결과가 없으니 코드는 반드시 틀렸다”도 증거 부족과 실패를 혼동합니다.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코드 차이만으로 실행 성공을 아나요? 실행 증거가 필요합니다. ② 통과 화면에 대상 경로가 필요한 이유는 무엇인가요? 어느 복사본을 확인했는지 식별합니다. ③ 불확실성을 어떻게 쓰나요? 관찰 사실과 아직 확인하지 않은 조건을 나누어 구체적으로 적습니다.</a:t>
            </a:r>
          </a:p>
          <a:p xmlns:a="http://schemas.openxmlformats.org/drawingml/2006/main">
            <a:r>
              <a:t/>
            </a:r>
          </a:p>
          <a:p xmlns:a="http://schemas.openxmlformats.org/drawingml/2006/main">
            <a:r>
              <a:t>**뜻과 비유.** diff는 전후 코드에서 빠진 줄과 새 줄을 보여 주는 변경 비교입니다. -는 이전 줄, +는 새 줄이며 코드의 빼기·더하기 연산과 다릅니다.</a:t>
            </a:r>
          </a:p>
          <a:p xmlns:a="http://schemas.openxmlformats.org/drawingml/2006/main">
            <a:r>
              <a:t/>
            </a:r>
          </a:p>
          <a:p xmlns:a="http://schemas.openxmlformats.org/drawingml/2006/main">
            <a:r>
              <a:t>**왜 필요한가.** 전체 파일을 외우지 않아도 요청이 어느 변경에 반영됐는지 확인할 수 있습니다.</a:t>
            </a:r>
          </a:p>
          <a:p xmlns:a="http://schemas.openxmlformats.org/drawingml/2006/main">
            <a:r>
              <a:t/>
            </a:r>
          </a:p>
          <a:p xmlns:a="http://schemas.openxmlformats.org/drawingml/2006/main">
            <a:r>
              <a:t>**예를 따라 읽기.** &gt;를 &gt;=로 바꾼 줄은 경계 28을 포함하도록 동작을 바꿉니다.</a:t>
            </a:r>
          </a:p>
          <a:p xmlns:a="http://schemas.openxmlformats.org/drawingml/2006/main">
            <a:r>
              <a:t/>
            </a:r>
          </a:p>
          <a:p xmlns:a="http://schemas.openxmlformats.org/drawingml/2006/main">
            <a:r>
              <a:t>**헷갈리는 반례.** 주석만 “28 이상”으로 바뀌고 실제 비교가 &gt;이면 동작은 그대로입니다.</a:t>
            </a:r>
          </a:p>
          <a:p xmlns:a="http://schemas.openxmlformats.org/drawingml/2006/main">
            <a:r>
              <a:t/>
            </a:r>
          </a:p>
          <a:p xmlns:a="http://schemas.openxmlformats.org/drawingml/2006/main">
            <a:r>
              <a:t>**직접 적용.** changes.diff에서 파일 이름 찾기 → 미측정·검사·경계 변경 줄 묶기 → 요청한 항목과 변경 한 곳 연결하기 → 문구 변경과 동작 변경 구분하기</a:t>
            </a:r>
          </a:p>
          <a:p xmlns:a="http://schemas.openxmlformats.org/drawingml/2006/main">
            <a:r>
              <a:t/>
            </a:r>
          </a:p>
          <a:p xmlns:a="http://schemas.openxmlformats.org/drawingml/2006/main">
            <a:r>
              <a:t>**설명할 질문.** diff의 +와 Python의 +는 어떤 차이가 있나요?</a:t>
            </a:r>
          </a:p>
          <a:p xmlns:a="http://schemas.openxmlformats.org/drawingml/2006/main">
            <a:r>
              <a:t/>
            </a:r>
          </a:p>
          <a:p xmlns:a="http://schemas.openxmlformats.org/drawingml/2006/main">
            <a:r>
              <a:t>**막혔을 때.** diff의 +를 원본 코드에 복사했다면 실제 소스 파일의 완성 줄을 참고해 제거합니다.</a:t>
            </a:r>
          </a:p>
          <a:p xmlns:a="http://schemas.openxmlformats.org/drawingml/2006/main">
            <a:r>
              <a:t/>
            </a:r>
          </a:p>
          <a:p xmlns:a="http://schemas.openxmlformats.org/drawingml/2006/main">
            <a:r>
              <a:t>입력·답칸·확인 순서는 [실습지의 A07](practice-guide.md#a07)와 [활동 원문](examples/course/data/A07_input.md)에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줄의 변화와 요구를 나란히 읽습니다.</a:t>
            </a:r>
          </a:p>
          <a:p xmlns:a="http://schemas.openxmlformats.org/drawingml/2006/main">
            <a:r>
              <a:t/>
            </a:r>
          </a:p>
          <a:p xmlns:a="http://schemas.openxmlformats.org/drawingml/2006/main">
            <a:r>
              <a:t>표와 문장을 읽는 방법: -는 이전 줄, +는 새 줄의 표시입니다. 최종 파일에 비교 기호를 넣지 않습니다.</a:t>
            </a:r>
          </a:p>
          <a:p xmlns:a="http://schemas.openxmlformats.org/drawingml/2006/main">
            <a:r>
              <a:t>예상 결과: threshold=27은 유지 조건을 어겼습니다. None을 0으로 바꾸면 누락이 사라집니다.</a:t>
            </a:r>
          </a:p>
          <a:p xmlns:a="http://schemas.openxmlformats.org/drawingml/2006/main">
            <a:r>
              <a:t/>
            </a:r>
          </a:p>
          <a:p xmlns:a="http://schemas.openxmlformats.org/drawingml/2006/main">
            <a:r>
              <a:t>판단 해설: 요구 원문과 실제 코드 차이와 동일 검사 결과를 연결합니다. 자신감이나 어조는 요구 충족의 증거가 아닙니다.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threshold=27은 유지 조건을 어겼습니다. None을 0으로 바꾸면 누락이 사라집니다.</a:t>
            </a:r>
          </a:p>
          <a:p xmlns:a="http://schemas.openxmlformats.org/drawingml/2006/main">
            <a:r>
              <a:t/>
            </a:r>
          </a:p>
          <a:p xmlns:a="http://schemas.openxmlformats.org/drawingml/2006/main">
            <a:r>
              <a:t>개념과 연결: -는 이전 줄, +는 새 줄의 표시입니다. 최종 파일에 비교 기호를 넣지 않습니다.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요구 원문과 실제 코드 차이와 동일 검사 결과를 연결합니다. 자신감이나 어조는 요구 충족의 증거가 아닙니다.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친절한 설명과 실제 코드가 다르면? 검토에 사용할 근거를 고르세요.</a:t>
            </a:r>
          </a:p>
          <a:p xmlns:a="http://schemas.openxmlformats.org/drawingml/2006/main">
            <a:r>
              <a:t/>
            </a:r>
          </a:p>
          <a:p xmlns:a="http://schemas.openxmlformats.org/drawingml/2006/main">
            <a:r>
              <a:t>정답과 풀이: 요구 원문과 실제 코드 차이와 동일 검사 결과를 연결합니다. 자신감이나 어조는 요구 충족의 증거가 아닙니다.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A08의 개념과 원문 해설입니다.</a:t>
            </a:r>
          </a:p>
          <a:p xmlns:a="http://schemas.openxmlformats.org/drawingml/2006/main">
            <a:r>
              <a:t>### A08 · 설득력 있는 응답 검토</a:t>
            </a:r>
          </a:p>
          <a:p xmlns:a="http://schemas.openxmlformats.org/drawingml/2006/main">
            <a:r>
              <a:t/>
            </a:r>
          </a:p>
          <a:p xmlns:a="http://schemas.openxmlformats.org/drawingml/2006/main">
            <a:r>
              <a:t>**뜻과 비유.** AI 응답은 설명이며 실행 증거 그 자체가 아닙니다. 코드를 바꿨다는 주장, 검사를 했다는 주장, 실제 결과를 각각 확인합니다.</a:t>
            </a:r>
          </a:p>
          <a:p xmlns:a="http://schemas.openxmlformats.org/drawingml/2006/main">
            <a:r>
              <a:t/>
            </a:r>
          </a:p>
          <a:p xmlns:a="http://schemas.openxmlformats.org/drawingml/2006/main">
            <a:r>
              <a:t>**왜 필요한가.** 자신 있는 문장 때문에 범위 밖 수정이나 누락된 검사를 지나칠 수 있습니다.</a:t>
            </a:r>
          </a:p>
          <a:p xmlns:a="http://schemas.openxmlformats.org/drawingml/2006/main">
            <a:r>
              <a:t/>
            </a:r>
          </a:p>
          <a:p xmlns:a="http://schemas.openxmlformats.org/drawingml/2006/main">
            <a:r>
              <a:t>**예를 따라 읽기.** 응답 A는 기준을 27로 바꾸고 None을 0으로 채웁니다. 요청의 28 유지와 미측정 보존에 어긋납니다.</a:t>
            </a:r>
          </a:p>
          <a:p xmlns:a="http://schemas.openxmlformats.org/drawingml/2006/main">
            <a:r>
              <a:t/>
            </a:r>
          </a:p>
          <a:p xmlns:a="http://schemas.openxmlformats.org/drawingml/2006/main">
            <a:r>
              <a:t>**헷갈리는 반례.** “모든 문제 해결”이라는 문장이 있어도 어떤 입력으로 확인했는지 없으면 결론을 보류합니다.</a:t>
            </a:r>
          </a:p>
          <a:p xmlns:a="http://schemas.openxmlformats.org/drawingml/2006/main">
            <a:r>
              <a:t/>
            </a:r>
          </a:p>
          <a:p xmlns:a="http://schemas.openxmlformats.org/drawingml/2006/main">
            <a:r>
              <a:t>**직접 적용.** 응답 A와 코드 나란히 읽기 → 기준 변경과 빈 값 처리 표시하기 → 요구 위반 두 개를 근거로 쓰기 → 승인 전 추가 확인 질문 작성하기</a:t>
            </a:r>
          </a:p>
          <a:p xmlns:a="http://schemas.openxmlformats.org/drawingml/2006/main">
            <a:r>
              <a:t/>
            </a:r>
          </a:p>
          <a:p xmlns:a="http://schemas.openxmlformats.org/drawingml/2006/main">
            <a:r>
              <a:t>**설명할 질문.** 친절하고 자신 있는 응답도 왜 다시 확인하나요?</a:t>
            </a:r>
          </a:p>
          <a:p xmlns:a="http://schemas.openxmlformats.org/drawingml/2006/main">
            <a:r>
              <a:t/>
            </a:r>
          </a:p>
          <a:p xmlns:a="http://schemas.openxmlformats.org/drawingml/2006/main">
            <a:r>
              <a:t>**막혔을 때.** 응답의 어조보다 실제 바뀐 값과 반환을 원문 요청에 대조합니다.</a:t>
            </a:r>
          </a:p>
          <a:p xmlns:a="http://schemas.openxmlformats.org/drawingml/2006/main">
            <a:r>
              <a:t/>
            </a:r>
          </a:p>
          <a:p xmlns:a="http://schemas.openxmlformats.org/drawingml/2006/main">
            <a:r>
              <a:t>입력·답칸·확인 순서는 [실습지의 A08](practice-guide.md#a08)와 [활동 원문](examples/course/data/A08_input.md)에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증거가 없으면 미확인으로 남깁니다.</a:t>
            </a:r>
          </a:p>
          <a:p xmlns:a="http://schemas.openxmlformats.org/drawingml/2006/main">
            <a:r>
              <a:t/>
            </a:r>
          </a:p>
          <a:p xmlns:a="http://schemas.openxmlformats.org/drawingml/2006/main">
            <a:r>
              <a:t>표와 문장을 읽는 방법: 수정·검사·운영은 서로 다른 주장입니다. 각 주장에 맞는 증거를 찾습니다.</a:t>
            </a:r>
          </a:p>
          <a:p xmlns:a="http://schemas.openxmlformats.org/drawingml/2006/main">
            <a:r>
              <a:t>예상 결과: 로컬 가상 검사만 확인했다면 그 범위만 씁니다. 장비 안정성은 별도 확인이 필요합니다.</a:t>
            </a:r>
          </a:p>
          <a:p xmlns:a="http://schemas.openxmlformats.org/drawingml/2006/main">
            <a:r>
              <a:t/>
            </a:r>
          </a:p>
          <a:p xmlns:a="http://schemas.openxmlformats.org/drawingml/2006/main">
            <a:r>
              <a:t>판단 해설: 코드와 로컬 가상 출력만으로 장비 안정성을 확인할 수 없습니다. 미확인 조건과 필요한 다음 시험을 적습니다.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로컬 가상 검사만 확인했다면 그 범위만 씁니다. 장비 안정성은 별도 확인이 필요합니다.</a:t>
            </a:r>
          </a:p>
          <a:p xmlns:a="http://schemas.openxmlformats.org/drawingml/2006/main">
            <a:r>
              <a:t/>
            </a:r>
          </a:p>
          <a:p xmlns:a="http://schemas.openxmlformats.org/drawingml/2006/main">
            <a:r>
              <a:t>개념과 연결: 수정·검사·운영은 서로 다른 주장입니다. 각 주장에 맞는 증거를 찾습니다.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코드와 로컬 가상 출력만으로 장비 안정성을 확인할 수 없습니다. 미확인 조건과 필요한 다음 시험을 적습니다.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“실제 장비도 안정적”이라고 적었습니다. 현재 자료로 확인할 수 있나요?</a:t>
            </a:r>
          </a:p>
          <a:p xmlns:a="http://schemas.openxmlformats.org/drawingml/2006/main">
            <a:r>
              <a:t/>
            </a:r>
          </a:p>
          <a:p xmlns:a="http://schemas.openxmlformats.org/drawingml/2006/main">
            <a:r>
              <a:t>정답과 풀이: 코드와 로컬 가상 출력만으로 장비 안정성을 확인할 수 없습니다. 미확인 조건과 필요한 다음 시험을 적습니다.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A09의 개념과 원문 해설입니다.</a:t>
            </a:r>
          </a:p>
          <a:p xmlns:a="http://schemas.openxmlformats.org/drawingml/2006/main">
            <a:r>
              <a:t>### A09 · 작업 복사본과 되돌림</a:t>
            </a:r>
          </a:p>
          <a:p xmlns:a="http://schemas.openxmlformats.org/drawingml/2006/main">
            <a:r>
              <a:t/>
            </a:r>
          </a:p>
          <a:p xmlns:a="http://schemas.openxmlformats.org/drawingml/2006/main">
            <a:r>
              <a:t>**뜻과 비유.** 작업 복사본은 원본을 남기고 수정 결과를 비교하기 위한 파일입니다. 저장한 파일과 실행한 파일의 경로가 같아야 변경의 효과를 볼 수 있습니다.</a:t>
            </a:r>
          </a:p>
          <a:p xmlns:a="http://schemas.openxmlformats.org/drawingml/2006/main">
            <a:r>
              <a:t/>
            </a:r>
          </a:p>
          <a:p xmlns:a="http://schemas.openxmlformats.org/drawingml/2006/main">
            <a:r>
              <a:t>**왜 필요한가.** 같은 이름의 파일을 다른 폴더에서 실행하면 고쳤는데도 이전 결과가 나오는 것처럼 보입니다.</a:t>
            </a:r>
          </a:p>
          <a:p xmlns:a="http://schemas.openxmlformats.org/drawingml/2006/main">
            <a:r>
              <a:t/>
            </a:r>
          </a:p>
          <a:p xmlns:a="http://schemas.openxmlformats.org/drawingml/2006/main">
            <a:r>
              <a:t>**예를 따라 읽기.** work/classifier.py는 원본과 같은 시작 코드입니다. code/baseline.py는 비교용으로 유지합니다.</a:t>
            </a:r>
          </a:p>
          <a:p xmlns:a="http://schemas.openxmlformats.org/drawingml/2006/main">
            <a:r>
              <a:t/>
            </a:r>
          </a:p>
          <a:p xmlns:a="http://schemas.openxmlformats.org/drawingml/2006/main">
            <a:r>
              <a:t>**헷갈리는 반례.** 원본까지 덮어쓰고 이 전 동작을 기억만 하면 변경 근거와 되돌릴 기준을 잃습니다.</a:t>
            </a:r>
          </a:p>
          <a:p xmlns:a="http://schemas.openxmlformats.org/drawingml/2006/main">
            <a:r>
              <a:t/>
            </a:r>
          </a:p>
          <a:p xmlns:a="http://schemas.openxmlformats.org/drawingml/2006/main">
            <a:r>
              <a:t>**직접 적용.** 세 폴더 역할 적기 → work/classifier.py를 열어 원본과 대조하기 → 실행할 정확 경로 기록하기 → 수정전 사본과 복구 방법 적기</a:t>
            </a:r>
          </a:p>
          <a:p xmlns:a="http://schemas.openxmlformats.org/drawingml/2006/main">
            <a:r>
              <a:t/>
            </a:r>
          </a:p>
          <a:p xmlns:a="http://schemas.openxmlformats.org/drawingml/2006/main">
            <a:r>
              <a:t>**설명할 질문.** 파일 이름이 같은데 다른 결과가 나올 수 있는 이유는 무엇인가요?</a:t>
            </a:r>
          </a:p>
          <a:p xmlns:a="http://schemas.openxmlformats.org/drawingml/2006/main">
            <a:r>
              <a:t/>
            </a:r>
          </a:p>
          <a:p xmlns:a="http://schemas.openxmlformats.org/drawingml/2006/main">
            <a:r>
              <a:t>**막혔을 때.** 파일 확장자 숨김이면 파일 속성을 확인하고 ZIP 목록 안에서 편집하지 않습니다.</a:t>
            </a:r>
          </a:p>
          <a:p xmlns:a="http://schemas.openxmlformats.org/drawingml/2006/main">
            <a:r>
              <a:t/>
            </a:r>
          </a:p>
          <a:p xmlns:a="http://schemas.openxmlformats.org/drawingml/2006/main">
            <a:r>
              <a:t>입력·답칸·확인 순서는 [실습지의 A09](practice-guide.md#a09)와 [활동 원문](examples/course/data/A09_input.md)에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ZIP을 풀고 실제 폴더에서 작업합니다.</a:t>
            </a:r>
          </a:p>
          <a:p xmlns:a="http://schemas.openxmlformats.org/drawingml/2006/main">
            <a:r>
              <a:t/>
            </a:r>
          </a:p>
          <a:p xmlns:a="http://schemas.openxmlformats.org/drawingml/2006/main">
            <a:r>
              <a:t>표와 문장을 읽는 방법: code의 원본과 work의 수정본을 나눕니다. 수정한 파일의 경로로 실행합니다.</a:t>
            </a:r>
          </a:p>
          <a:p xmlns:a="http://schemas.openxmlformats.org/drawingml/2006/main">
            <a:r>
              <a:t>예상 결과: 저장한 경로와 실행한 경로를 비교합니다. 원본까지 덮으면 복구 근거를 잃습니다.</a:t>
            </a:r>
          </a:p>
          <a:p xmlns:a="http://schemas.openxmlformats.org/drawingml/2006/main">
            <a:r>
              <a:t/>
            </a:r>
          </a:p>
          <a:p xmlns:a="http://schemas.openxmlformats.org/drawingml/2006/main">
            <a:r>
              <a:t>판단 해설: 원본 baseline의 동작을 확인한 것입니다. 수정본 검증은 work/classifier.py를 인수로 실행해야 합니다.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저장한 경로와 실행한 경로를 비교합니다. 원본까지 덮으면 복구 근거를 잃습니다.</a:t>
            </a:r>
          </a:p>
          <a:p xmlns:a="http://schemas.openxmlformats.org/drawingml/2006/main">
            <a:r>
              <a:t/>
            </a:r>
          </a:p>
          <a:p xmlns:a="http://schemas.openxmlformats.org/drawingml/2006/main">
            <a:r>
              <a:t>개념과 연결: code의 원본과 work의 수정본을 나눕니다. 수정한 파일의 경로로 실행합니다.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원본 baseline의 동작을 확인한 것입니다. 수정본 검증은 work/classifier.py를 인수로 실행해야 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work를 고쳤는데 baseline을 실행했습니다. 무엇을 검증한 것인가요?</a:t>
            </a:r>
          </a:p>
          <a:p xmlns:a="http://schemas.openxmlformats.org/drawingml/2006/main">
            <a:r>
              <a:t/>
            </a:r>
          </a:p>
          <a:p xmlns:a="http://schemas.openxmlformats.org/drawingml/2006/main">
            <a:r>
              <a:t>정답과 풀이: 원본 baseline의 동작을 확인한 것입니다. 수정본 검증은 work/classifier.py를 인수로 실행해야 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4교시 주제는 예상과 실제 결과입니다.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어느 파일을 실행했는지 봅니다. 기대와 실제가 다른 행을 찾습니다.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A10의 개념과 원문 해설입니다.</a:t>
            </a:r>
          </a:p>
          <a:p xmlns:a="http://schemas.openxmlformats.org/drawingml/2006/main">
            <a:r>
              <a:t>### A10 · 기준 코드의 실제 실패</a:t>
            </a:r>
          </a:p>
          <a:p xmlns:a="http://schemas.openxmlformats.org/drawingml/2006/main">
            <a:r>
              <a:t/>
            </a:r>
          </a:p>
          <a:p xmlns:a="http://schemas.openxmlformats.org/drawingml/2006/main">
            <a:r>
              <a:t>#### 사례로 이해하기 · 실패 결과를 요구와 연결하는 검사</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프로그램이 실행되었는데 검사 결과에 FAIL이 보입니다. 비전공자는 설치가 잘못됐다고 생각하기 쉽습니다. 하지만 이 검사기는 요구와 다른 출력이 나오면 의도적으로 실패 상태를 남깁니다. 실패를 읽을 수 있으면 재설치보다 수정할 규칙을 먼저 찾을 수 있습니다.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예상은 실행 전에 규칙으로 정한 답이고 실제는 실행으로 관찰한 답입니다. 종료 코드 0은 이 검사에서 모든 사례가 맞았다는 뜻이며 1은 적어도 하나가 달랐다는 뜻입니다. 이 의미는 프로그램마다 다릅니다. TypeError가 출력에 보이면 값 종류에 맞지 않는 비교가 발생했을 수 있습니다. 누락과 종류와 범위를 먼저 확인한 뒤 경계를 비교하면 오류 상황을 정상 온도로 착각하지 않습니다.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압축을 푼 course에서 `python code/check_cases.py code/baseline.py`를 실행합니다. baseline은 28을 정상, None을 정상으로 반환하고 문자 비교에서는 예외가 발생합니다. 따라서 성공적인 수업 시연에서도 종료 코드가 1입니다. reviewed.py는 None을 먼저 미측정으로 처리하고 정확한 숫자 종류와 0~50 범위를 확인한 뒤 &gt;=28을 적용합니다. `python code/check_cases.py code/reviewed.py`는 제공 아홉 사례에서 9/9입니다. 예상 목록이 같고 실행 대상만 달라졌음을 확인해야 변화의 원인을 설명할 수 있습니다.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입력 0, None, True, "28", 50, 51의 출력을 먼저 표로 작성하세요. 이후 제공 완성 함수의 조건을 위에서 아래로 따라가며 각 입력이 어느 줄에서 반환되는지 설명하세요. 조건 순서를 바꾸면 문자 비교가 어떻게 달라지는지도 판단하세요.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0은 정상, None은 미측정, True와 "28"과 51은 입력 오류, 50은 주의입니다. “True는 1과 같으니 정상”은 오늘의 계약이 허용한 정확한 종류를 놓쳤습니다. “None은 0”은 값 없음과 유효한 영점을 혼동합니다.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FAIL이면 파이썬이 실행되지 않았나요? 실행된 뒤 기대와 달랐을 수 있습니다. ② 기준만 낮추면 해결되나요? 기존 정상 경계를 깨뜨립니다. ③ 아홉 통과로 모든 입력을 보장하나요? 제공된 검사 범위만 확인한 것이므로 새로운 입력 조건은 별도로 검토합니다.</a:t>
            </a:r>
          </a:p>
          <a:p xmlns:a="http://schemas.openxmlformats.org/drawingml/2006/main">
            <a:r>
              <a:t/>
            </a:r>
          </a:p>
          <a:p xmlns:a="http://schemas.openxmlformats.org/drawingml/2006/main">
            <a:r>
              <a:t>**뜻과 비유.** 실패 검사는 실수로 망가진 수업이 아니라 요구와 현재 동작의 차이를 드러내는 관찰입니다. 검사 프로그램은 기대와 실제를 나란히 비교합니다.</a:t>
            </a:r>
          </a:p>
          <a:p xmlns:a="http://schemas.openxmlformats.org/drawingml/2006/main">
            <a:r>
              <a:t/>
            </a:r>
          </a:p>
          <a:p xmlns:a="http://schemas.openxmlformats.org/drawingml/2006/main">
            <a:r>
              <a:t>**왜 필요한가.** 수정 전 실패를 재현해 두면 수정 후 무엇이 달라졌는지 확인할 기준이 생깁니다.</a:t>
            </a:r>
          </a:p>
          <a:p xmlns:a="http://schemas.openxmlformats.org/drawingml/2006/main">
            <a:r>
              <a:t/>
            </a:r>
          </a:p>
          <a:p xmlns:a="http://schemas.openxmlformats.org/drawingml/2006/main">
            <a:r>
              <a:t>**예를 따라 읽기.** python code/check_cases.py code/baseline.py를 실행하면 경계와 미측정 등의 차이가 FAIL로 나옵니다.</a:t>
            </a:r>
          </a:p>
          <a:p xmlns:a="http://schemas.openxmlformats.org/drawingml/2006/main">
            <a:r>
              <a:t/>
            </a:r>
          </a:p>
          <a:p xmlns:a="http://schemas.openxmlformats.org/drawingml/2006/main">
            <a:r>
              <a:t>**헷갈리는 반례.** 종료 코드 1을 보고 무조건 재설치하지 않습니다. 이 검사기는 실패 사례가 있으면 의도적으로 1을 반환합니다.</a:t>
            </a:r>
          </a:p>
          <a:p xmlns:a="http://schemas.openxmlformats.org/drawingml/2006/main">
            <a:r>
              <a:t/>
            </a:r>
          </a:p>
          <a:p xmlns:a="http://schemas.openxmlformats.org/drawingml/2006/main">
            <a:r>
              <a:t>**직접 적용.** 전체 검사 코드와 줄 해설 읽기 → 원본 실행 명령 확인하기 → 아홉 줄 결과에서 FAIL의 입력 찾기 → 예상과 실제 차이를 표에 남기기</a:t>
            </a:r>
          </a:p>
          <a:p xmlns:a="http://schemas.openxmlformats.org/drawingml/2006/main">
            <a:r>
              <a:t/>
            </a:r>
          </a:p>
          <a:p xmlns:a="http://schemas.openxmlformats.org/drawingml/2006/main">
            <a:r>
              <a:t>**설명할 질문.** 테스트가 실패한 것과 실행환경이 고장 난 것은 어떻게 구별하나요?</a:t>
            </a:r>
          </a:p>
          <a:p xmlns:a="http://schemas.openxmlformats.org/drawingml/2006/main">
            <a:r>
              <a:t/>
            </a:r>
          </a:p>
          <a:p xmlns:a="http://schemas.openxmlformats.org/drawingml/2006/main">
            <a:r>
              <a:t>**막혔을 때.** 모듈 경로 오류면 course 폴더에서 명령을 실행하고 파일 경로 인수를 빠뜨리지 않았는지 봅니다.</a:t>
            </a:r>
          </a:p>
          <a:p xmlns:a="http://schemas.openxmlformats.org/drawingml/2006/main">
            <a:r>
              <a:t/>
            </a:r>
          </a:p>
          <a:p xmlns:a="http://schemas.openxmlformats.org/drawingml/2006/main">
            <a:r>
              <a:t>입력·답칸·확인 순서는 [실습지의 A10](practice-guide.md#a10)와 [활동 원문](examples/course/data/A10_input.md)에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실패도 검사 결과의 예</a:t>
            </a:r>
          </a:p>
          <a:p xmlns:a="http://schemas.openxmlformats.org/drawingml/2006/main">
            <a:r>
              <a:t>실행 위치: 압축을 푼 course</a:t>
            </a:r>
          </a:p>
          <a:p xmlns:a="http://schemas.openxmlformats.org/drawingml/2006/main">
            <a:r>
              <a:t/>
            </a:r>
          </a:p>
          <a:p xmlns:a="http://schemas.openxmlformats.org/drawingml/2006/main">
            <a:r>
              <a:t>python -X utf8 code/check_cases.py code/baseline.py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예상과 확인: 28과 None에서 계약과 다른 결과가 나옵니다. 이 검사기의 종료 코드 1은 실패 사례입니다.</a:t>
            </a:r>
          </a:p>
          <a:p xmlns:a="http://schemas.openxmlformats.org/drawingml/2006/main">
            <a:r>
              <a:t>판단 해설: 아닙니다. 검사기가 실행된 뒤 기대와 실제가 다른 것인지, 프로그램 자체가 시작하지 못한 것인지 구별합니다. 대상 파일·명령·출력을 기록합니다.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python -X utf8 code/check_cases.py code/baseline.py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28과 None에서 계약과 다른 결과가 나옵니다. 이 검사기의 종료 코드 1은 실패 사례입니다.</a:t>
            </a:r>
          </a:p>
          <a:p xmlns:a="http://schemas.openxmlformats.org/drawingml/2006/main">
            <a:r>
              <a:t/>
            </a:r>
          </a:p>
          <a:p xmlns:a="http://schemas.openxmlformats.org/drawingml/2006/main">
            <a:r>
              <a:t>개념과 연결: 수정 전 실패를 먼저 재현합니다. 기대와 실제 차이가 수정의 근거입니다.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검사기가 실행된 뒤 기대와 실제가 다른 것인지, 프로그램 자체가 시작하지 못한 것인지 구별합니다. 대상 파일·명령·출력을 기록합니다.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FAIL이 보이면 재설치부터 해야 하나요?</a:t>
            </a:r>
          </a:p>
          <a:p xmlns:a="http://schemas.openxmlformats.org/drawingml/2006/main">
            <a:r>
              <a:t/>
            </a:r>
          </a:p>
          <a:p xmlns:a="http://schemas.openxmlformats.org/drawingml/2006/main">
            <a:r>
              <a:t>정답과 풀이: 아닙니다. 검사기가 실행된 뒤 기대와 실제가 다른 것인지, 프로그램 자체가 시작하지 못한 것인지 구별합니다. 대상 파일·명령·출력을 기록합니다.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A11의 개념과 원문 해설입니다.</a:t>
            </a:r>
          </a:p>
          <a:p xmlns:a="http://schemas.openxmlformats.org/drawingml/2006/main">
            <a:r>
              <a:t>### A11 · 경계 비교 기호 수정</a:t>
            </a:r>
          </a:p>
          <a:p xmlns:a="http://schemas.openxmlformats.org/drawingml/2006/main">
            <a:r>
              <a:t/>
            </a:r>
          </a:p>
          <a:p xmlns:a="http://schemas.openxmlformats.org/drawingml/2006/main">
            <a:r>
              <a:t>**뜻과 비유.** &gt;는 기준보다 큰 값, &gt;=는 기준과 같은 값까지 포함합니다. 말로 쓴 “이상”과 코드 비교 기호를 연결합니다.</a:t>
            </a:r>
          </a:p>
          <a:p xmlns:a="http://schemas.openxmlformats.org/drawingml/2006/main">
            <a:r>
              <a:t/>
            </a:r>
          </a:p>
          <a:p xmlns:a="http://schemas.openxmlformats.org/drawingml/2006/main">
            <a:r>
              <a:t>**왜 필요한가.** 경계 한 글자는 업무 분류를 바꿉니다. 정상 값만 시험하면 이 차이를 놓칩니다.</a:t>
            </a:r>
          </a:p>
          <a:p xmlns:a="http://schemas.openxmlformats.org/drawingml/2006/main">
            <a:r>
              <a:t/>
            </a:r>
          </a:p>
          <a:p xmlns:a="http://schemas.openxmlformats.org/drawingml/2006/main">
            <a:r>
              <a:t>**예를 따라 읽기.** 작업본의 value &gt; threshold를 value &gt;= threshold로 바꾸면 28의 결과가 정상에서 주의로 달라집니다.</a:t>
            </a:r>
          </a:p>
          <a:p xmlns:a="http://schemas.openxmlformats.org/drawingml/2006/main">
            <a:r>
              <a:t/>
            </a:r>
          </a:p>
          <a:p xmlns:a="http://schemas.openxmlformats.org/drawingml/2006/main">
            <a:r>
              <a:t>**헷갈리는 반례.** 기본 threshold를 27로 내리는 것은 같은 수정이 아닙니다. 27.9까지 주의가 되어 규칙을 바꿉니다.</a:t>
            </a:r>
          </a:p>
          <a:p xmlns:a="http://schemas.openxmlformats.org/drawingml/2006/main">
            <a:r>
              <a:t/>
            </a:r>
          </a:p>
          <a:p xmlns:a="http://schemas.openxmlformats.org/drawingml/2006/main">
            <a:r>
              <a:t>**직접 적용.** 수정 전 28결과 기록하기 → work의 비교 기호 한곳 수정하기 → 저장 후 같은 검사 다시 실행하기 → 27.9·28·28.1 변화 비교하기</a:t>
            </a:r>
          </a:p>
          <a:p xmlns:a="http://schemas.openxmlformats.org/drawingml/2006/main">
            <a:r>
              <a:t/>
            </a:r>
          </a:p>
          <a:p xmlns:a="http://schemas.openxmlformats.org/drawingml/2006/main">
            <a:r>
              <a:t>**설명할 질문.** 기준값을 바꾸는 것과 비교 기호를 바꾸는 것은 왜 다른가요?</a:t>
            </a:r>
          </a:p>
          <a:p xmlns:a="http://schemas.openxmlformats.org/drawingml/2006/main">
            <a:r>
              <a:t/>
            </a:r>
          </a:p>
          <a:p xmlns:a="http://schemas.openxmlformats.org/drawingml/2006/main">
            <a:r>
              <a:t>**막혔을 때.** 결과가 그대로면 저장 여부와 실행 경로를 먼저 확인합니다.</a:t>
            </a:r>
          </a:p>
          <a:p xmlns:a="http://schemas.openxmlformats.org/drawingml/2006/main">
            <a:r>
              <a:t/>
            </a:r>
          </a:p>
          <a:p xmlns:a="http://schemas.openxmlformats.org/drawingml/2006/main">
            <a:r>
              <a:t>입력·답칸·확인 순서는 [실습지의 A11](practice-guide.md#a11)와 [활동 원문](examples/course/data/A11_input.md)에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같은 값의 포함 여부의 예</a:t>
            </a:r>
          </a:p>
          <a:p xmlns:a="http://schemas.openxmlformats.org/drawingml/2006/main">
            <a:r>
              <a:t>경계 비교만 떼어 낸 짧은 완성 예입니다.</a:t>
            </a:r>
          </a:p>
          <a:p xmlns:a="http://schemas.openxmlformats.org/drawingml/2006/main">
            <a:r>
              <a:t/>
            </a:r>
          </a:p>
          <a:p xmlns:a="http://schemas.openxmlformats.org/drawingml/2006/main">
            <a:r>
              <a:t>def classify(value, threshold=28):</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if value &gt; threshold:</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"주의"</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    return "정상"</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예상과 확인: &gt;를 &gt;=로 바꾸면 28이 주의가 됩니다. 27.9와 28.1도 다시 확인합니다.</a:t>
            </a:r>
          </a:p>
          <a:p xmlns:a="http://schemas.openxmlformats.org/drawingml/2006/main">
            <a:r>
              <a:t>판단 해설: 다릅니다. 기준 변경은27.9까지 주의로 바꾸므로 기존 규칙을 깨뜨립니다. 이 짧은 예는 누락·형식 검사가 없는 경계 설명용입니다. 전체 함수는 code/reviewed.py에 있습니다.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def classify(value, threshold=28):</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    if value &gt; threshold:</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"주의"</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    return "정상"</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&gt;를 &gt;=로 바꾸면 28이 주의가 됩니다. 27.9와 28.1도 다시 확인합니다.</a:t>
            </a:r>
          </a:p>
          <a:p xmlns:a="http://schemas.openxmlformats.org/drawingml/2006/main">
            <a:r>
              <a:t/>
            </a:r>
          </a:p>
          <a:p xmlns:a="http://schemas.openxmlformats.org/drawingml/2006/main">
            <a:r>
              <a:t>개념과 연결: &gt;는 기준보다 큰 값입니다. &gt;=는 기준과 같은 값도 포함합니다.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다릅니다. 기준 변경은27.9까지 주의로 바꾸므로 기존 규칙을 깨뜨립니다. 이 짧은 예는 누락·형식 검사가 없는 경계 설명용입니다. 전체 함수는 code/reviewed.py에 있습니다.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기준을 27로 낮추는 것과 같은가요?</a:t>
            </a:r>
          </a:p>
          <a:p xmlns:a="http://schemas.openxmlformats.org/drawingml/2006/main">
            <a:r>
              <a:t/>
            </a:r>
          </a:p>
          <a:p xmlns:a="http://schemas.openxmlformats.org/drawingml/2006/main">
            <a:r>
              <a:t>정답과 풀이: 다릅니다. 기준 변경은27.9까지 주의로 바꾸므로 기존 규칙을 깨뜨립니다. 이 짧은 예는 누락·형식 검사가 없는 경계 설명용입니다. 전체 함수는 code/reviewed.py에 있습니다.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A12의 개념과 원문 해설입니다.</a:t>
            </a:r>
          </a:p>
          <a:p xmlns:a="http://schemas.openxmlformats.org/drawingml/2006/main">
            <a:r>
              <a:t>### A12 · 누락과 잘못된 입력 처리</a:t>
            </a:r>
          </a:p>
          <a:p xmlns:a="http://schemas.openxmlformats.org/drawingml/2006/main">
            <a:r>
              <a:t/>
            </a:r>
          </a:p>
          <a:p xmlns:a="http://schemas.openxmlformats.org/drawingml/2006/main">
            <a:r>
              <a:t>**뜻과 비유.** 입력 검사는 자료가 함수의 약속에 맞는지 살펴보는 것입니다. 값이 없는 경우와 종류가 틀린 경우, 범위를 벗어난 경우를 따로 처리합니다.</a:t>
            </a:r>
          </a:p>
          <a:p xmlns:a="http://schemas.openxmlformats.org/drawingml/2006/main">
            <a:r>
              <a:t/>
            </a:r>
          </a:p>
          <a:p xmlns:a="http://schemas.openxmlformats.org/drawingml/2006/main">
            <a:r>
              <a:t>**왜 필요한가.** 없음을 0으로 채우면 실제 0 측정과 구분할 수 없고 문자에 비교 연산을 하면 실행 오류가 납니다.</a:t>
            </a:r>
          </a:p>
          <a:p xmlns:a="http://schemas.openxmlformats.org/drawingml/2006/main">
            <a:r>
              <a:t/>
            </a:r>
          </a:p>
          <a:p xmlns:a="http://schemas.openxmlformats.org/drawingml/2006/main">
            <a:r>
              <a:t>**예를 따라 읽기.** reviewed.py는 None →미측정, 숫자 아님 →입력 오류, 범위 밖 →입력 오류를 먼저 검사합니다.</a:t>
            </a:r>
          </a:p>
          <a:p xmlns:a="http://schemas.openxmlformats.org/drawingml/2006/main">
            <a:r>
              <a:t/>
            </a:r>
          </a:p>
          <a:p xmlns:a="http://schemas.openxmlformats.org/drawingml/2006/main">
            <a:r>
              <a:t>**헷갈리는 반례.** Python에서 bool은 숫자와 관련된 특성이 있지만 이 업무 계약은 온도로 받지 않으므로 type을 정확히 확인합니다.</a:t>
            </a:r>
          </a:p>
          <a:p xmlns:a="http://schemas.openxmlformats.org/drawingml/2006/main">
            <a:r>
              <a:t/>
            </a:r>
          </a:p>
          <a:p xmlns:a="http://schemas.openxmlformats.org/drawingml/2006/main">
            <a:r>
              <a:t>**직접 적용.** 완성 검사 세 부분 줄별로 읽기 → 작업본에 제공된 검사 구간 반영하기 → 0·None·True·51결과 예상하기 → 검사기로 실제 결과 확인하기</a:t>
            </a:r>
          </a:p>
          <a:p xmlns:a="http://schemas.openxmlformats.org/drawingml/2006/main">
            <a:r>
              <a:t/>
            </a:r>
          </a:p>
          <a:p xmlns:a="http://schemas.openxmlformats.org/drawingml/2006/main">
            <a:r>
              <a:t>**설명할 질문.** 값 검사를 비교보다 먼저 하는 이유는 무엇인가요?</a:t>
            </a:r>
          </a:p>
          <a:p xmlns:a="http://schemas.openxmlformats.org/drawingml/2006/main">
            <a:r>
              <a:t/>
            </a:r>
          </a:p>
          <a:p xmlns:a="http://schemas.openxmlformats.org/drawingml/2006/main">
            <a:r>
              <a:t>**막혔을 때.** 들여 쓰기가 틀리면 원본 완성 예제의 블록 범위를 대조합니다. 조건 순서도 함께 확인합니다.</a:t>
            </a:r>
          </a:p>
          <a:p xmlns:a="http://schemas.openxmlformats.org/drawingml/2006/main">
            <a:r>
              <a:t/>
            </a:r>
          </a:p>
          <a:p xmlns:a="http://schemas.openxmlformats.org/drawingml/2006/main">
            <a:r>
              <a:t>입력·답칸·확인 순서는 [실습지의 A12](practice-guide.md#a12)와 [활동 원문](examples/course/data/A12_input.md)에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누락·종류·범위 검사의 예</a:t>
            </a:r>
          </a:p>
          <a:p xmlns:a="http://schemas.openxmlformats.org/drawingml/2006/main">
            <a:r>
              <a:t>발췌: code/reviewed.py의 함수 내부</a:t>
            </a:r>
          </a:p>
          <a:p xmlns:a="http://schemas.openxmlformats.org/drawingml/2006/main">
            <a:r>
              <a:t/>
            </a:r>
          </a:p>
          <a:p xmlns:a="http://schemas.openxmlformats.org/drawingml/2006/main">
            <a:r>
              <a:t>if value is None:</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"미측정"</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if type(value) not in (int, float):</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"입력 오류"</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if not 0 &lt;= value &lt;= 50:</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"입력 오류"</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예상과 확인: 0은 정상, None은 미측정입니다. True와 "28"과 51은 입력 오류입니다.</a:t>
            </a:r>
          </a:p>
          <a:p xmlns:a="http://schemas.openxmlformats.org/drawingml/2006/main">
            <a:r>
              <a:t>판단 해설: TypeError가 발생할 수 있습니다. 이 계약은 불리언을 온도로 받지 않으므로 정확한 type으로 검사합니다. 원본 reviewed.py 전체를 읽고 함수 내부 들여쓰기를 유지합니다.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if value is None:</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"미측정"</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if type(value) not in (int, float):</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"입력 오류"</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if not 0 &lt;= value &lt;= 50:</a:t>
            </a:r>
          </a:p>
          <a:p xmlns:a="http://schemas.openxmlformats.org/drawingml/2006/main">
            <a:r>
              <a:t>뜻: if는 조건을 확인한다. None·종류·범위를 경계 비교 전에 확인한다. 콜론 뒤 들여쓰기를 유지한다.</a:t>
            </a:r>
          </a:p>
          <a:p xmlns:a="http://schemas.openxmlformats.org/drawingml/2006/main">
            <a:r>
              <a:t/>
            </a:r>
          </a:p>
          <a:p xmlns:a="http://schemas.openxmlformats.org/drawingml/2006/main">
            <a:r>
              <a:t>    return "입력 오류"</a:t>
            </a:r>
          </a:p>
          <a:p xmlns:a="http://schemas.openxmlformats.org/drawingml/2006/main">
            <a:r>
              <a:t>뜻: return은 함수의 결과를 돌려주며 이번 함수 실행을 끝낸다. 문자열 출력 약속을 유지한다.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0은 정상, None은 미측정입니다. True와 "28"과 51은 입력 오류입니다.</a:t>
            </a:r>
          </a:p>
          <a:p xmlns:a="http://schemas.openxmlformats.org/drawingml/2006/main">
            <a:r>
              <a:t/>
            </a:r>
          </a:p>
          <a:p xmlns:a="http://schemas.openxmlformats.org/drawingml/2006/main">
            <a:r>
              <a:t>개념과 연결: None은 미측정으로 먼저 돌려줍니다. 숫자 종류와 범위를 비교 전에 확인합니다.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TypeError가 발생할 수 있습니다. 이 계약은 불리언을 온도로 받지 않으므로 정확한 type으로 검사합니다. 원본 reviewed.py 전체를 읽고 함수 내부 들여쓰기를 유지합니다.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문자에 온도 비교를 먼저 하면? 어떤 문제가 생길 수 있나요?</a:t>
            </a:r>
          </a:p>
          <a:p xmlns:a="http://schemas.openxmlformats.org/drawingml/2006/main">
            <a:r>
              <a:t/>
            </a:r>
          </a:p>
          <a:p xmlns:a="http://schemas.openxmlformats.org/drawingml/2006/main">
            <a:r>
              <a:t>정답과 풀이: TypeError가 발생할 수 있습니다. 이 계약은 불리언을 온도로 받지 않으므로 정확한 type으로 검사합니다. 원본 reviewed.py 전체를 읽고 함수 내부 들여쓰기를 유지합니다.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5교시 주제는 오류 재현과 수정입니다.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실패한 한 입력과 기존 입력을 다시 봅니다. 추정 원인과 관찰 사실을 나누어 씁니다.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A13의 개념과 원문 해설입니다.</a:t>
            </a:r>
          </a:p>
          <a:p xmlns:a="http://schemas.openxmlformats.org/drawingml/2006/main">
            <a:r>
              <a:t>### A13 · 재현 가능한 오류 보고</a:t>
            </a:r>
          </a:p>
          <a:p xmlns:a="http://schemas.openxmlformats.org/drawingml/2006/main">
            <a:r>
              <a:t/>
            </a:r>
          </a:p>
          <a:p xmlns:a="http://schemas.openxmlformats.org/drawingml/2006/main">
            <a:r>
              <a:t>#### 사례로 이해하기 · 다른 사람이 재현할 수 있는 오류 보고</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직원이 “AI가 이상하게 고쳤어요”라고 보고하면 동료는 어떤 입력과 파일을 봐야 할지 모릅니다. 대신 “proposal_a.py에서 27.9를 넣었더니 주의가 나왔고 요청상 정상이어야 한다”고 쓰면 바로 확인할 수 있습니다. 좋은 보고는 원인을 먼저 단정하지 않고 재현 정보를 먼저 제공합니다.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재현은 같은 조건에서 같은 현상을 다시 보는 일입니다. 회귀는 새 변경 때문에 이전에 맞던 동작이 다시 틀리는 현상입니다. 오류 보고에는 현재 폴더, 대상 파일, 실행 명령, 입력, 기대, 실제, 관찰 방식이 들어갑니다. 추정 원인은 별도 칸에 씁니다. 학생이 강사 시연을 봤다면 개인 실행으로 적지 않고 관찰이라고 표시합니다. 제공 결과를 읽기만 했다면 기록 읽기로 구분합니다.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보고의 제목은 “27.9 경계 아래 값이 주의로 분류됨”입니다. 명령은 `python code/check_cases.py code/proposal_a.py`, 기대는 below 사례 정상, 실제는 주의입니다. 원인 추정은 기본 threshold가 27로 바뀐 영향입니다. 추가 요청은 “기준 28과 함수 이름, None의 미측정 계약을 유지하고 경계 비교를 검토”입니다. 수정 후에는 27.9와 28뿐 아니라 0·누락·문자·불리언·범위 밖까지 같은 검사를 다시 돌립니다. 변경한 검사가 아니라 동일한 요구 사례로 비교해야 회귀 여부를 볼 수 있습니다.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“검사에서 text 행이 TypeError”인 상황의 재현 보고 다섯 줄을 쓰세요. 확정 사실 하나와 추정 하나를 표시하고, 고친 뒤에도 반드시 다시 확인할 다른 입력을 두 개 골라 이유를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파일과 명령, 문자 입력, 입력 오류라는 기대, TypeError라는 실제, 실행 또는 관찰 방식이 필요합니다. 종류 검사를 비교보다 먼저 하는 것이 수정 후보이며 실제 원인은 코드 확인 전에는 추정으로 둡니다. 28과 None 등을 재확인하여 경계와 누락 계약이 유지됐는지 봅니다. “전부 고쳐”는 범위를 넓혀 새 오류를 만들 수 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통과 수만 기록하면 충분한가요? 같은 수라도 실패 입력이 다를 수 있습니다. ② 재검사에 기존 사례가 필요한 이유는 무엇인가요? 회귀를 찾습니다. ③ 원인을 확정하는 시점은 언제인가요? 코드와 재현 결과가 가설을 뒷받침할 때입니다.</a:t>
            </a:r>
          </a:p>
          <a:p xmlns:a="http://schemas.openxmlformats.org/drawingml/2006/main">
            <a:r>
              <a:t/>
            </a:r>
          </a:p>
          <a:p xmlns:a="http://schemas.openxmlformats.org/drawingml/2006/main">
            <a:r>
              <a:t>**뜻과 비유.** 오류 보고는 실제로 한 행동·입력·기대한 결과·실제 결과를 다른 사람이 다시 따라갈 수 있게 적은 문서입니다.</a:t>
            </a:r>
          </a:p>
          <a:p xmlns:a="http://schemas.openxmlformats.org/drawingml/2006/main">
            <a:r>
              <a:t/>
            </a:r>
          </a:p>
          <a:p xmlns:a="http://schemas.openxmlformats.org/drawingml/2006/main">
            <a:r>
              <a:t>**왜 필요한가.** “안 돼요”보다 파일 경로와 입력 하나를 제시하면 재현 범위가 좁아지고 원인 추측을 줄입니다.</a:t>
            </a:r>
          </a:p>
          <a:p xmlns:a="http://schemas.openxmlformats.org/drawingml/2006/main">
            <a:r>
              <a:t/>
            </a:r>
          </a:p>
          <a:p xmlns:a="http://schemas.openxmlformats.org/drawingml/2006/main">
            <a:r>
              <a:t>**예를 따라 읽기.** 입력 28, 기대 주의, 실제 정상,baseline.py 실행이라는 네 정보가 있으면 경계 문제를 재현할 수 있습니다.</a:t>
            </a:r>
          </a:p>
          <a:p xmlns:a="http://schemas.openxmlformats.org/drawingml/2006/main">
            <a:r>
              <a:t/>
            </a:r>
          </a:p>
          <a:p xmlns:a="http://schemas.openxmlformats.org/drawingml/2006/main">
            <a:r>
              <a:t>**헷갈리는 반례.** 관찰하지 않은 원인을 확정해“AI가 고장 났다”고 쓰면 다음 확인 행동이 불명확합니다.</a:t>
            </a:r>
          </a:p>
          <a:p xmlns:a="http://schemas.openxmlformats.org/drawingml/2006/main">
            <a:r>
              <a:t/>
            </a:r>
          </a:p>
          <a:p xmlns:a="http://schemas.openxmlformats.org/drawingml/2006/main">
            <a:r>
              <a:t>**직접 적용.** 실패한 사례 하나 고르기 → 파일·명령·입력·기대·실제 쓰기 → 추정 원인과 관찰 사실 분리하기 → 짝이 같은 문제를 재현할 수 있는 지 읽기</a:t>
            </a:r>
          </a:p>
          <a:p xmlns:a="http://schemas.openxmlformats.org/drawingml/2006/main">
            <a:r>
              <a:t/>
            </a:r>
          </a:p>
          <a:p xmlns:a="http://schemas.openxmlformats.org/drawingml/2006/main">
            <a:r>
              <a:t>**설명할 질문.** 관찰 사실과 원인 추정은 왜 나누어 쓰나요?</a:t>
            </a:r>
          </a:p>
          <a:p xmlns:a="http://schemas.openxmlformats.org/drawingml/2006/main">
            <a:r>
              <a:t/>
            </a:r>
          </a:p>
          <a:p xmlns:a="http://schemas.openxmlformats.org/drawingml/2006/main">
            <a:r>
              <a:t>**막혔을 때.** 실행 화면을 남기지 못 했으면 실제 출력 문구를 그대로 적고 확인하지 않은 내용은 비워 둡니다.</a:t>
            </a:r>
          </a:p>
          <a:p xmlns:a="http://schemas.openxmlformats.org/drawingml/2006/main">
            <a:r>
              <a:t/>
            </a:r>
          </a:p>
          <a:p xmlns:a="http://schemas.openxmlformats.org/drawingml/2006/main">
            <a:r>
              <a:t>입력·답칸·확인 순서는 [실습지의 A13](practice-guide.md#a13)와 [활동 원문](examples/course/data/A13_input.md)에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현재 위치와 관찰 방식도 적습니다.</a:t>
            </a:r>
          </a:p>
          <a:p xmlns:a="http://schemas.openxmlformats.org/drawingml/2006/main">
            <a:r>
              <a:t/>
            </a:r>
          </a:p>
          <a:p xmlns:a="http://schemas.openxmlformats.org/drawingml/2006/main">
            <a:r>
              <a:t>표와 문장을 읽는 방법: 파일·명령·입력·기대·실제를 남깁니다. 관찰 사실과 원인 추정을 구별합니다.</a:t>
            </a:r>
          </a:p>
          <a:p xmlns:a="http://schemas.openxmlformats.org/drawingml/2006/main">
            <a:r>
              <a:t>예상 결과: 기준 28과 함수 이름을 유지한다고 씁니다. 실패한 입력을 다음 요청에 연결합니다.</a:t>
            </a:r>
          </a:p>
          <a:p xmlns:a="http://schemas.openxmlformats.org/drawingml/2006/main">
            <a:r>
              <a:t/>
            </a:r>
          </a:p>
          <a:p xmlns:a="http://schemas.openxmlformats.org/drawingml/2006/main">
            <a:r>
              <a:t>판단 해설: 파일·명령·입력·기대 입력 오류·실제 TypeError를 씁니다. 코드 확인 전 종류 검사 누락은 추정입니다. 직접 실행·강사 관찰·제공 결과 읽기를 구별합니다.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기준 28과 함수 이름을 유지한다고 씁니다. 실패한 입력을 다음 요청에 연결합니다.</a:t>
            </a:r>
          </a:p>
          <a:p xmlns:a="http://schemas.openxmlformats.org/drawingml/2006/main">
            <a:r>
              <a:t/>
            </a:r>
          </a:p>
          <a:p xmlns:a="http://schemas.openxmlformats.org/drawingml/2006/main">
            <a:r>
              <a:t>개념과 연결: 파일·명령·입력·기대·실제를 남깁니다. 관찰 사실과 원인 추정을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파일·명령·입력·기대 입력 오류·실제 TypeError를 씁니다. 코드 확인 전 종류 검사 누락은 추정입니다. 직접 실행·강사 관찰·제공 결과 읽기를 구별합니다.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"뜨거움" 입력에서 TypeError가 나왔습니다. 재현 보고 다섯 줄을 작성하세요.</a:t>
            </a:r>
          </a:p>
          <a:p xmlns:a="http://schemas.openxmlformats.org/drawingml/2006/main">
            <a:r>
              <a:t/>
            </a:r>
          </a:p>
          <a:p xmlns:a="http://schemas.openxmlformats.org/drawingml/2006/main">
            <a:r>
              <a:t>정답과 풀이: 파일·명령·입력·기대 입력 오류·실제 TypeError를 씁니다. 코드 확인 전 종류 검사 누락은 추정입니다. 직접 실행·강사 관찰·제공 결과 읽기를 구별합니다.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A14의 개념과 원문 해설입니다.</a:t>
            </a:r>
          </a:p>
          <a:p xmlns:a="http://schemas.openxmlformats.org/drawingml/2006/main">
            <a:r>
              <a:t>### A14 · 수정 요청을 좁히기</a:t>
            </a:r>
          </a:p>
          <a:p xmlns:a="http://schemas.openxmlformats.org/drawingml/2006/main">
            <a:r>
              <a:t/>
            </a:r>
          </a:p>
          <a:p xmlns:a="http://schemas.openxmlformats.org/drawingml/2006/main">
            <a:r>
              <a:t>**뜻과 비유.** 추가 요청은 실패한 조건과 유지할 조건을 함께 적는 것입니다. 문제가 하나 발견됐다고 전체 프로그램을 다시 만드는 요청으로 넓히지 않습니다.</a:t>
            </a:r>
          </a:p>
          <a:p xmlns:a="http://schemas.openxmlformats.org/drawingml/2006/main">
            <a:r>
              <a:t/>
            </a:r>
          </a:p>
          <a:p xmlns:a="http://schemas.openxmlformats.org/drawingml/2006/main">
            <a:r>
              <a:t>**왜 필요한가.** 작은 수정은 이미 통과한 사례를 보존하는지 재확인하기 쉽습니다.</a:t>
            </a:r>
          </a:p>
          <a:p xmlns:a="http://schemas.openxmlformats.org/drawingml/2006/main">
            <a:r>
              <a:t/>
            </a:r>
          </a:p>
          <a:p xmlns:a="http://schemas.openxmlformats.org/drawingml/2006/main">
            <a:r>
              <a:t>**예를 따라 읽기.** “28의 기대는 주의인데 정상입니다. 기준 28과 함수 이름을 유지하고 비교 조건만 검토해 주세요.”</a:t>
            </a:r>
          </a:p>
          <a:p xmlns:a="http://schemas.openxmlformats.org/drawingml/2006/main">
            <a:r>
              <a:t/>
            </a:r>
          </a:p>
          <a:p xmlns:a="http://schemas.openxmlformats.org/drawingml/2006/main">
            <a:r>
              <a:t>**헷갈리는 반례.** “전부 새로 고쳐”는 빈 값 처리나 이름까지 바꾸어 새 문제를 만들 수 있습니다.</a:t>
            </a:r>
          </a:p>
          <a:p xmlns:a="http://schemas.openxmlformats.org/drawingml/2006/main">
            <a:r>
              <a:t/>
            </a:r>
          </a:p>
          <a:p xmlns:a="http://schemas.openxmlformats.org/drawingml/2006/main">
            <a:r>
              <a:t>**직접 적용.** 이전 실패에서 추가 요청한 문단 쓰기 → 수정 대상과 유지 대상 분리하기 → 응답 B가 주장한 범위 읽기 → 실행으로 확인할 주장 표시하기</a:t>
            </a:r>
          </a:p>
          <a:p xmlns:a="http://schemas.openxmlformats.org/drawingml/2006/main">
            <a:r>
              <a:t/>
            </a:r>
          </a:p>
          <a:p xmlns:a="http://schemas.openxmlformats.org/drawingml/2006/main">
            <a:r>
              <a:t>**설명할 질문.** 추가 요청에서도 유지할 조건을 다시 적는 이유는 무엇인가요?</a:t>
            </a:r>
          </a:p>
          <a:p xmlns:a="http://schemas.openxmlformats.org/drawingml/2006/main">
            <a:r>
              <a:t/>
            </a:r>
          </a:p>
          <a:p xmlns:a="http://schemas.openxmlformats.org/drawingml/2006/main">
            <a:r>
              <a:t>**막혔을 때.** 응답에 없는 검증을 했다고 추측하지 말고 별도 확인 항목으로 남깁니다.</a:t>
            </a:r>
          </a:p>
          <a:p xmlns:a="http://schemas.openxmlformats.org/drawingml/2006/main">
            <a:r>
              <a:t/>
            </a:r>
          </a:p>
          <a:p xmlns:a="http://schemas.openxmlformats.org/drawingml/2006/main">
            <a:r>
              <a:t>입력·답칸·확인 순서는 [실습지의 A14](practice-guide.md#a14)와 [활동 원문](examples/course/data/A14_input.md)에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28의 기대는 주의인데 정상입니다. 기준 28과 함수 이름을 유지합니다. 경계 비교를 검토해 주세요.</a:t>
            </a:r>
          </a:p>
          <a:p xmlns:a="http://schemas.openxmlformats.org/drawingml/2006/main">
            <a:r>
              <a:t/>
            </a:r>
          </a:p>
          <a:p xmlns:a="http://schemas.openxmlformats.org/drawingml/2006/main">
            <a:r>
              <a:t>표와 문장을 읽는 방법: 실패 조건과 유지 조건을 함께 씁니다. 전체 재작성보다 확인할 문제를 정합니다.</a:t>
            </a:r>
          </a:p>
          <a:p xmlns:a="http://schemas.openxmlformats.org/drawingml/2006/main">
            <a:r>
              <a:t>예상 결과: 설명만 읽고 검사가 끝났다고 쓰지 않습니다. 수정한 파일에 같은 입력을 적용합니다.</a:t>
            </a:r>
          </a:p>
          <a:p xmlns:a="http://schemas.openxmlformats.org/drawingml/2006/main">
            <a:r>
              <a:t/>
            </a:r>
          </a:p>
          <a:p xmlns:a="http://schemas.openxmlformats.org/drawingml/2006/main">
            <a:r>
              <a:t>판단 해설: 작은 수정이 이름·기준·누락 처리 등 이미 맞던 계약을 바꾸지 않도록 합니다. 응답이 검사했다고 주장하면 실제 대상과 실행 근거를 확인합니다.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설명만 읽고 검사가 끝났다고 쓰지 않습니다. 수정한 파일에 같은 입력을 적용합니다.</a:t>
            </a:r>
          </a:p>
          <a:p xmlns:a="http://schemas.openxmlformats.org/drawingml/2006/main">
            <a:r>
              <a:t/>
            </a:r>
          </a:p>
          <a:p xmlns:a="http://schemas.openxmlformats.org/drawingml/2006/main">
            <a:r>
              <a:t>개념과 연결: 실패 조건과 유지 조건을 함께 씁니다. 전체 재작성보다 확인할 문제를 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작은 수정이 이름·기준·누락 처리 등 이미 맞던 계약을 바꾸지 않도록 합니다. 응답이 검사했다고 주장하면 실제 대상과 실행 근거를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추가 요청에 유지 조건을 다시 쓰는 이유는?</a:t>
            </a:r>
          </a:p>
          <a:p xmlns:a="http://schemas.openxmlformats.org/drawingml/2006/main">
            <a:r>
              <a:t/>
            </a:r>
          </a:p>
          <a:p xmlns:a="http://schemas.openxmlformats.org/drawingml/2006/main">
            <a:r>
              <a:t>정답과 풀이: 작은 수정이 이름·기준·누락 처리 등 이미 맞던 계약을 바꾸지 않도록 합니다. 응답이 검사했다고 주장하면 실제 대상과 실행 근거를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A15의 개념과 원문 해설입니다.</a:t>
            </a:r>
          </a:p>
          <a:p xmlns:a="http://schemas.openxmlformats.org/drawingml/2006/main">
            <a:r>
              <a:t>### A15 · 회귀 확인과 증거</a:t>
            </a:r>
          </a:p>
          <a:p xmlns:a="http://schemas.openxmlformats.org/drawingml/2006/main">
            <a:r>
              <a:t/>
            </a:r>
          </a:p>
          <a:p xmlns:a="http://schemas.openxmlformats.org/drawingml/2006/main">
            <a:r>
              <a:t>**뜻과 비유.** 회귀는 수정한 뒤 예전에 맞던 동작이 다시 틀리는 현상입니다. 수정한 사례 뿐 아니라 관련된 기존 사례도 함께 확인합니다.</a:t>
            </a:r>
          </a:p>
          <a:p xmlns:a="http://schemas.openxmlformats.org/drawingml/2006/main">
            <a:r>
              <a:t/>
            </a:r>
          </a:p>
          <a:p xmlns:a="http://schemas.openxmlformats.org/drawingml/2006/main">
            <a:r>
              <a:t>**왜 필요한가.** 경계를 고치며 기준을 27로 바꾸면 28 은 맞아도 27.9가 틀려집니다.</a:t>
            </a:r>
          </a:p>
          <a:p xmlns:a="http://schemas.openxmlformats.org/drawingml/2006/main">
            <a:r>
              <a:t/>
            </a:r>
          </a:p>
          <a:p xmlns:a="http://schemas.openxmlformats.org/drawingml/2006/main">
            <a:r>
              <a:t>**예를 따라 읽기.** baseline·proposal_a·reviewed의 아홉 결과를 같은 기대 값으로 비교합니다.</a:t>
            </a:r>
          </a:p>
          <a:p xmlns:a="http://schemas.openxmlformats.org/drawingml/2006/main">
            <a:r>
              <a:t/>
            </a:r>
          </a:p>
          <a:p xmlns:a="http://schemas.openxmlformats.org/drawingml/2006/main">
            <a:r>
              <a:t>**헷갈리는 반례.** 검사를 새 코드에 유리하게 바꾸거나 통과 한 줄만 보고하면 근거가 사라집니다.</a:t>
            </a:r>
          </a:p>
          <a:p xmlns:a="http://schemas.openxmlformats.org/drawingml/2006/main">
            <a:r>
              <a:t/>
            </a:r>
          </a:p>
          <a:p xmlns:a="http://schemas.openxmlformats.org/drawingml/2006/main">
            <a:r>
              <a:t>**직접 적용.** 세 후보에 같은 검사 실행하기 → 통과 수와 실패 입력 표로 비교하기 → 요구 위반과 실패의 연결 쓰기 → 원본 검사 파일이 유지됐는지 확인하기</a:t>
            </a:r>
          </a:p>
          <a:p xmlns:a="http://schemas.openxmlformats.org/drawingml/2006/main">
            <a:r>
              <a:t/>
            </a:r>
          </a:p>
          <a:p xmlns:a="http://schemas.openxmlformats.org/drawingml/2006/main">
            <a:r>
              <a:t>**설명할 질문.** 통과 수만 같으면 같은 품질이라고 할 수 있나요?</a:t>
            </a:r>
          </a:p>
          <a:p xmlns:a="http://schemas.openxmlformats.org/drawingml/2006/main">
            <a:r>
              <a:t/>
            </a:r>
          </a:p>
          <a:p xmlns:a="http://schemas.openxmlformats.org/drawingml/2006/main">
            <a:r>
              <a:t>**막혔을 때.** FAIL 수가 줄어도 새로운 실패가 입력되었는지 각 행을 확인합니다.</a:t>
            </a:r>
          </a:p>
          <a:p xmlns:a="http://schemas.openxmlformats.org/drawingml/2006/main">
            <a:r>
              <a:t/>
            </a:r>
          </a:p>
          <a:p xmlns:a="http://schemas.openxmlformats.org/drawingml/2006/main">
            <a:r>
              <a:t>입력·답칸·확인 순서는 [실습지의 A15](practice-guide.md#a15)와 [활동 원문](examples/course/data/A15_input.md)에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회귀 확인의 예</a:t>
            </a:r>
          </a:p>
          <a:p xmlns:a="http://schemas.openxmlformats.org/drawingml/2006/main">
            <a:r>
              <a:t>실행 위치: course. 기준은 동일합니다.</a:t>
            </a:r>
          </a:p>
          <a:p xmlns:a="http://schemas.openxmlformats.org/drawingml/2006/main">
            <a:r>
              <a:t/>
            </a:r>
          </a:p>
          <a:p xmlns:a="http://schemas.openxmlformats.org/drawingml/2006/main">
            <a:r>
              <a:t>python code/check_cases.py code/baseline.py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python code/check_cases.py code/proposal_a.py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python code/check_cases.py code/reviewed.py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예상과 확인: reviewed는 제공 아홉 사례에서 9/9입니다. 모든 실제 센서 조건의 보장은 아닙니다.</a:t>
            </a:r>
          </a:p>
          <a:p xmlns:a="http://schemas.openxmlformats.org/drawingml/2006/main">
            <a:r>
              <a:t>판단 해설: 실패한 입력이 다를 수 있으므로 각 행과 요구 위반을 비교합니다. 실패가 줄었어도 새로운 회귀가 생겼는지 확인합니다.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python code/check_cases.py code/baseline.py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python code/check_cases.py code/proposal_a.py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python code/check_cases.py code/reviewed.py</a:t>
            </a:r>
          </a:p>
          <a:p xmlns:a="http://schemas.openxmlformats.org/drawingml/2006/main">
            <a:r>
              <a:t>뜻: python은 지정 스크립트를 실행한다. 현재 위치는 course이며 뒤 인수는 확인할 파일이다. -X utf8은 한글 출력 인코딩을 맞춘다.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reviewed는 제공 아홉 사례에서 9/9입니다. 모든 실제 센서 조건의 보장은 아닙니다.</a:t>
            </a:r>
          </a:p>
          <a:p xmlns:a="http://schemas.openxmlformats.org/drawingml/2006/main">
            <a:r>
              <a:t/>
            </a:r>
          </a:p>
          <a:p xmlns:a="http://schemas.openxmlformats.org/drawingml/2006/main">
            <a:r>
              <a:t>개념과 연결: 고친 뒤 예전 동작도 다시 확인합니다. 세 후보에 같은 검사 기준을 적용합니다.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실패한 입력이 다를 수 있으므로 각 행과 요구 위반을 비교합니다. 실패가 줄었어도 새로운 회귀가 생겼는지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두 코드의 통과 수가 같습니다. 같은 품질이라고 판단할 수 있나요?</a:t>
            </a:r>
          </a:p>
          <a:p xmlns:a="http://schemas.openxmlformats.org/drawingml/2006/main">
            <a:r>
              <a:t/>
            </a:r>
          </a:p>
          <a:p xmlns:a="http://schemas.openxmlformats.org/drawingml/2006/main">
            <a:r>
              <a:t>정답과 풀이: 실패한 입력이 다를 수 있으므로 각 행과 요구 위반을 비교합니다. 실패가 줄었어도 새로운 회귀가 생겼는지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주제는 새 요청과 인수인계입니다.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특정 호출과 전체 기본값 변경을 구별합니다. 새 요구의 승인과 시험 범위를 남깁니다.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A16의 개념과 원문 해설입니다.</a:t>
            </a:r>
          </a:p>
          <a:p xmlns:a="http://schemas.openxmlformats.org/drawingml/2006/main">
            <a:r>
              <a:t>### A16 · 새 조건의 영향 분석</a:t>
            </a:r>
          </a:p>
          <a:p xmlns:a="http://schemas.openxmlformats.org/drawingml/2006/main">
            <a:r>
              <a:t/>
            </a:r>
          </a:p>
          <a:p xmlns:a="http://schemas.openxmlformats.org/drawingml/2006/main">
            <a:r>
              <a:t>#### 사례로 이해하기 · 새 기준과 완료 범위를 인계하기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담당자가 새 장소에는 기준 30을 적용해 달라고 승인했습니다. 기존 모든 장소의 기본값을 30으로 바꾸면 이전 업무가 달라집니다. 새 요청이 특정 장소만의 조건인지 전체 기본값 변경인지 먼저 확인하고 영향 받는 호출과 검사를 찾습니다.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함수 인수는 호출할 때 전달하는 입력입니다. 기본값은 그 인수를 생략했을 때 사용하는 값입니다. `classify(29.9, threshold=30)`과 `classify(29.9)`는 같은 입력 온도지만 기준이 다르므로 결과가 다를 수 있습니다. 요구 변경은 검사의 기대를 바꿀 수 있으나 어떤 승인된 요구에 따른 변경인지 근거를 남겨야 합니다. 기존 실패를 숨기려고 기대를 바꾼 상황과 구별합니다.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새 장소 요청서에 기준 30, 기본 계약 28 유지, 유효 범위 0~50 유지라고 씁니다. 새 호출의 29.9는 정상, 30과 30.1은 주의입니다. 기본 호출의 28은 여전히 주의입니다. None은 두 호출 모두 미측정이고 범위 밖은 입력 오류입니다. 인계에는 수정한 파일, 변경 조건, 기본 아홉 사례 결과, 새 경계 세 사례 결과, 실제 AI 호출 여부를 씁니다. 오늘은 제공 응답을 검토한 오프라인 활동이며 실제 센서 안전 판단과 실제 AI 서비스 연결은 확인하지 않았다고 기록합니다.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기준 30을 특정 장소에만 적용하는 요청과 전체 기본값을 30으로 바꾸는 요청을 각각 한 문장으로 작성하세요. 두 요청에서 기대가 달라질 기본 호출 한 개를 고르고, 동료가 다시 확인할 명령과 자료 위치를 인계문에 넣으세요.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특정 장소에는 threshold 인수를 명시하고 전체 변경에는 기본값 변경 승인을 명시합니다. 기본 classify(28)은 전자에서 주의, 후자에서 정상입니다. “새 검사가 통과했으니 모든 서비스 운영 완료”는 검증 범위를 넘었습니다. “새 요청은 절대 기대를 바꾸면 안 된다”도 승인된 요구 변경을 무시합니다.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기본값과 인수는 왜 구별하나요? 영향 받는 호출 범위가 다릅니다. ② 동료가 같은 결과를 보려면 무엇이 필요한가요? 대상 파일·실행 위치·입력·기대를 연결한 기록입니다. ③ 아직 모르는 사항은 어떻게 전달하나요? 실제 환경, 장비, 계정 등 미확인 항목과 다음 확인 담당을 구체적으로 남깁니다.</a:t>
            </a:r>
          </a:p>
          <a:p xmlns:a="http://schemas.openxmlformats.org/drawingml/2006/main">
            <a:r>
              <a:t/>
            </a:r>
          </a:p>
          <a:p xmlns:a="http://schemas.openxmlformats.org/drawingml/2006/main">
            <a:r>
              <a:t>**뜻과 비유.** 새 업무 조건은 기존 규칙과 독립인지 먼저 확인한 뒤 작은 사례로 설계합니다. 오늘은 추가 코드보다 변경이 영향 줄 입력을 설명하는 일에 집중합니다.</a:t>
            </a:r>
          </a:p>
          <a:p xmlns:a="http://schemas.openxmlformats.org/drawingml/2006/main">
            <a:r>
              <a:t/>
            </a:r>
          </a:p>
          <a:p xmlns:a="http://schemas.openxmlformats.org/drawingml/2006/main">
            <a:r>
              <a:t>**왜 필요한가.** 특수 기준을 추가하면 조건 순서와 기존 계약을 함께 검토해야합니다.</a:t>
            </a:r>
          </a:p>
          <a:p xmlns:a="http://schemas.openxmlformats.org/drawingml/2006/main">
            <a:r>
              <a:t/>
            </a:r>
          </a:p>
          <a:p xmlns:a="http://schemas.openxmlformats.org/drawingml/2006/main">
            <a:r>
              <a:t>**예를 따라 읽기.** 담당자가 기준을 30으로 바꿔 달라고 새로 요청했다면 29.9·30·30.1을 새 경계로 예상합니다.</a:t>
            </a:r>
          </a:p>
          <a:p xmlns:a="http://schemas.openxmlformats.org/drawingml/2006/main">
            <a:r>
              <a:t/>
            </a:r>
          </a:p>
          <a:p xmlns:a="http://schemas.openxmlformats.org/drawingml/2006/main">
            <a:r>
              <a:t>**헷갈리는 반례.** 승인된 새 요청 없이 기준을 바꾸는 것과 업무 담당자가 조건을 변경한 것은 다릅니다.</a:t>
            </a:r>
          </a:p>
          <a:p xmlns:a="http://schemas.openxmlformats.org/drawingml/2006/main">
            <a:r>
              <a:t/>
            </a:r>
          </a:p>
          <a:p xmlns:a="http://schemas.openxmlformats.org/drawingml/2006/main">
            <a:r>
              <a:t>**직접 적용.** 기준 30이라는 새 요청서 작성하기 → 영향 받을 기대 값 찾기 → 29.9·30·30.1의 예상 작성하기 → 기본 기준 28 을 유지할지 인수로 전달할지 설명하기</a:t>
            </a:r>
          </a:p>
          <a:p xmlns:a="http://schemas.openxmlformats.org/drawingml/2006/main">
            <a:r>
              <a:t/>
            </a:r>
          </a:p>
          <a:p xmlns:a="http://schemas.openxmlformats.org/drawingml/2006/main">
            <a:r>
              <a:t>**설명할 질문.** 새 조건에서 어떤 기존 검사를 그대로 써야하나요?</a:t>
            </a:r>
          </a:p>
          <a:p xmlns:a="http://schemas.openxmlformats.org/drawingml/2006/main">
            <a:r>
              <a:t/>
            </a:r>
          </a:p>
          <a:p xmlns:a="http://schemas.openxmlformats.org/drawingml/2006/main">
            <a:r>
              <a:t>**막혔을 때.** 기본 기준 변경과 함수 인수 전달을 혼동하면 classify(30,threshold =30)호출 예를 읽습니다.</a:t>
            </a:r>
          </a:p>
          <a:p xmlns:a="http://schemas.openxmlformats.org/drawingml/2006/main">
            <a:r>
              <a:t/>
            </a:r>
          </a:p>
          <a:p xmlns:a="http://schemas.openxmlformats.org/drawingml/2006/main">
            <a:r>
              <a:t>입력·답칸·확인 순서는 [실습지의 A16](practice-guide.md#a16)와 [활동 원문](examples/course/data/A16_input.md)에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새 기준의 영향의 예</a:t>
            </a:r>
          </a:p>
          <a:p xmlns:a="http://schemas.openxmlformats.org/drawingml/2006/main">
            <a:r>
              <a:t>호출 발췌: reviewed의 classify가 필요합니다.</a:t>
            </a:r>
          </a:p>
          <a:p xmlns:a="http://schemas.openxmlformats.org/drawingml/2006/main">
            <a:r>
              <a:t/>
            </a:r>
          </a:p>
          <a:p xmlns:a="http://schemas.openxmlformats.org/drawingml/2006/main">
            <a:r>
              <a:t>classify(28)</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classify(29.9, threshold=30)</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classify(30, threshold=30)</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기본 28은 주의입니다. 기준 30에서 29.9는 정상, 30은 주의입니다.</a:t>
            </a:r>
          </a:p>
          <a:p xmlns:a="http://schemas.openxmlformats.org/drawingml/2006/main">
            <a:r>
              <a:t>판단 해설: 특정 호출은 threshold=30을 명시하고 전체 기본값 변경에는 별도 요구 승인이 필요합니다. 새 경계29.9·30·30.1과 기존 기본 검사를 함께 확인합니다.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classify(28)</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classify(29.9, threshold=30)</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classify(30, threshold=30)</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기본 28은 주의입니다. 기준 30에서 29.9는 정상, 30은 주의입니다.</a:t>
            </a:r>
          </a:p>
          <a:p xmlns:a="http://schemas.openxmlformats.org/drawingml/2006/main">
            <a:r>
              <a:t/>
            </a:r>
          </a:p>
          <a:p xmlns:a="http://schemas.openxmlformats.org/drawingml/2006/main">
            <a:r>
              <a:t>개념과 연결: 특정 장소만 기준 30을 사용합니다. 기본값 28과 호출 인수를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특정 호출은 threshold=30을 명시하고 전체 기본값 변경에는 별도 요구 승인이 필요합니다. 새 경계29.9·30·30.1과 기존 기본 검사를 함께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특정 장소만 바꾸는 요청과 전체 변경은? 영향 받을 호출을 구별해 보세요.</a:t>
            </a:r>
          </a:p>
          <a:p xmlns:a="http://schemas.openxmlformats.org/drawingml/2006/main">
            <a:r>
              <a:t/>
            </a:r>
          </a:p>
          <a:p xmlns:a="http://schemas.openxmlformats.org/drawingml/2006/main">
            <a:r>
              <a:t>정답과 풀이: 특정 호출은 threshold=30을 명시하고 전체 기본값 변경에는 별도 요구 승인이 필요합니다. 새 경계29.9·30·30.1과 기존 기본 검사를 함께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A17의 개념과 원문 해설입니다.</a:t>
            </a:r>
          </a:p>
          <a:p xmlns:a="http://schemas.openxmlformats.org/drawingml/2006/main">
            <a:r>
              <a:t>### A17 · 동료의 변경을 설명하기</a:t>
            </a:r>
          </a:p>
          <a:p xmlns:a="http://schemas.openxmlformats.org/drawingml/2006/main">
            <a:r>
              <a:t/>
            </a:r>
          </a:p>
          <a:p xmlns:a="http://schemas.openxmlformats.org/drawingml/2006/main">
            <a:r>
              <a:t>**뜻과 비유.** 동료 검토는 작성자의 설명 없이도 요구·변경·검사 근거를 찾을 수 있는지 확인하는 과정입니다.</a:t>
            </a:r>
          </a:p>
          <a:p xmlns:a="http://schemas.openxmlformats.org/drawingml/2006/main">
            <a:r>
              <a:t/>
            </a:r>
          </a:p>
          <a:p xmlns:a="http://schemas.openxmlformats.org/drawingml/2006/main">
            <a:r>
              <a:t>**왜 필요한가.** 다른 사람에게 설명할 수 없다면 어떤 줄을 왜 바꿨는지 자신도 놓친 부분이 있을 수 있습니다.</a:t>
            </a:r>
          </a:p>
          <a:p xmlns:a="http://schemas.openxmlformats.org/drawingml/2006/main">
            <a:r>
              <a:t/>
            </a:r>
          </a:p>
          <a:p xmlns:a="http://schemas.openxmlformats.org/drawingml/2006/main">
            <a:r>
              <a:t>**예를 따라 읽기.** 짝은 None 처리와&gt;=조건을 찾고 요청서 및 검사 입력을 한 곳씩 연결합니다.</a:t>
            </a:r>
          </a:p>
          <a:p xmlns:a="http://schemas.openxmlformats.org/drawingml/2006/main">
            <a:r>
              <a:t/>
            </a:r>
          </a:p>
          <a:p xmlns:a="http://schemas.openxmlformats.org/drawingml/2006/main">
            <a:r>
              <a:t>**헷갈리는 반례.** “테스트됐음”한 줄만 있으면 실행한 대상과 입력이 불명확합니다.</a:t>
            </a:r>
          </a:p>
          <a:p xmlns:a="http://schemas.openxmlformats.org/drawingml/2006/main">
            <a:r>
              <a:t/>
            </a:r>
          </a:p>
          <a:p xmlns:a="http://schemas.openxmlformats.org/drawingml/2006/main">
            <a:r>
              <a:t>**직접 적용.** 작업본과 검토 노트를 짝에게 전달하기 → 요구 두 개에 대응하는 줄 찾기 → 검사 결과 한 개를 재현하기 → 부족한 설명하나 보완하기</a:t>
            </a:r>
          </a:p>
          <a:p xmlns:a="http://schemas.openxmlformats.org/drawingml/2006/main">
            <a:r>
              <a:t/>
            </a:r>
          </a:p>
          <a:p xmlns:a="http://schemas.openxmlformats.org/drawingml/2006/main">
            <a:r>
              <a:t>**설명할 질문.** 동료가 다시 확인하려면 어떤 정보가 있어야하나요?</a:t>
            </a:r>
          </a:p>
          <a:p xmlns:a="http://schemas.openxmlformats.org/drawingml/2006/main">
            <a:r>
              <a:t/>
            </a:r>
          </a:p>
          <a:p xmlns:a="http://schemas.openxmlformats.org/drawingml/2006/main">
            <a:r>
              <a:t>**막혔을 때.** 짝의 작업본을 바로 덮어쓰지 말고 수정 제안을 먼저 기록합니다.</a:t>
            </a:r>
          </a:p>
          <a:p xmlns:a="http://schemas.openxmlformats.org/drawingml/2006/main">
            <a:r>
              <a:t/>
            </a:r>
          </a:p>
          <a:p xmlns:a="http://schemas.openxmlformats.org/drawingml/2006/main">
            <a:r>
              <a:t>입력·답칸·확인 순서는 [실습지의 A17](practice-guide.md#a17)와 [활동 원문](examples/course/data/A17_input.md)에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작업본을 바로 덮어쓰지 않습니다.</a:t>
            </a:r>
          </a:p>
          <a:p xmlns:a="http://schemas.openxmlformats.org/drawingml/2006/main">
            <a:r>
              <a:t/>
            </a:r>
          </a:p>
          <a:p xmlns:a="http://schemas.openxmlformats.org/drawingml/2006/main">
            <a:r>
              <a:t>표와 문장을 읽는 방법: 요구 한 개를 바뀐 줄과 연결합니다. 검사 한 개를 동료가 다시 확인합니다.</a:t>
            </a:r>
          </a:p>
          <a:p xmlns:a="http://schemas.openxmlformats.org/drawingml/2006/main">
            <a:r>
              <a:t>예상 결과: 동료가 파일과 실행 경로를 찾을 수 있어야 합니다. 부족한 설명을 검토 메모로 남깁니다.</a:t>
            </a:r>
          </a:p>
          <a:p xmlns:a="http://schemas.openxmlformats.org/drawingml/2006/main">
            <a:r>
              <a:t/>
            </a:r>
          </a:p>
          <a:p xmlns:a="http://schemas.openxmlformats.org/drawingml/2006/main">
            <a:r>
              <a:t>판단 해설: 대상 파일·명령·입력·기대·실제와 수행 방법을 넣습니다. 실제로 하지 않은 검증은 미실행으로 남깁니다.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동료가 파일과 실행 경로를 찾을 수 있어야 합니다. 부족한 설명을 검토 메모로 남깁니다.</a:t>
            </a:r>
          </a:p>
          <a:p xmlns:a="http://schemas.openxmlformats.org/drawingml/2006/main">
            <a:r>
              <a:t/>
            </a:r>
          </a:p>
          <a:p xmlns:a="http://schemas.openxmlformats.org/drawingml/2006/main">
            <a:r>
              <a:t>개념과 연결: 요구 한 개를 바뀐 줄과 연결합니다. 검사 한 개를 동료가 다시 확인합니다.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대상 파일·명령·입력·기대·실제와 수행 방법을 넣습니다. 실제로 하지 않은 검증은 미실행으로 남깁니다.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“테스트됐음”만 적은 설명을 보완하세요.</a:t>
            </a:r>
          </a:p>
          <a:p xmlns:a="http://schemas.openxmlformats.org/drawingml/2006/main">
            <a:r>
              <a:t/>
            </a:r>
          </a:p>
          <a:p xmlns:a="http://schemas.openxmlformats.org/drawingml/2006/main">
            <a:r>
              <a:t>정답과 풀이: 대상 파일·명령·입력·기대·실제와 수행 방법을 넣습니다. 실제로 하지 않은 검증은 미실행으로 남깁니다.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A18의 개념과 원문 해설입니다.</a:t>
            </a:r>
          </a:p>
          <a:p xmlns:a="http://schemas.openxmlformats.org/drawingml/2006/main">
            <a:r>
              <a:t>### A18 · 완료 범위와 다음 확인</a:t>
            </a:r>
          </a:p>
          <a:p xmlns:a="http://schemas.openxmlformats.org/drawingml/2006/main">
            <a:r>
              <a:t/>
            </a:r>
          </a:p>
          <a:p xmlns:a="http://schemas.openxmlformats.org/drawingml/2006/main">
            <a:r>
              <a:t>**뜻과 비유.** 인수인계는 요청한 일, 실제 바뀐 것, 확인한 증거, 남은 조건을 다음 사람이 이해할 수 있게 남기는 일입니다.</a:t>
            </a:r>
          </a:p>
          <a:p xmlns:a="http://schemas.openxmlformats.org/drawingml/2006/main">
            <a:r>
              <a:t/>
            </a:r>
          </a:p>
          <a:p xmlns:a="http://schemas.openxmlformats.org/drawingml/2006/main">
            <a:r>
              <a:t>**왜 필요한가.** 합성 데이터 검사와 실제 센서 운영은 다른 범위입니다. 확인하지 않은 서비스 호출이나 장비 연결을 완료라고 쓰지 않습니다.</a:t>
            </a:r>
          </a:p>
          <a:p xmlns:a="http://schemas.openxmlformats.org/drawingml/2006/main">
            <a:r>
              <a:t/>
            </a:r>
          </a:p>
          <a:p xmlns:a="http://schemas.openxmlformats.org/drawingml/2006/main">
            <a:r>
              <a:t>**예를 따라 읽기.** 분류기 아홉 사례 통과·오프라인 응답 검토·실제 AI 호출 미 수행을 함께 적습니다.</a:t>
            </a:r>
          </a:p>
          <a:p xmlns:a="http://schemas.openxmlformats.org/drawingml/2006/main">
            <a:r>
              <a:t/>
            </a:r>
          </a:p>
          <a:p xmlns:a="http://schemas.openxmlformats.org/drawingml/2006/main">
            <a:r>
              <a:t>**헷갈리는 반례.** AI가 코드를 썼다고 가정하거나 검사 통과만으로 실제 안전 시스템 완성이라고 표현하지 않습니다.</a:t>
            </a:r>
          </a:p>
          <a:p xmlns:a="http://schemas.openxmlformats.org/drawingml/2006/main">
            <a:r>
              <a:t/>
            </a:r>
          </a:p>
          <a:p xmlns:a="http://schemas.openxmlformats.org/drawingml/2006/main">
            <a:r>
              <a:t>**직접 적용.** 세 문장 인계 작성하기 → 실제 AI 호출 여부 명시하기 → 미검증 조건 두 개 쓰기 → 새 질문:0과 None·기준과 경계·설명과 증거 답하기</a:t>
            </a:r>
          </a:p>
          <a:p xmlns:a="http://schemas.openxmlformats.org/drawingml/2006/main">
            <a:r>
              <a:t/>
            </a:r>
          </a:p>
          <a:p xmlns:a="http://schemas.openxmlformats.org/drawingml/2006/main">
            <a:r>
              <a:t>**설명할 질문.** 자료 작성과 실제 운영 검증을 어떻게 구분하나요?</a:t>
            </a:r>
          </a:p>
          <a:p xmlns:a="http://schemas.openxmlformats.org/drawingml/2006/main">
            <a:r>
              <a:t/>
            </a:r>
          </a:p>
          <a:p xmlns:a="http://schemas.openxmlformats.org/drawingml/2006/main">
            <a:r>
              <a:t>**막혔을 때.** 완료 문장이 추상적이면 파일·입력 수·실행 방법을 넣습니다.</a:t>
            </a:r>
          </a:p>
          <a:p xmlns:a="http://schemas.openxmlformats.org/drawingml/2006/main">
            <a:r>
              <a:t/>
            </a:r>
          </a:p>
          <a:p xmlns:a="http://schemas.openxmlformats.org/drawingml/2006/main">
            <a:r>
              <a:t>입력·답칸·확인 순서는 [실습지의 A18](practice-guide.md#a18)와 [활동 원문](examples/course/data/A18_input.md)에 있습니다.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다음 확인 조건도 함께 전달합니다.</a:t>
            </a:r>
          </a:p>
          <a:p xmlns:a="http://schemas.openxmlformats.org/drawingml/2006/main">
            <a:r>
              <a:t/>
            </a:r>
          </a:p>
          <a:p xmlns:a="http://schemas.openxmlformats.org/drawingml/2006/main">
            <a:r>
              <a:t>표와 문장을 읽는 방법: 바뀐 조건과 관찰한 결과를 보고합니다. 가상 검사와 실제 운영을 구별합니다.</a:t>
            </a:r>
          </a:p>
          <a:p xmlns:a="http://schemas.openxmlformats.org/drawingml/2006/main">
            <a:r>
              <a:t>예상 결과: 제공 응답 검토와 로컬 분류 검사를 남깁니다. 실제 AI가 작성했다고 추정하지 않습니다.</a:t>
            </a:r>
          </a:p>
          <a:p xmlns:a="http://schemas.openxmlformats.org/drawingml/2006/main">
            <a:r>
              <a:t/>
            </a:r>
          </a:p>
          <a:p xmlns:a="http://schemas.openxmlformats.org/drawingml/2006/main">
            <a:r>
              <a:t>판단 해설: 작업본의 조건 변경, 제공 검사 입력과 관찰 결과, 실제 AI 호출·센서·서비스 연결 등 미확인 범위를 구체적으로 적습니다.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제공 응답 검토와 로컬 분류 검사를 남깁니다. 실제 AI가 작성했다고 추정하지 않습니다.</a:t>
            </a:r>
          </a:p>
          <a:p xmlns:a="http://schemas.openxmlformats.org/drawingml/2006/main">
            <a:r>
              <a:t/>
            </a:r>
          </a:p>
          <a:p xmlns:a="http://schemas.openxmlformats.org/drawingml/2006/main">
            <a:r>
              <a:t>개념과 연결: 바뀐 조건과 관찰한 결과를 보고합니다. 가상 검사와 실제 운영을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작업본의 조건 변경, 제공 검사 입력과 관찰 결과, 실제 AI 호출·센서·서비스 연결 등 미확인 범위를 구체적으로 적습니다.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변경·근거·남은 확인을 한 문장씩 쓰세요.</a:t>
            </a:r>
          </a:p>
          <a:p xmlns:a="http://schemas.openxmlformats.org/drawingml/2006/main">
            <a:r>
              <a:t/>
            </a:r>
          </a:p>
          <a:p xmlns:a="http://schemas.openxmlformats.org/drawingml/2006/main">
            <a:r>
              <a:t>정답과 풀이: 작업본의 조건 변경, 제공 검사 입력과 관찰 결과, 실제 AI 호출·센서·서비스 연결 등 미확인 범위를 구체적으로 적습니다.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1 · 작업 요청과 공유 자료</a:t>
            </a:r>
          </a:p>
          <a:p xmlns:a="http://schemas.openxmlformats.org/drawingml/2006/main">
            <a:r>
              <a:t/>
            </a:r>
          </a:p>
          <a:p xmlns:a="http://schemas.openxmlformats.org/drawingml/2006/main">
            <a:r>
              <a:t>**문제:** 온도 경계 오류를 맡길 때 고객 연락처, 실제 API 키, 현재 함수, 가상 검사 입력, 실패 로그 중 무엇을 제공하나요? 다섯 줄 요청을 작성하세요.</a:t>
            </a:r>
          </a:p>
          <a:p xmlns:a="http://schemas.openxmlformats.org/drawingml/2006/main">
            <a:r>
              <a:t/>
            </a:r>
          </a:p>
          <a:p xmlns:a="http://schemas.openxmlformats.org/drawingml/2006/main">
            <a:r>
              <a:t>**해설·확인 기준:** 현재 함수·가상 검사 입력·비밀을 제거한 실패 로그를 제공합니다. 목적·대상·유지 조건·허용 행동·검증을 씁니다. 실제 키와 고객 연락처는 이번 문제의 근거에 필요하지 않습니다. 자료를 많이 보내는 것이 목표라는 답은 부족합니다.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2 · 새 경계 규칙</a:t>
            </a:r>
          </a:p>
          <a:p xmlns:a="http://schemas.openxmlformats.org/drawingml/2006/main">
            <a:r>
              <a:t/>
            </a:r>
          </a:p>
          <a:p xmlns:a="http://schemas.openxmlformats.org/drawingml/2006/main">
            <a:r>
              <a:t>**문제:** 업무 규칙은 5 초과 점검입니다. 4.9·5·5.1과 None의 기대를 쓰고 28 이상 주의 규칙과 비교 기호 차이를 설명하세요.</a:t>
            </a:r>
          </a:p>
          <a:p xmlns:a="http://schemas.openxmlformats.org/drawingml/2006/main">
            <a:r>
              <a:t/>
            </a:r>
          </a:p>
          <a:p xmlns:a="http://schemas.openxmlformats.org/drawingml/2006/main">
            <a:r>
              <a:t>**해설·확인 기준:** 정상·정상·점검이며 누락은 별도 미측정입니다. 초과는 &gt;, 이상은 &gt;=입니다. 함수 출력 문자열은 새로운 업무 계약에 맞게 명시합니다. 기준과 기호를 함께 설명하면 충족입니다.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3 · 주장과 근거</a:t>
            </a:r>
          </a:p>
          <a:p xmlns:a="http://schemas.openxmlformats.org/drawingml/2006/main">
            <a:r>
              <a:t/>
            </a:r>
          </a:p>
          <a:p xmlns:a="http://schemas.openxmlformats.org/drawingml/2006/main">
            <a:r>
              <a:t>**문제:** 응답은 “수정·검사·실제 운영 모두 완료”라고 합니다. 제공 근거는 코드 diff와 로컬 가상 검사 출력뿐입니다. 보고할 수 있는 범위와 남은 질문을 쓰세요.</a:t>
            </a:r>
          </a:p>
          <a:p xmlns:a="http://schemas.openxmlformats.org/drawingml/2006/main">
            <a:r>
              <a:t/>
            </a:r>
          </a:p>
          <a:p xmlns:a="http://schemas.openxmlformats.org/drawingml/2006/main">
            <a:r>
              <a:t>**해설·확인 기준:** 실제 변경과 해당 로컬 검사 결과까지 보고하고 실제 장비·서비스 운영은 미확인으로 남깁니다. 대상 파일·명령·입력이 필요합니다. 증거 부족을 자동 실패라고 단정하지 않습니다.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4 · 잘못된 입력의 해석</a:t>
            </a:r>
          </a:p>
          <a:p xmlns:a="http://schemas.openxmlformats.org/drawingml/2006/main">
            <a:r>
              <a:t/>
            </a:r>
          </a:p>
          <a:p xmlns:a="http://schemas.openxmlformats.org/drawingml/2006/main">
            <a:r>
              <a:t>**문제:** 0·None·True·문자 "28"·50·51을 현재 분류 계약으로 판단하고 종류 검사를 비교보다 먼저 해야 하는 이유를 쓰세요.</a:t>
            </a:r>
          </a:p>
          <a:p xmlns:a="http://schemas.openxmlformats.org/drawingml/2006/main">
            <a:r>
              <a:t/>
            </a:r>
          </a:p>
          <a:p xmlns:a="http://schemas.openxmlformats.org/drawingml/2006/main">
            <a:r>
              <a:t>**해설·확인 기준:** 정상·미측정·입력 오류·입력 오류·주의·입력 오류입니다. 문자나 불리언은 허용한 정확한 숫자 종류가 아니며 문자 비교는 예외를 낼 수 있습니다. None을 0으로 바꾸면 측정과 누락을 합칩니다.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5 · 재현 가능한 보고</a:t>
            </a:r>
          </a:p>
          <a:p xmlns:a="http://schemas.openxmlformats.org/drawingml/2006/main">
            <a:r>
              <a:t/>
            </a:r>
          </a:p>
          <a:p xmlns:a="http://schemas.openxmlformats.org/drawingml/2006/main">
            <a:r>
              <a:t>**문제:** 입력 문자 "뜨거움"에서 TypeError가 관찰되었습니다. 다른 사람이 재현할 수 있는 보고와 수정 뒤 회귀 확인 두 사례를 쓰세요.</a:t>
            </a:r>
          </a:p>
          <a:p xmlns:a="http://schemas.openxmlformats.org/drawingml/2006/main">
            <a:r>
              <a:t/>
            </a:r>
          </a:p>
          <a:p xmlns:a="http://schemas.openxmlformats.org/drawingml/2006/main">
            <a:r>
              <a:t>**해설·확인 기준:** 파일·현재 위치·명령·입력·기대 입력 오류·실제 TypeError·관찰 방식을 씁니다. 종류 검사 누락은 코드 확인 전 가설입니다. 기존 28 경계와 None 등을 다시 확인하여 이전 계약을 보존합니다.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6 · 기본값과 특정 호출</a:t>
            </a:r>
          </a:p>
          <a:p xmlns:a="http://schemas.openxmlformats.org/drawingml/2006/main">
            <a:r>
              <a:t/>
            </a:r>
          </a:p>
          <a:p xmlns:a="http://schemas.openxmlformats.org/drawingml/2006/main">
            <a:r>
              <a:t>**문제:** 특정 장소만 기준 30입니다. classify(28)과 classify(29.9,threshold=30)의 기대를 쓰고 인계에 남길 미확인 범위 두 개를 제시하세요.</a:t>
            </a:r>
          </a:p>
          <a:p xmlns:a="http://schemas.openxmlformats.org/drawingml/2006/main">
            <a:r>
              <a:t/>
            </a:r>
          </a:p>
          <a:p xmlns:a="http://schemas.openxmlformats.org/drawingml/2006/main">
            <a:r>
              <a:t>**해설·확인 기준:** 기본 호출은 주의, 기준 30 호출은 정상입니다. 기본값 28을 유지하고 특정 호출 인수를 지정합니다. 실제 AI 서비스 연결과 실제 센서 운영은 미확인입니다. 기본 전체 변경은 별도 요구라는 점을 설명하면 충족입니다.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변경한 파일과 목적을 적습니다. 입력·예상·실제 결과를 연결합니다. 직접 실행과 관찰 방식을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아직 확인하지 않은 조건을 두 개 쓰세요. 같은 결과를 다시 얻을 방법을 설명하세요.</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필수·추가 경로: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e50469f6d748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5bf88cbc8c048d5" /><Relationship Type="http://schemas.openxmlformats.org/officeDocument/2006/relationships/slideLayout" Target="/ppt/slideLayouts/slideLayout1.xml" Id="R1d2a8f0d321443c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d2a8f0d321443c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cf3306512f14d74" /><Relationship Type="http://schemas.openxmlformats.org/officeDocument/2006/relationships/notesSlide" Target="/ppt/notesSlides/notesSlide1.xml" Id="Rb300c02b6cde459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af7a30acb1c4fa9" /><Relationship Type="http://schemas.openxmlformats.org/officeDocument/2006/relationships/notesSlide" Target="/ppt/notesSlides/notesSlide2.xml" Id="Rc103c4f8a2bd40e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01fa32e57684dad" /><Relationship Type="http://schemas.openxmlformats.org/officeDocument/2006/relationships/notesSlide" Target="/ppt/notesSlides/notesSlide3.xml" Id="R1a18431c34004f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2882c7b8ff44e28" /><Relationship Type="http://schemas.openxmlformats.org/officeDocument/2006/relationships/notesSlide" Target="/ppt/notesSlides/notesSlide4.xml" Id="R91cf5816d9474c3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5afbb8c1efc455d" /><Relationship Type="http://schemas.openxmlformats.org/officeDocument/2006/relationships/notesSlide" Target="/ppt/notesSlides/notesSlide5.xml" Id="R32ad82fcdbd140e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c86ba9dab654d92" /><Relationship Type="http://schemas.openxmlformats.org/officeDocument/2006/relationships/notesSlide" Target="/ppt/notesSlides/notesSlide6.xml" Id="R08b26e2a36fb430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8eeae9eb9804c63" /><Relationship Type="http://schemas.openxmlformats.org/officeDocument/2006/relationships/notesSlide" Target="/ppt/notesSlides/notesSlide7.xml" Id="R2956a2852dcc413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3f6e4fb10aa4b85" /><Relationship Type="http://schemas.openxmlformats.org/officeDocument/2006/relationships/notesSlide" Target="/ppt/notesSlides/notesSlide8.xml" Id="R14ea720e793842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e01f75e79944b8f" /><Relationship Type="http://schemas.openxmlformats.org/officeDocument/2006/relationships/notesSlide" Target="/ppt/notesSlides/notesSlide9.xml" Id="Re64bba00c8264ae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dbbd815d94c45db" /><Relationship Type="http://schemas.openxmlformats.org/officeDocument/2006/relationships/notesSlide" Target="/ppt/notesSlides/notesSlide10.xml" Id="R1ac892f777864ee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1eda6109fde433b" /><Relationship Type="http://schemas.openxmlformats.org/officeDocument/2006/relationships/notesSlide" Target="/ppt/notesSlides/notesSlide11.xml" Id="Rd5d209c8fe3b4d3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8c0ae132ee24bce" /><Relationship Type="http://schemas.openxmlformats.org/officeDocument/2006/relationships/notesSlide" Target="/ppt/notesSlides/notesSlide12.xml" Id="Re9cee2193b6f473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0623fae16574e5a" /><Relationship Type="http://schemas.openxmlformats.org/officeDocument/2006/relationships/notesSlide" Target="/ppt/notesSlides/notesSlide13.xml" Id="R291445c1d26a450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77fb0df953241ce" /><Relationship Type="http://schemas.openxmlformats.org/officeDocument/2006/relationships/notesSlide" Target="/ppt/notesSlides/notesSlide14.xml" Id="R6ad9ebba59af4fe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c9bccb7189f4b09" /><Relationship Type="http://schemas.openxmlformats.org/officeDocument/2006/relationships/notesSlide" Target="/ppt/notesSlides/notesSlide15.xml" Id="Rb688abc8a87941e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afe6272ab864dce" /><Relationship Type="http://schemas.openxmlformats.org/officeDocument/2006/relationships/notesSlide" Target="/ppt/notesSlides/notesSlide16.xml" Id="Rdf916c94720f41d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d3ed08ed00c4c9f" /><Relationship Type="http://schemas.openxmlformats.org/officeDocument/2006/relationships/notesSlide" Target="/ppt/notesSlides/notesSlide17.xml" Id="R7c7859092f3e471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1c1f9c47a544de4" /><Relationship Type="http://schemas.openxmlformats.org/officeDocument/2006/relationships/notesSlide" Target="/ppt/notesSlides/notesSlide18.xml" Id="R86c2a95cec9f477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23f75e701d543dd" /><Relationship Type="http://schemas.openxmlformats.org/officeDocument/2006/relationships/notesSlide" Target="/ppt/notesSlides/notesSlide19.xml" Id="Rc0e447ced67149b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33ca9a2162948a6" /><Relationship Type="http://schemas.openxmlformats.org/officeDocument/2006/relationships/notesSlide" Target="/ppt/notesSlides/notesSlide20.xml" Id="R68db7a8e289e466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e9ac5e596c14b1b" /><Relationship Type="http://schemas.openxmlformats.org/officeDocument/2006/relationships/notesSlide" Target="/ppt/notesSlides/notesSlide21.xml" Id="R1ecb72b7e5434b1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760d9f157204732" /><Relationship Type="http://schemas.openxmlformats.org/officeDocument/2006/relationships/notesSlide" Target="/ppt/notesSlides/notesSlide22.xml" Id="R80e8e8d827e24ac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57e2f24ed3746ca" /><Relationship Type="http://schemas.openxmlformats.org/officeDocument/2006/relationships/notesSlide" Target="/ppt/notesSlides/notesSlide23.xml" Id="Rd9809f43e75f405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4fa235deb644575" /><Relationship Type="http://schemas.openxmlformats.org/officeDocument/2006/relationships/notesSlide" Target="/ppt/notesSlides/notesSlide24.xml" Id="R9280f8f0fb2d4ca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88528192f204744" /><Relationship Type="http://schemas.openxmlformats.org/officeDocument/2006/relationships/notesSlide" Target="/ppt/notesSlides/notesSlide25.xml" Id="Ref2c6b518718457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2ce193049304bb3" /><Relationship Type="http://schemas.openxmlformats.org/officeDocument/2006/relationships/notesSlide" Target="/ppt/notesSlides/notesSlide26.xml" Id="R2a5e144629b748a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b3f99a44898842da" /><Relationship Type="http://schemas.openxmlformats.org/officeDocument/2006/relationships/notesSlide" Target="/ppt/notesSlides/notesSlide27.xml" Id="R628c6285a4254ff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22b669f5a144b1d" /><Relationship Type="http://schemas.openxmlformats.org/officeDocument/2006/relationships/notesSlide" Target="/ppt/notesSlides/notesSlide28.xml" Id="R50eb008f1beb4d9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c6b210dee2340d7" /><Relationship Type="http://schemas.openxmlformats.org/officeDocument/2006/relationships/notesSlide" Target="/ppt/notesSlides/notesSlide29.xml" Id="R56e41ae17d1a4c9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9ebd3e8329d4cc1" /><Relationship Type="http://schemas.openxmlformats.org/officeDocument/2006/relationships/notesSlide" Target="/ppt/notesSlides/notesSlide30.xml" Id="R9ec9d18927804e5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593d481e4abf4eb1" /><Relationship Type="http://schemas.openxmlformats.org/officeDocument/2006/relationships/notesSlide" Target="/ppt/notesSlides/notesSlide31.xml" Id="Rd955d72f1d4d4fc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e81c4ae4cc04488" /><Relationship Type="http://schemas.openxmlformats.org/officeDocument/2006/relationships/notesSlide" Target="/ppt/notesSlides/notesSlide32.xml" Id="R97d0e3e395a34c6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459c46d8002b4784" /><Relationship Type="http://schemas.openxmlformats.org/officeDocument/2006/relationships/notesSlide" Target="/ppt/notesSlides/notesSlide33.xml" Id="R31a9e744284a48f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503d75dec874c4c" /><Relationship Type="http://schemas.openxmlformats.org/officeDocument/2006/relationships/notesSlide" Target="/ppt/notesSlides/notesSlide34.xml" Id="R9d726393f858457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690c3b959124099" /><Relationship Type="http://schemas.openxmlformats.org/officeDocument/2006/relationships/notesSlide" Target="/ppt/notesSlides/notesSlide35.xml" Id="R1b0e3f6c04ac498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2899f550e55442bf" /><Relationship Type="http://schemas.openxmlformats.org/officeDocument/2006/relationships/notesSlide" Target="/ppt/notesSlides/notesSlide36.xml" Id="R406403acaa234d7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7bd13d7a8174646" /><Relationship Type="http://schemas.openxmlformats.org/officeDocument/2006/relationships/notesSlide" Target="/ppt/notesSlides/notesSlide37.xml" Id="R2953634a7b1d416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9230c753ca0d4322" /><Relationship Type="http://schemas.openxmlformats.org/officeDocument/2006/relationships/notesSlide" Target="/ppt/notesSlides/notesSlide38.xml" Id="R6e99a1691b28413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6d24cc14c1f14001" /><Relationship Type="http://schemas.openxmlformats.org/officeDocument/2006/relationships/notesSlide" Target="/ppt/notesSlides/notesSlide39.xml" Id="R665826ff9c2f4173"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4a6a4b125b014f68" /><Relationship Type="http://schemas.openxmlformats.org/officeDocument/2006/relationships/notesSlide" Target="/ppt/notesSlides/notesSlide40.xml" Id="Rc32659ba0bee492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084afc81d7f54fd1" /><Relationship Type="http://schemas.openxmlformats.org/officeDocument/2006/relationships/notesSlide" Target="/ppt/notesSlides/notesSlide41.xml" Id="R2a9be1d704b548b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d30a857fe62d4f14" /><Relationship Type="http://schemas.openxmlformats.org/officeDocument/2006/relationships/notesSlide" Target="/ppt/notesSlides/notesSlide42.xml" Id="R5f9a5d594393486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cb9d6eafab94d6d" /><Relationship Type="http://schemas.openxmlformats.org/officeDocument/2006/relationships/notesSlide" Target="/ppt/notesSlides/notesSlide43.xml" Id="Rbec886204b15446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d4b554a850294f83" /><Relationship Type="http://schemas.openxmlformats.org/officeDocument/2006/relationships/notesSlide" Target="/ppt/notesSlides/notesSlide44.xml" Id="Rf878db80dd8b4de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5f2f5f8b6b564130" /><Relationship Type="http://schemas.openxmlformats.org/officeDocument/2006/relationships/notesSlide" Target="/ppt/notesSlides/notesSlide45.xml" Id="R364991ef7edf44d3"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6dbd437e55964913" /><Relationship Type="http://schemas.openxmlformats.org/officeDocument/2006/relationships/notesSlide" Target="/ppt/notesSlides/notesSlide46.xml" Id="Re55a3342f86046db"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9199d68a22784da5" /><Relationship Type="http://schemas.openxmlformats.org/officeDocument/2006/relationships/notesSlide" Target="/ppt/notesSlides/notesSlide47.xml" Id="Rbf20c3e4a46f44b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fc1adfbb244546de" /><Relationship Type="http://schemas.openxmlformats.org/officeDocument/2006/relationships/notesSlide" Target="/ppt/notesSlides/notesSlide48.xml" Id="Rebefbba215944b8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a6deb26845b74585" /><Relationship Type="http://schemas.openxmlformats.org/officeDocument/2006/relationships/notesSlide" Target="/ppt/notesSlides/notesSlide49.xml" Id="R733fb4846d2841f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97735a9d052d4efe" /><Relationship Type="http://schemas.openxmlformats.org/officeDocument/2006/relationships/notesSlide" Target="/ppt/notesSlides/notesSlide50.xml" Id="Ra6465cd1b9e44744"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0709d9119b504669" /><Relationship Type="http://schemas.openxmlformats.org/officeDocument/2006/relationships/notesSlide" Target="/ppt/notesSlides/notesSlide51.xml" Id="R4f19f9839f4946a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f844c72fd464b59" /><Relationship Type="http://schemas.openxmlformats.org/officeDocument/2006/relationships/notesSlide" Target="/ppt/notesSlides/notesSlide52.xml" Id="R1db2c00acbdf412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dda8e21a5443491a" /><Relationship Type="http://schemas.openxmlformats.org/officeDocument/2006/relationships/notesSlide" Target="/ppt/notesSlides/notesSlide53.xml" Id="R2131d151fcc54372"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71e6dce994454aa7" /><Relationship Type="http://schemas.openxmlformats.org/officeDocument/2006/relationships/notesSlide" Target="/ppt/notesSlides/notesSlide54.xml" Id="R6e387b9db6984eaf"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0a46b2806a7c4935" /><Relationship Type="http://schemas.openxmlformats.org/officeDocument/2006/relationships/notesSlide" Target="/ppt/notesSlides/notesSlide55.xml" Id="Rb913407f0c1549f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ed24bcc40694664" /><Relationship Type="http://schemas.openxmlformats.org/officeDocument/2006/relationships/notesSlide" Target="/ppt/notesSlides/notesSlide56.xml" Id="R23df10a8cb6a46a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108d513d7bb24053" /><Relationship Type="http://schemas.openxmlformats.org/officeDocument/2006/relationships/notesSlide" Target="/ppt/notesSlides/notesSlide57.xml" Id="R6d4211ecd8824c4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4a3f59e440d3432d" /><Relationship Type="http://schemas.openxmlformats.org/officeDocument/2006/relationships/notesSlide" Target="/ppt/notesSlides/notesSlide58.xml" Id="Rf66a31391c22437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082e86c0a98a4be1" /><Relationship Type="http://schemas.openxmlformats.org/officeDocument/2006/relationships/notesSlide" Target="/ppt/notesSlides/notesSlide59.xml" Id="R43634cd5e864471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7ceb51d8494e4655" /><Relationship Type="http://schemas.openxmlformats.org/officeDocument/2006/relationships/notesSlide" Target="/ppt/notesSlides/notesSlide60.xml" Id="R9268083499d7405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336756862f36430d" /><Relationship Type="http://schemas.openxmlformats.org/officeDocument/2006/relationships/notesSlide" Target="/ppt/notesSlides/notesSlide61.xml" Id="R2777d666e9f14a1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fcb6b50053f64844" /><Relationship Type="http://schemas.openxmlformats.org/officeDocument/2006/relationships/notesSlide" Target="/ppt/notesSlides/notesSlide62.xml" Id="R7facb55ec31349f5"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f68a88eb43af4d50" /><Relationship Type="http://schemas.openxmlformats.org/officeDocument/2006/relationships/notesSlide" Target="/ppt/notesSlides/notesSlide63.xml" Id="R6120625becc947b3"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fe9c766e62084d0c" /><Relationship Type="http://schemas.openxmlformats.org/officeDocument/2006/relationships/notesSlide" Target="/ppt/notesSlides/notesSlide64.xml" Id="R7a671a0766404ed4"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7750db9875934790" /><Relationship Type="http://schemas.openxmlformats.org/officeDocument/2006/relationships/notesSlide" Target="/ppt/notesSlides/notesSlide65.xml" Id="R1754058e1a2a4fee"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4608b130358e49f0" /><Relationship Type="http://schemas.openxmlformats.org/officeDocument/2006/relationships/notesSlide" Target="/ppt/notesSlides/notesSlide66.xml" Id="R766fbc9da62d4293"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1c0c5f1284a14ce4" /><Relationship Type="http://schemas.openxmlformats.org/officeDocument/2006/relationships/notesSlide" Target="/ppt/notesSlides/notesSlide67.xml" Id="R72ee3d793574441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2ed84830317a46d3" /><Relationship Type="http://schemas.openxmlformats.org/officeDocument/2006/relationships/notesSlide" Target="/ppt/notesSlides/notesSlide68.xml" Id="Rb043f0ab478b4df0"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d726a725df8448d2" /><Relationship Type="http://schemas.openxmlformats.org/officeDocument/2006/relationships/notesSlide" Target="/ppt/notesSlides/notesSlide69.xml" Id="Re915f2a4f4a743d5"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1d6fb1165fe14cc9" /><Relationship Type="http://schemas.openxmlformats.org/officeDocument/2006/relationships/notesSlide" Target="/ppt/notesSlides/notesSlide70.xml" Id="Rc4c6821d90de42a8"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9db30b4893d94075" /><Relationship Type="http://schemas.openxmlformats.org/officeDocument/2006/relationships/notesSlide" Target="/ppt/notesSlides/notesSlide71.xml" Id="Rd00c788bce604ef5"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a24758fe89554cc6" /><Relationship Type="http://schemas.openxmlformats.org/officeDocument/2006/relationships/notesSlide" Target="/ppt/notesSlides/notesSlide72.xml" Id="Rc0f7bef50286474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a31dff4ed8c842e9" /><Relationship Type="http://schemas.openxmlformats.org/officeDocument/2006/relationships/notesSlide" Target="/ppt/notesSlides/notesSlide73.xml" Id="Raea4f1ca4c774b3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888e1adb2bd645aa" /><Relationship Type="http://schemas.openxmlformats.org/officeDocument/2006/relationships/notesSlide" Target="/ppt/notesSlides/notesSlide74.xml" Id="R9217679dc9af4699"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710ceb555b3b4220" /><Relationship Type="http://schemas.openxmlformats.org/officeDocument/2006/relationships/notesSlide" Target="/ppt/notesSlides/notesSlide75.xml" Id="R84efbff2ba8b4187"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69eb59ffe2214280" /><Relationship Type="http://schemas.openxmlformats.org/officeDocument/2006/relationships/notesSlide" Target="/ppt/notesSlides/notesSlide76.xml" Id="R8ce1e9c80ce542aa"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7171ceb90e5a46c5" /><Relationship Type="http://schemas.openxmlformats.org/officeDocument/2006/relationships/notesSlide" Target="/ppt/notesSlides/notesSlide77.xml" Id="R8e74c93c975d41e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c09c13138fe64ff9" /><Relationship Type="http://schemas.openxmlformats.org/officeDocument/2006/relationships/notesSlide" Target="/ppt/notesSlides/notesSlide78.xml" Id="R1dc12b615d7a4cc7"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9a7686860ebd4339" /><Relationship Type="http://schemas.openxmlformats.org/officeDocument/2006/relationships/notesSlide" Target="/ppt/notesSlides/notesSlide79.xml" Id="Rcc269e5ed52b462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9b9a3ebf9ea349ce" /><Relationship Type="http://schemas.openxmlformats.org/officeDocument/2006/relationships/notesSlide" Target="/ppt/notesSlides/notesSlide80.xml" Id="Re733393eb5ac4682"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48e1c8a97a184bb1" /><Relationship Type="http://schemas.openxmlformats.org/officeDocument/2006/relationships/notesSlide" Target="/ppt/notesSlides/notesSlide81.xml" Id="R32af49932d7e4881"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d6fcd51072ff4b1f" /><Relationship Type="http://schemas.openxmlformats.org/officeDocument/2006/relationships/notesSlide" Target="/ppt/notesSlides/notesSlide82.xml" Id="R09a6256da76b4304"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777629b1944d401f" /><Relationship Type="http://schemas.openxmlformats.org/officeDocument/2006/relationships/notesSlide" Target="/ppt/notesSlides/notesSlide83.xml" Id="Ra34f596022b64437"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a3d72e03b9874cbf" /><Relationship Type="http://schemas.openxmlformats.org/officeDocument/2006/relationships/notesSlide" Target="/ppt/notesSlides/notesSlide84.xml" Id="R504d74230db34240"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bb19968874494a59" /><Relationship Type="http://schemas.openxmlformats.org/officeDocument/2006/relationships/notesSlide" Target="/ppt/notesSlides/notesSlide85.xml" Id="R603cd0ee357d4804"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cbf10096b7cb468b" /><Relationship Type="http://schemas.openxmlformats.org/officeDocument/2006/relationships/notesSlide" Target="/ppt/notesSlides/notesSlide86.xml" Id="R87d974d96344439c"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d1e3df86918941d0" /><Relationship Type="http://schemas.openxmlformats.org/officeDocument/2006/relationships/notesSlide" Target="/ppt/notesSlides/notesSlide87.xml" Id="R9d70f1fca3984785"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7ece74349bc3458c" /><Relationship Type="http://schemas.openxmlformats.org/officeDocument/2006/relationships/notesSlide" Target="/ppt/notesSlides/notesSlide88.xml" Id="R60733048ff6a435a"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2a898633b094f64" /><Relationship Type="http://schemas.openxmlformats.org/officeDocument/2006/relationships/notesSlide" Target="/ppt/notesSlides/notesSlide89.xml" Id="R96fff63676de4db6"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6f2f33f753bd4f6b" /><Relationship Type="http://schemas.openxmlformats.org/officeDocument/2006/relationships/notesSlide" Target="/ppt/notesSlides/notesSlide90.xml" Id="R3e0f392ea744420e"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c6693f621ec145e6" /><Relationship Type="http://schemas.openxmlformats.org/officeDocument/2006/relationships/notesSlide" Target="/ppt/notesSlides/notesSlide91.xml" Id="Rf32e4e5fddea441e"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307437cb6c314138" /><Relationship Type="http://schemas.openxmlformats.org/officeDocument/2006/relationships/notesSlide" Target="/ppt/notesSlides/notesSlide92.xml" Id="Rf6402a5bf1094dd0"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e07ee984517f46d8" /><Relationship Type="http://schemas.openxmlformats.org/officeDocument/2006/relationships/notesSlide" Target="/ppt/notesSlides/notesSlide93.xml" Id="Rd2ca484dbe04468c"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053564f6e12748a0" /><Relationship Type="http://schemas.openxmlformats.org/officeDocument/2006/relationships/notesSlide" Target="/ppt/notesSlides/notesSlide94.xml" Id="Rca56d20d53a84732"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e158515f8fc74afc" /><Relationship Type="http://schemas.openxmlformats.org/officeDocument/2006/relationships/notesSlide" Target="/ppt/notesSlides/notesSlide95.xml" Id="R9a2e8dcebd534add"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58ae368835e546d1" /><Relationship Type="http://schemas.openxmlformats.org/officeDocument/2006/relationships/notesSlide" Target="/ppt/notesSlides/notesSlide96.xml" Id="R3cb613326fee4367"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5eea8409723544fe" /><Relationship Type="http://schemas.openxmlformats.org/officeDocument/2006/relationships/notesSlide" Target="/ppt/notesSlides/notesSlide97.xml" Id="R59f1794e2de144fb"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f078403150c2490d" /><Relationship Type="http://schemas.openxmlformats.org/officeDocument/2006/relationships/notesSlide" Target="/ppt/notesSlides/notesSlide98.xml" Id="R28d5486e0b1d4f2a"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a00c469e64204e4d" /><Relationship Type="http://schemas.openxmlformats.org/officeDocument/2006/relationships/notesSlide" Target="/ppt/notesSlides/notesSlide99.xml" Id="R0bb7046c8a284bed"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7d7dce8480b943b8" /><Relationship Type="http://schemas.openxmlformats.org/officeDocument/2006/relationships/notesSlide" Target="/ppt/notesSlides/notesSlide100.xml" Id="R2021d22b1edb4018"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51ed222bd7aa41eb" /><Relationship Type="http://schemas.openxmlformats.org/officeDocument/2006/relationships/notesSlide" Target="/ppt/notesSlides/notesSlide101.xml" Id="Rcf778c50c1754240" /></Relationships>
</file>

<file path=ppt/slides/slide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77E3136-3033-4F30-BD3F-45A6067508F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10/20  AI 코드에이전트</a:t>
            </a:r>
          </a:p>
        </p:txBody>
      </p:sp>
      <p:sp>
        <p:nvSpPr>
          <p:cNvPr id="2" name="">
            <a:extLst xmlns:a="http://schemas.openxmlformats.org/drawingml/2006/main">
              <a:ext uri="{FF2B5EF4-FFF2-40B4-BE49-F238E27FC236}">
                <a16:creationId xmlns:a16="http://schemas.microsoft.com/office/drawing/2014/main" id="{0BEAAC6B-CE98-47F9-8223-8DF387091AD9}"/>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AI 코드에이전트</a:t>
            </a:r>
          </a:p>
        </p:txBody>
      </p:sp>
      <p:sp>
        <p:nvSpPr>
          <p:cNvPr id="3" name="">
            <a:extLst xmlns:a="http://schemas.openxmlformats.org/drawingml/2006/main">
              <a:ext uri="{FF2B5EF4-FFF2-40B4-BE49-F238E27FC236}">
                <a16:creationId xmlns:a16="http://schemas.microsoft.com/office/drawing/2014/main" id="{D05D3802-26CE-4FC8-B313-A36D03E8762E}"/>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2026-10-20</a:t>
            </a:r>
          </a:p>
        </p:txBody>
      </p:sp>
      <p:sp>
        <p:nvSpPr>
          <p:cNvPr id="4" name="">
            <a:extLst xmlns:a="http://schemas.openxmlformats.org/drawingml/2006/main">
              <a:ext uri="{FF2B5EF4-FFF2-40B4-BE49-F238E27FC236}">
                <a16:creationId xmlns:a16="http://schemas.microsoft.com/office/drawing/2014/main" id="{72CAA2FC-DB70-494A-A333-76D3D1E4B698}"/>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가상 자료로 개념과 결과를 확인합니다.</a:t>
            </a:r>
          </a:p>
        </p:txBody>
      </p:sp>
      <p:sp>
        <p:nvSpPr>
          <p:cNvPr id="5" name="">
            <a:extLst xmlns:a="http://schemas.openxmlformats.org/drawingml/2006/main">
              <a:ext uri="{FF2B5EF4-FFF2-40B4-BE49-F238E27FC236}">
                <a16:creationId xmlns:a16="http://schemas.microsoft.com/office/drawing/2014/main" id="{4B7944B8-1C39-4E4C-96B7-3D7273099DF1}"/>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 6교시로 진행합니다.</a:t>
            </a:r>
          </a:p>
        </p:txBody>
      </p:sp>
      <p:sp>
        <p:nvSpPr>
          <p:cNvPr id="6" name="">
            <a:extLst xmlns:a="http://schemas.openxmlformats.org/drawingml/2006/main">
              <a:ext uri="{FF2B5EF4-FFF2-40B4-BE49-F238E27FC236}">
                <a16:creationId xmlns:a16="http://schemas.microsoft.com/office/drawing/2014/main" id="{8A737653-C8D1-4280-804E-73FF89C2525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01</a:t>
            </a:r>
          </a:p>
        </p:txBody>
      </p:sp>
    </p:spTree>
    <p:extLst>
      <p:ext uri="{BB962C8B-B14F-4D97-AF65-F5344CB8AC3E}">
        <p14:creationId xmlns:p14="http://schemas.microsoft.com/office/powerpoint/2010/main" val="839508297"/>
      </p:ext>
    </p:extLst>
  </p:cSld>
</p:sld>
</file>

<file path=ppt/slides/slide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721E1A-C3A1-4F6C-86CA-63732B28657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10/20  AI 코드에이전트</a:t>
            </a:r>
          </a:p>
        </p:txBody>
      </p:sp>
      <p:sp>
        <p:nvSpPr>
          <p:cNvPr id="2" name="">
            <a:extLst xmlns:a="http://schemas.openxmlformats.org/drawingml/2006/main">
              <a:ext uri="{FF2B5EF4-FFF2-40B4-BE49-F238E27FC236}">
                <a16:creationId xmlns:a16="http://schemas.microsoft.com/office/drawing/2014/main" id="{F86160E4-9DE6-4B01-B382-9D9DABD277E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파일을 여는 첫 순서</a:t>
            </a:r>
          </a:p>
        </p:txBody>
      </p:sp>
      <p:sp>
        <p:nvSpPr>
          <p:cNvPr id="3" name="">
            <a:extLst xmlns:a="http://schemas.openxmlformats.org/drawingml/2006/main">
              <a:ext uri="{FF2B5EF4-FFF2-40B4-BE49-F238E27FC236}">
                <a16:creationId xmlns:a16="http://schemas.microsoft.com/office/drawing/2014/main" id="{E929B5FE-C8A5-419E-8165-3C4710A32B0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ZIP을 일반 폴더에 풉니다.</a:t>
            </a:r>
          </a:p>
        </p:txBody>
      </p:sp>
      <p:sp>
        <p:nvSpPr>
          <p:cNvPr id="4" name="">
            <a:extLst xmlns:a="http://schemas.openxmlformats.org/drawingml/2006/main">
              <a:ext uri="{FF2B5EF4-FFF2-40B4-BE49-F238E27FC236}">
                <a16:creationId xmlns:a16="http://schemas.microsoft.com/office/drawing/2014/main" id="{FEA1E6A5-B63D-427C-847A-36C93780CE0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course의 code·data·work를 찾습니다.</a:t>
            </a:r>
          </a:p>
        </p:txBody>
      </p:sp>
      <p:sp>
        <p:nvSpPr>
          <p:cNvPr id="5" name="">
            <a:extLst xmlns:a="http://schemas.openxmlformats.org/drawingml/2006/main">
              <a:ext uri="{FF2B5EF4-FFF2-40B4-BE49-F238E27FC236}">
                <a16:creationId xmlns:a16="http://schemas.microsoft.com/office/drawing/2014/main" id="{F4749B45-A18A-440A-934F-36BA1012D42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work만 수정하고 원본을 보존합니다.</a:t>
            </a:r>
          </a:p>
        </p:txBody>
      </p:sp>
      <p:sp>
        <p:nvSpPr>
          <p:cNvPr id="6" name="">
            <a:extLst xmlns:a="http://schemas.openxmlformats.org/drawingml/2006/main">
              <a:ext uri="{FF2B5EF4-FFF2-40B4-BE49-F238E27FC236}">
                <a16:creationId xmlns:a16="http://schemas.microsoft.com/office/drawing/2014/main" id="{9E140F07-3BED-4DC8-B6E2-8F7278C1CA2D}"/>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저장과 실행을 구별합니다.</a:t>
            </a:r>
          </a:p>
        </p:txBody>
      </p:sp>
      <p:sp>
        <p:nvSpPr>
          <p:cNvPr id="7" name="">
            <a:extLst xmlns:a="http://schemas.openxmlformats.org/drawingml/2006/main">
              <a:ext uri="{FF2B5EF4-FFF2-40B4-BE49-F238E27FC236}">
                <a16:creationId xmlns:a16="http://schemas.microsoft.com/office/drawing/2014/main" id="{C7ED7FB7-CEC5-4E8C-B29B-8D49DCDA9B1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02</a:t>
            </a:r>
          </a:p>
        </p:txBody>
      </p:sp>
    </p:spTree>
    <p:extLst>
      <p:ext uri="{BB962C8B-B14F-4D97-AF65-F5344CB8AC3E}">
        <p14:creationId xmlns:p14="http://schemas.microsoft.com/office/powerpoint/2010/main" val="467780019"/>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44BBAE9-3C93-4D29-87E2-190771AA4FA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10/20  AI 코드에이전트</a:t>
            </a:r>
          </a:p>
        </p:txBody>
      </p:sp>
      <p:sp>
        <p:nvSpPr>
          <p:cNvPr id="2" name="">
            <a:extLst xmlns:a="http://schemas.openxmlformats.org/drawingml/2006/main">
              <a:ext uri="{FF2B5EF4-FFF2-40B4-BE49-F238E27FC236}">
                <a16:creationId xmlns:a16="http://schemas.microsoft.com/office/drawing/2014/main" id="{2563C2C3-9006-4DA4-B0BF-A6ECAC8BE51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실행했는지 구별하는 기록</a:t>
            </a:r>
          </a:p>
        </p:txBody>
      </p:sp>
      <p:sp>
        <p:nvSpPr>
          <p:cNvPr id="3" name="">
            <a:extLst xmlns:a="http://schemas.openxmlformats.org/drawingml/2006/main">
              <a:ext uri="{FF2B5EF4-FFF2-40B4-BE49-F238E27FC236}">
                <a16:creationId xmlns:a16="http://schemas.microsoft.com/office/drawing/2014/main" id="{68299C94-71FB-41C0-ADB0-2D732821756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직접 실행·강사 관찰·수동 추적을 적습니다.</a:t>
            </a:r>
          </a:p>
        </p:txBody>
      </p:sp>
      <p:sp>
        <p:nvSpPr>
          <p:cNvPr id="4" name="">
            <a:extLst xmlns:a="http://schemas.openxmlformats.org/drawingml/2006/main">
              <a:ext uri="{FF2B5EF4-FFF2-40B4-BE49-F238E27FC236}">
                <a16:creationId xmlns:a16="http://schemas.microsoft.com/office/drawing/2014/main" id="{FE8FD764-F930-4646-A6FD-883668CD823D}"/>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입력과 예상 결과를 먼저 씁니다.</a:t>
            </a:r>
          </a:p>
        </p:txBody>
      </p:sp>
      <p:sp>
        <p:nvSpPr>
          <p:cNvPr id="5" name="">
            <a:extLst xmlns:a="http://schemas.openxmlformats.org/drawingml/2006/main">
              <a:ext uri="{FF2B5EF4-FFF2-40B4-BE49-F238E27FC236}">
                <a16:creationId xmlns:a16="http://schemas.microsoft.com/office/drawing/2014/main" id="{8F588F46-E57A-4C24-B5F7-2FEF387DFD99}"/>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 결과와 다음 확인을 남깁니다.</a:t>
            </a:r>
          </a:p>
        </p:txBody>
      </p:sp>
      <p:sp>
        <p:nvSpPr>
          <p:cNvPr id="6" name="">
            <a:extLst xmlns:a="http://schemas.openxmlformats.org/drawingml/2006/main">
              <a:ext uri="{FF2B5EF4-FFF2-40B4-BE49-F238E27FC236}">
                <a16:creationId xmlns:a16="http://schemas.microsoft.com/office/drawing/2014/main" id="{3C8F9863-A57A-421A-B518-2462BE24C85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03</a:t>
            </a:r>
          </a:p>
        </p:txBody>
      </p:sp>
    </p:spTree>
    <p:extLst>
      <p:ext uri="{BB962C8B-B14F-4D97-AF65-F5344CB8AC3E}">
        <p14:creationId xmlns:p14="http://schemas.microsoft.com/office/powerpoint/2010/main" val="1605361643"/>
      </p:ext>
    </p:extLst>
  </p:cSld>
</p:sld>
</file>

<file path=ppt/slides/slide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C84B35A-6B58-4EBA-9CC5-94B21E192B4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10/20  AI 코드에이전트</a:t>
            </a:r>
          </a:p>
        </p:txBody>
      </p:sp>
      <p:sp>
        <p:nvSpPr>
          <p:cNvPr id="2" name="">
            <a:extLst xmlns:a="http://schemas.openxmlformats.org/drawingml/2006/main">
              <a:ext uri="{FF2B5EF4-FFF2-40B4-BE49-F238E27FC236}">
                <a16:creationId xmlns:a16="http://schemas.microsoft.com/office/drawing/2014/main" id="{0DFFD99A-24DD-4C2F-9C6F-57F1787419B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오늘의 수업과 추가 복습</a:t>
            </a:r>
          </a:p>
        </p:txBody>
      </p:sp>
      <p:sp>
        <p:nvSpPr>
          <p:cNvPr id="3" name="">
            <a:extLst xmlns:a="http://schemas.openxmlformats.org/drawingml/2006/main">
              <a:ext uri="{FF2B5EF4-FFF2-40B4-BE49-F238E27FC236}">
                <a16:creationId xmlns:a16="http://schemas.microsoft.com/office/drawing/2014/main" id="{3B6D9705-652B-4978-8210-6F49C5C3064C}"/>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10:00~17:00에 수업과 휴식을 진행합니다.</a:t>
            </a:r>
          </a:p>
        </p:txBody>
      </p:sp>
      <p:sp>
        <p:nvSpPr>
          <p:cNvPr id="4" name="">
            <a:extLst xmlns:a="http://schemas.openxmlformats.org/drawingml/2006/main">
              <a:ext uri="{FF2B5EF4-FFF2-40B4-BE49-F238E27FC236}">
                <a16:creationId xmlns:a16="http://schemas.microsoft.com/office/drawing/2014/main" id="{DCC52C86-EE8C-45AD-82DE-68FE89D1E2B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중식은 11:50~13:00입니다.</a:t>
            </a:r>
          </a:p>
        </p:txBody>
      </p:sp>
      <p:sp>
        <p:nvSpPr>
          <p:cNvPr id="5" name="">
            <a:extLst xmlns:a="http://schemas.openxmlformats.org/drawingml/2006/main">
              <a:ext uri="{FF2B5EF4-FFF2-40B4-BE49-F238E27FC236}">
                <a16:creationId xmlns:a16="http://schemas.microsoft.com/office/drawing/2014/main" id="{534B06BD-8BA2-4D21-8A81-480330CA993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추가 문제는 필수 결과 확인 뒤 사용합니다.</a:t>
            </a:r>
          </a:p>
        </p:txBody>
      </p:sp>
      <p:sp>
        <p:nvSpPr>
          <p:cNvPr id="6" name="">
            <a:extLst xmlns:a="http://schemas.openxmlformats.org/drawingml/2006/main">
              <a:ext uri="{FF2B5EF4-FFF2-40B4-BE49-F238E27FC236}">
                <a16:creationId xmlns:a16="http://schemas.microsoft.com/office/drawing/2014/main" id="{11F83972-1BBB-4C74-9FFD-BABA3C3DC0EF}"/>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모든 장의 50분 완수를 보장하지 않습니다.</a:t>
            </a:r>
          </a:p>
        </p:txBody>
      </p:sp>
      <p:sp>
        <p:nvSpPr>
          <p:cNvPr id="7" name="">
            <a:extLst xmlns:a="http://schemas.openxmlformats.org/drawingml/2006/main">
              <a:ext uri="{FF2B5EF4-FFF2-40B4-BE49-F238E27FC236}">
                <a16:creationId xmlns:a16="http://schemas.microsoft.com/office/drawing/2014/main" id="{EC58103A-8FE7-474F-992C-926ADC90B79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04</a:t>
            </a:r>
          </a:p>
        </p:txBody>
      </p:sp>
    </p:spTree>
    <p:extLst>
      <p:ext uri="{BB962C8B-B14F-4D97-AF65-F5344CB8AC3E}">
        <p14:creationId xmlns:p14="http://schemas.microsoft.com/office/powerpoint/2010/main" val="1266387997"/>
      </p:ext>
    </p:extLst>
  </p:cSld>
</p:sld>
</file>

<file path=ppt/slides/slide5.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7A5F620-DFF2-40CF-99A9-72DB0B8D6C7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8F5765B-66D5-4367-AB87-44B1A4BECBFA}"/>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1교시  작업을 맡기는 방법</a:t>
            </a:r>
          </a:p>
        </p:txBody>
      </p:sp>
      <p:sp>
        <p:nvSpPr>
          <p:cNvPr id="3" name="">
            <a:extLst xmlns:a="http://schemas.openxmlformats.org/drawingml/2006/main">
              <a:ext uri="{FF2B5EF4-FFF2-40B4-BE49-F238E27FC236}">
                <a16:creationId xmlns:a16="http://schemas.microsoft.com/office/drawing/2014/main" id="{A6F3B168-D7A5-48CA-80ED-B34C1ED66B3A}"/>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수업입니다.</a:t>
            </a:r>
          </a:p>
        </p:txBody>
      </p:sp>
      <p:sp>
        <p:nvSpPr>
          <p:cNvPr id="4" name="">
            <a:extLst xmlns:a="http://schemas.openxmlformats.org/drawingml/2006/main">
              <a:ext uri="{FF2B5EF4-FFF2-40B4-BE49-F238E27FC236}">
                <a16:creationId xmlns:a16="http://schemas.microsoft.com/office/drawing/2014/main" id="{282A47A8-22BD-40FA-8BFD-C0833E5632D3}"/>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개념을 보고 함께 따라 합니다.</a:t>
            </a:r>
          </a:p>
        </p:txBody>
      </p:sp>
      <p:sp>
        <p:nvSpPr>
          <p:cNvPr id="5" name="">
            <a:extLst xmlns:a="http://schemas.openxmlformats.org/drawingml/2006/main">
              <a:ext uri="{FF2B5EF4-FFF2-40B4-BE49-F238E27FC236}">
                <a16:creationId xmlns:a16="http://schemas.microsoft.com/office/drawing/2014/main" id="{45395E5B-5717-4E85-83BC-F2EA08C68997}"/>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예상과 실제를 비교하고 설명합니다.</a:t>
            </a:r>
          </a:p>
        </p:txBody>
      </p:sp>
      <p:sp>
        <p:nvSpPr>
          <p:cNvPr id="6" name="">
            <a:extLst xmlns:a="http://schemas.openxmlformats.org/drawingml/2006/main">
              <a:ext uri="{FF2B5EF4-FFF2-40B4-BE49-F238E27FC236}">
                <a16:creationId xmlns:a16="http://schemas.microsoft.com/office/drawing/2014/main" id="{146A289E-891F-4797-9772-48428443E63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05</a:t>
            </a:r>
          </a:p>
        </p:txBody>
      </p:sp>
    </p:spTree>
    <p:extLst>
      <p:ext uri="{BB962C8B-B14F-4D97-AF65-F5344CB8AC3E}">
        <p14:creationId xmlns:p14="http://schemas.microsoft.com/office/powerpoint/2010/main" val="406614297"/>
      </p:ext>
    </p:extLst>
  </p:cSld>
</p:sld>
</file>

<file path=ppt/slides/slide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AA438F4-0D2D-4724-84DB-AEFA24012E4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0167DD81-D0B7-437B-A649-6A1DA0D4C0B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능력과 허용 범위</a:t>
            </a:r>
          </a:p>
        </p:txBody>
      </p:sp>
      <p:sp>
        <p:nvSpPr>
          <p:cNvPr id="3" name="">
            <a:extLst xmlns:a="http://schemas.openxmlformats.org/drawingml/2006/main">
              <a:ext uri="{FF2B5EF4-FFF2-40B4-BE49-F238E27FC236}">
                <a16:creationId xmlns:a16="http://schemas.microsoft.com/office/drawing/2014/main" id="{66B73288-18DB-4BB8-9C57-1210ABC46AD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실행 가능한 도구와 맡긴 행동을 구별합니다.</a:t>
            </a:r>
          </a:p>
        </p:txBody>
      </p:sp>
      <p:sp>
        <p:nvSpPr>
          <p:cNvPr id="4" name="">
            <a:extLst xmlns:a="http://schemas.openxmlformats.org/drawingml/2006/main">
              <a:ext uri="{FF2B5EF4-FFF2-40B4-BE49-F238E27FC236}">
                <a16:creationId xmlns:a16="http://schemas.microsoft.com/office/drawing/2014/main" id="{EC3D6A4E-3C79-4154-807A-600C26FDEDD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필요한 자료만 가상 입력으로 제공합니다.</a:t>
            </a:r>
          </a:p>
        </p:txBody>
      </p:sp>
      <p:sp>
        <p:nvSpPr>
          <p:cNvPr id="5" name="">
            <a:extLst xmlns:a="http://schemas.openxmlformats.org/drawingml/2006/main">
              <a:ext uri="{FF2B5EF4-FFF2-40B4-BE49-F238E27FC236}">
                <a16:creationId xmlns:a16="http://schemas.microsoft.com/office/drawing/2014/main" id="{1234B52C-FAEE-495D-BB09-9319C15B8EE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06</a:t>
            </a:r>
          </a:p>
        </p:txBody>
      </p:sp>
    </p:spTree>
    <p:extLst>
      <p:ext uri="{BB962C8B-B14F-4D97-AF65-F5344CB8AC3E}">
        <p14:creationId xmlns:p14="http://schemas.microsoft.com/office/powerpoint/2010/main" val="694487795"/>
      </p:ext>
    </p:extLst>
  </p:cSld>
</p:sld>
</file>

<file path=ppt/slides/slide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B77A5F5-1D38-4A9D-90CD-C5179AF181D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7FEAF3D1-4E5B-4D55-8098-B5D48592ED0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A01  AI와 사람의 역할</a:t>
            </a:r>
          </a:p>
        </p:txBody>
      </p:sp>
      <p:sp>
        <p:nvSpPr>
          <p:cNvPr id="3" name="">
            <a:extLst xmlns:a="http://schemas.openxmlformats.org/drawingml/2006/main">
              <a:ext uri="{FF2B5EF4-FFF2-40B4-BE49-F238E27FC236}">
                <a16:creationId xmlns:a16="http://schemas.microsoft.com/office/drawing/2014/main" id="{15A37797-FD8C-4D16-B983-2B2D145B084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AI 도구는 허용된 파일과 명령을 사용합니다.</a:t>
            </a:r>
          </a:p>
        </p:txBody>
      </p:sp>
      <p:sp>
        <p:nvSpPr>
          <p:cNvPr id="4" name="">
            <a:extLst xmlns:a="http://schemas.openxmlformats.org/drawingml/2006/main">
              <a:ext uri="{FF2B5EF4-FFF2-40B4-BE49-F238E27FC236}">
                <a16:creationId xmlns:a16="http://schemas.microsoft.com/office/drawing/2014/main" id="{E87984F9-2B90-487D-B46B-CB32C6A9903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사람은 업무 규칙과 확인 범위를 결정합니다.</a:t>
            </a:r>
          </a:p>
        </p:txBody>
      </p:sp>
      <p:sp>
        <p:nvSpPr>
          <p:cNvPr id="5" name="">
            <a:extLst xmlns:a="http://schemas.openxmlformats.org/drawingml/2006/main">
              <a:ext uri="{FF2B5EF4-FFF2-40B4-BE49-F238E27FC236}">
                <a16:creationId xmlns:a16="http://schemas.microsoft.com/office/drawing/2014/main" id="{FDF90AC5-5089-4AC9-881E-E87E3EFAE9C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07</a:t>
            </a:r>
          </a:p>
        </p:txBody>
      </p:sp>
    </p:spTree>
    <p:extLst>
      <p:ext uri="{BB962C8B-B14F-4D97-AF65-F5344CB8AC3E}">
        <p14:creationId xmlns:p14="http://schemas.microsoft.com/office/powerpoint/2010/main" val="921462286"/>
      </p:ext>
    </p:extLst>
  </p:cSld>
</p:sld>
</file>

<file path=ppt/slides/slide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E2419B0-5484-4836-BD9C-C07E4940DBC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19B915C-71CB-4732-BC03-98751742D15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AI와 사람의 역할의 예</a:t>
            </a:r>
          </a:p>
        </p:txBody>
      </p:sp>
      <p:graphicFrame>
        <p:nvGraphicFramePr>
          <p:cNvPr id="8"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역할</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맡는 일</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AI</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읽기·수정·실행</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사람</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요구·권한·검토</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오늘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제공 응답 비교</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11EC26DF-ED87-4CB5-A873-B57F2074182B}"/>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실제 모델·유료 API 호출은 없습니다.</a:t>
            </a:r>
          </a:p>
        </p:txBody>
      </p:sp>
      <p:sp>
        <p:nvSpPr>
          <p:cNvPr id="5" name="">
            <a:extLst xmlns:a="http://schemas.openxmlformats.org/drawingml/2006/main">
              <a:ext uri="{FF2B5EF4-FFF2-40B4-BE49-F238E27FC236}">
                <a16:creationId xmlns:a16="http://schemas.microsoft.com/office/drawing/2014/main" id="{566FA9D1-09D5-4A48-BBC8-8A73DEF4AA1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08</a:t>
            </a:r>
          </a:p>
        </p:txBody>
      </p:sp>
    </p:spTree>
    <p:extLst>
      <p:ext uri="{BB962C8B-B14F-4D97-AF65-F5344CB8AC3E}">
        <p14:creationId xmlns:p14="http://schemas.microsoft.com/office/powerpoint/2010/main" val="734918760"/>
      </p:ext>
    </p:extLst>
  </p:cSld>
</p:sld>
</file>

<file path=ppt/slides/slide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548CD20-6BE1-458D-8FAE-C3E02FB121F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BC1003D-D095-432E-8A35-EA4CCED5343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실행과 완료</a:t>
            </a:r>
          </a:p>
        </p:txBody>
      </p:sp>
      <p:sp>
        <p:nvSpPr>
          <p:cNvPr id="3" name="">
            <a:extLst xmlns:a="http://schemas.openxmlformats.org/drawingml/2006/main">
              <a:ext uri="{FF2B5EF4-FFF2-40B4-BE49-F238E27FC236}">
                <a16:creationId xmlns:a16="http://schemas.microsoft.com/office/drawing/2014/main" id="{64E185C4-675A-4507-9E0D-1AFA2435F43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코드 생성과 실제 실행은 서로 다릅니다.</a:t>
            </a:r>
          </a:p>
        </p:txBody>
      </p:sp>
      <p:sp>
        <p:nvSpPr>
          <p:cNvPr id="4" name="">
            <a:extLst xmlns:a="http://schemas.openxmlformats.org/drawingml/2006/main">
              <a:ext uri="{FF2B5EF4-FFF2-40B4-BE49-F238E27FC236}">
                <a16:creationId xmlns:a16="http://schemas.microsoft.com/office/drawing/2014/main" id="{692B7486-4CDC-4AC8-BD5D-3759B64E575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실행 성공 뒤에도 요구를 확인합니다.</a:t>
            </a:r>
          </a:p>
        </p:txBody>
      </p:sp>
      <p:sp>
        <p:nvSpPr>
          <p:cNvPr id="5" name="">
            <a:extLst xmlns:a="http://schemas.openxmlformats.org/drawingml/2006/main">
              <a:ext uri="{FF2B5EF4-FFF2-40B4-BE49-F238E27FC236}">
                <a16:creationId xmlns:a16="http://schemas.microsoft.com/office/drawing/2014/main" id="{D6DDD82B-027B-4E64-BA97-591E7AAFA97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09</a:t>
            </a:r>
          </a:p>
        </p:txBody>
      </p:sp>
    </p:spTree>
    <p:extLst>
      <p:ext uri="{BB962C8B-B14F-4D97-AF65-F5344CB8AC3E}">
        <p14:creationId xmlns:p14="http://schemas.microsoft.com/office/powerpoint/2010/main" val="1360989847"/>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8ECCD0F-D167-4BED-BF80-49A49B0B801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601A483C-8A04-41FC-9CD7-9DDFF42B02F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맡길 범위</a:t>
            </a:r>
          </a:p>
        </p:txBody>
      </p:sp>
      <p:sp>
        <p:nvSpPr>
          <p:cNvPr id="3" name="">
            <a:extLst xmlns:a="http://schemas.openxmlformats.org/drawingml/2006/main">
              <a:ext uri="{FF2B5EF4-FFF2-40B4-BE49-F238E27FC236}">
                <a16:creationId xmlns:a16="http://schemas.microsoft.com/office/drawing/2014/main" id="{818052CE-ACF7-49C3-9D3B-18C23E59946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한 함수 수정에 허용할 행동을 적어 보세요.</a:t>
            </a:r>
          </a:p>
        </p:txBody>
      </p:sp>
      <p:sp>
        <p:nvSpPr>
          <p:cNvPr id="4" name="">
            <a:extLst xmlns:a="http://schemas.openxmlformats.org/drawingml/2006/main">
              <a:ext uri="{FF2B5EF4-FFF2-40B4-BE49-F238E27FC236}">
                <a16:creationId xmlns:a16="http://schemas.microsoft.com/office/drawing/2014/main" id="{C97BFBF2-4A27-4B90-A0AA-15684B278B1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a:t>
            </a:r>
          </a:p>
        </p:txBody>
      </p:sp>
    </p:spTree>
    <p:extLst>
      <p:ext uri="{BB962C8B-B14F-4D97-AF65-F5344CB8AC3E}">
        <p14:creationId xmlns:p14="http://schemas.microsoft.com/office/powerpoint/2010/main" val="1895525395"/>
      </p:ext>
    </p:extLst>
  </p:cSld>
</p:sld>
</file>

<file path=ppt/slides/slide1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5377929-A27E-4B4D-9FAE-77373136312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0CA1AA50-FE9E-48D9-A944-6E5FB4C3ACC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A02  작은 작업의 범위</a:t>
            </a:r>
          </a:p>
        </p:txBody>
      </p:sp>
      <p:sp>
        <p:nvSpPr>
          <p:cNvPr id="3" name="">
            <a:extLst xmlns:a="http://schemas.openxmlformats.org/drawingml/2006/main">
              <a:ext uri="{FF2B5EF4-FFF2-40B4-BE49-F238E27FC236}">
                <a16:creationId xmlns:a16="http://schemas.microsoft.com/office/drawing/2014/main" id="{073CB0FF-E1A7-49A5-BF91-17DBE99C0C5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work/classifier.py의 classify를 고칩니다.</a:t>
            </a:r>
          </a:p>
        </p:txBody>
      </p:sp>
      <p:sp>
        <p:nvSpPr>
          <p:cNvPr id="4" name="">
            <a:extLst xmlns:a="http://schemas.openxmlformats.org/drawingml/2006/main">
              <a:ext uri="{FF2B5EF4-FFF2-40B4-BE49-F238E27FC236}">
                <a16:creationId xmlns:a16="http://schemas.microsoft.com/office/drawing/2014/main" id="{4FC0CA92-CF4B-4715-9193-CAD12E8FC8F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함수 이름과 기본 기준 28을 유지합니다.</a:t>
            </a:r>
          </a:p>
        </p:txBody>
      </p:sp>
      <p:sp>
        <p:nvSpPr>
          <p:cNvPr id="5" name="">
            <a:extLst xmlns:a="http://schemas.openxmlformats.org/drawingml/2006/main">
              <a:ext uri="{FF2B5EF4-FFF2-40B4-BE49-F238E27FC236}">
                <a16:creationId xmlns:a16="http://schemas.microsoft.com/office/drawing/2014/main" id="{0EE43CA8-3EC6-4C3B-81DC-7F032E117F3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11</a:t>
            </a:r>
          </a:p>
        </p:txBody>
      </p:sp>
    </p:spTree>
    <p:extLst>
      <p:ext uri="{BB962C8B-B14F-4D97-AF65-F5344CB8AC3E}">
        <p14:creationId xmlns:p14="http://schemas.microsoft.com/office/powerpoint/2010/main" val="1788255894"/>
      </p:ext>
    </p:extLst>
  </p:cSld>
</p:sld>
</file>

<file path=ppt/slides/slide1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EE4825-E758-46C6-85E2-B20835DAF9E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3AB4608-49B4-464E-BC1B-34268874CB6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작은 작업의 범위의 예</a:t>
            </a:r>
          </a:p>
        </p:txBody>
      </p:sp>
      <p:graphicFrame>
        <p:nvGraphicFramePr>
          <p:cNvPr id="8"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바꿀 것</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유지할 것</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경계 비교</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함수 이름</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누락 처리</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기본 기준 28</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입력 검사</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반환 문자열</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3F038F7B-0A0D-4CDD-80B9-A7E6BACEDBFF}"/>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검사 기대를 후보에 맞춰 바꾸지 않습니다.</a:t>
            </a:r>
          </a:p>
        </p:txBody>
      </p:sp>
      <p:sp>
        <p:nvSpPr>
          <p:cNvPr id="5" name="">
            <a:extLst xmlns:a="http://schemas.openxmlformats.org/drawingml/2006/main">
              <a:ext uri="{FF2B5EF4-FFF2-40B4-BE49-F238E27FC236}">
                <a16:creationId xmlns:a16="http://schemas.microsoft.com/office/drawing/2014/main" id="{F1D39819-34AE-47F9-8948-612016856F6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12</a:t>
            </a:r>
          </a:p>
        </p:txBody>
      </p:sp>
    </p:spTree>
    <p:extLst>
      <p:ext uri="{BB962C8B-B14F-4D97-AF65-F5344CB8AC3E}">
        <p14:creationId xmlns:p14="http://schemas.microsoft.com/office/powerpoint/2010/main" val="1330482345"/>
      </p:ext>
    </p:extLst>
  </p:cSld>
</p:sld>
</file>

<file path=ppt/slides/slide1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9CEDAAC-D9D6-4F6B-B85A-D38DBD70AFF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A94A9D9C-CB5E-437C-B870-42EA90AAAAF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범위를 지킨 변경</a:t>
            </a:r>
          </a:p>
        </p:txBody>
      </p:sp>
      <p:sp>
        <p:nvSpPr>
          <p:cNvPr id="3" name="">
            <a:extLst xmlns:a="http://schemas.openxmlformats.org/drawingml/2006/main">
              <a:ext uri="{FF2B5EF4-FFF2-40B4-BE49-F238E27FC236}">
                <a16:creationId xmlns:a16="http://schemas.microsoft.com/office/drawing/2014/main" id="{50D5D1D0-F0E0-4D44-B893-AD14D01DCE5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변경한 파일과 이유를 설명합니다.</a:t>
            </a:r>
          </a:p>
        </p:txBody>
      </p:sp>
      <p:sp>
        <p:nvSpPr>
          <p:cNvPr id="4" name="">
            <a:extLst xmlns:a="http://schemas.openxmlformats.org/drawingml/2006/main">
              <a:ext uri="{FF2B5EF4-FFF2-40B4-BE49-F238E27FC236}">
                <a16:creationId xmlns:a16="http://schemas.microsoft.com/office/drawing/2014/main" id="{034AFB90-6141-46A8-8888-E6E3BFAD92C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요청 밖 변경은 따로 확인합니다.</a:t>
            </a:r>
          </a:p>
        </p:txBody>
      </p:sp>
      <p:sp>
        <p:nvSpPr>
          <p:cNvPr id="5" name="">
            <a:extLst xmlns:a="http://schemas.openxmlformats.org/drawingml/2006/main">
              <a:ext uri="{FF2B5EF4-FFF2-40B4-BE49-F238E27FC236}">
                <a16:creationId xmlns:a16="http://schemas.microsoft.com/office/drawing/2014/main" id="{9C1BD6E6-A193-420E-8A4B-786EC34AC62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13</a:t>
            </a:r>
          </a:p>
        </p:txBody>
      </p:sp>
    </p:spTree>
    <p:extLst>
      <p:ext uri="{BB962C8B-B14F-4D97-AF65-F5344CB8AC3E}">
        <p14:creationId xmlns:p14="http://schemas.microsoft.com/office/powerpoint/2010/main" val="687054361"/>
      </p:ext>
    </p:extLst>
  </p:cSld>
</p:sld>
</file>

<file path=ppt/slides/slide1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A33554D-96DE-4DEB-9ADA-502AB48E96A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B514648E-C498-4DE3-8BC0-9A8B8F1B8B9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검사를 바꾸는 제안</a:t>
            </a:r>
          </a:p>
        </p:txBody>
      </p:sp>
      <p:sp>
        <p:nvSpPr>
          <p:cNvPr id="3" name="">
            <a:extLst xmlns:a="http://schemas.openxmlformats.org/drawingml/2006/main">
              <a:ext uri="{FF2B5EF4-FFF2-40B4-BE49-F238E27FC236}">
                <a16:creationId xmlns:a16="http://schemas.microsoft.com/office/drawing/2014/main" id="{1117E801-5146-43B1-AD10-BF90F087905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AI가 기대 결과를 고쳐 통과시키자고 합니다.</a:t>
            </a:r>
          </a:p>
        </p:txBody>
      </p:sp>
      <p:sp>
        <p:nvSpPr>
          <p:cNvPr id="4" name="">
            <a:extLst xmlns:a="http://schemas.openxmlformats.org/drawingml/2006/main">
              <a:ext uri="{FF2B5EF4-FFF2-40B4-BE49-F238E27FC236}">
                <a16:creationId xmlns:a16="http://schemas.microsoft.com/office/drawing/2014/main" id="{2C8DE1D7-29E0-4EE2-8B96-41C344A6D72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 제안을 어떻게 검토하나요?</a:t>
            </a:r>
          </a:p>
        </p:txBody>
      </p:sp>
      <p:sp>
        <p:nvSpPr>
          <p:cNvPr id="5" name="">
            <a:extLst xmlns:a="http://schemas.openxmlformats.org/drawingml/2006/main">
              <a:ext uri="{FF2B5EF4-FFF2-40B4-BE49-F238E27FC236}">
                <a16:creationId xmlns:a16="http://schemas.microsoft.com/office/drawing/2014/main" id="{34C8AE38-0492-4FC7-BB69-25CAF47C5F5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14</a:t>
            </a:r>
          </a:p>
        </p:txBody>
      </p:sp>
    </p:spTree>
    <p:extLst>
      <p:ext uri="{BB962C8B-B14F-4D97-AF65-F5344CB8AC3E}">
        <p14:creationId xmlns:p14="http://schemas.microsoft.com/office/powerpoint/2010/main" val="2100405812"/>
      </p:ext>
    </p:extLst>
  </p:cSld>
</p:sld>
</file>

<file path=ppt/slides/slide1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E47953F-A39F-430E-B849-91C1E7B7850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8A7AB324-7FB2-4AF4-BCC3-2A46805A5F2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A03  필요한 자료 선택</a:t>
            </a:r>
          </a:p>
        </p:txBody>
      </p:sp>
      <p:sp>
        <p:nvSpPr>
          <p:cNvPr id="3" name="">
            <a:extLst xmlns:a="http://schemas.openxmlformats.org/drawingml/2006/main">
              <a:ext uri="{FF2B5EF4-FFF2-40B4-BE49-F238E27FC236}">
                <a16:creationId xmlns:a16="http://schemas.microsoft.com/office/drawing/2014/main" id="{A0D45895-3875-42F5-BA15-5C181C2839F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함수와 실패 입력을 제공합니다.</a:t>
            </a:r>
          </a:p>
        </p:txBody>
      </p:sp>
      <p:sp>
        <p:nvSpPr>
          <p:cNvPr id="4" name="">
            <a:extLst xmlns:a="http://schemas.openxmlformats.org/drawingml/2006/main">
              <a:ext uri="{FF2B5EF4-FFF2-40B4-BE49-F238E27FC236}">
                <a16:creationId xmlns:a16="http://schemas.microsoft.com/office/drawing/2014/main" id="{6DFBB0B8-91B3-405B-AF72-8B3F2D49A4E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비밀 대신 가상 자료를 사용합니다.</a:t>
            </a:r>
          </a:p>
        </p:txBody>
      </p:sp>
      <p:sp>
        <p:nvSpPr>
          <p:cNvPr id="5" name="">
            <a:extLst xmlns:a="http://schemas.openxmlformats.org/drawingml/2006/main">
              <a:ext uri="{FF2B5EF4-FFF2-40B4-BE49-F238E27FC236}">
                <a16:creationId xmlns:a16="http://schemas.microsoft.com/office/drawing/2014/main" id="{2235E714-798C-4777-AE3D-E25D6E3ED44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15</a:t>
            </a:r>
          </a:p>
        </p:txBody>
      </p:sp>
    </p:spTree>
    <p:extLst>
      <p:ext uri="{BB962C8B-B14F-4D97-AF65-F5344CB8AC3E}">
        <p14:creationId xmlns:p14="http://schemas.microsoft.com/office/powerpoint/2010/main" val="993192925"/>
      </p:ext>
    </p:extLst>
  </p:cSld>
</p:sld>
</file>

<file path=ppt/slides/slide1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06F313F-CF4B-4D31-A901-038B30F4206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B9E2409-47CD-49D3-8CA0-56215D3B042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필요한 자료 선택의 예</a:t>
            </a:r>
          </a:p>
        </p:txBody>
      </p:sp>
      <p:graphicFrame>
        <p:nvGraphicFramePr>
          <p:cNvPr id="8"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자료</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이번 작업에 필요?</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현재 함수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필요</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가상 실패 로그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필요</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고객 명단</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불필요</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실제 API 키</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공유하지 않음</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DBD7E041-29A0-4A46-8D20-7315C37627BD}"/>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많은 자료보다 관련 근거가 중요합니다.</a:t>
            </a:r>
          </a:p>
        </p:txBody>
      </p:sp>
      <p:sp>
        <p:nvSpPr>
          <p:cNvPr id="5" name="">
            <a:extLst xmlns:a="http://schemas.openxmlformats.org/drawingml/2006/main">
              <a:ext uri="{FF2B5EF4-FFF2-40B4-BE49-F238E27FC236}">
                <a16:creationId xmlns:a16="http://schemas.microsoft.com/office/drawing/2014/main" id="{BD771342-C4E8-464F-BA0A-1ACAF94E724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16</a:t>
            </a:r>
          </a:p>
        </p:txBody>
      </p:sp>
    </p:spTree>
    <p:extLst>
      <p:ext uri="{BB962C8B-B14F-4D97-AF65-F5344CB8AC3E}">
        <p14:creationId xmlns:p14="http://schemas.microsoft.com/office/powerpoint/2010/main" val="2093944248"/>
      </p:ext>
    </p:extLst>
  </p:cSld>
</p:sld>
</file>

<file path=ppt/slides/slide1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0557FCB-EBB5-4C59-B6DB-74408F2258A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A0A2978-C5FA-4FF8-A186-C13886ED5E7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빠진 맥락</a:t>
            </a:r>
          </a:p>
        </p:txBody>
      </p:sp>
      <p:sp>
        <p:nvSpPr>
          <p:cNvPr id="3" name="">
            <a:extLst xmlns:a="http://schemas.openxmlformats.org/drawingml/2006/main">
              <a:ext uri="{FF2B5EF4-FFF2-40B4-BE49-F238E27FC236}">
                <a16:creationId xmlns:a16="http://schemas.microsoft.com/office/drawing/2014/main" id="{DCA43EFC-8AC2-4137-9BE8-D1777145D05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기준값과 기대 출력이 빠졌는지 읽습니다.</a:t>
            </a:r>
          </a:p>
        </p:txBody>
      </p:sp>
      <p:sp>
        <p:nvSpPr>
          <p:cNvPr id="4" name="">
            <a:extLst xmlns:a="http://schemas.openxmlformats.org/drawingml/2006/main">
              <a:ext uri="{FF2B5EF4-FFF2-40B4-BE49-F238E27FC236}">
                <a16:creationId xmlns:a16="http://schemas.microsoft.com/office/drawing/2014/main" id="{F7D11173-5D55-47E7-8F76-2A985C4A0D5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자료의 출처와 목적도 남깁니다.</a:t>
            </a:r>
          </a:p>
        </p:txBody>
      </p:sp>
      <p:sp>
        <p:nvSpPr>
          <p:cNvPr id="5" name="">
            <a:extLst xmlns:a="http://schemas.openxmlformats.org/drawingml/2006/main">
              <a:ext uri="{FF2B5EF4-FFF2-40B4-BE49-F238E27FC236}">
                <a16:creationId xmlns:a16="http://schemas.microsoft.com/office/drawing/2014/main" id="{C5F0B540-F791-4922-89BE-4BBB8F6C62F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17</a:t>
            </a:r>
          </a:p>
        </p:txBody>
      </p:sp>
    </p:spTree>
    <p:extLst>
      <p:ext uri="{BB962C8B-B14F-4D97-AF65-F5344CB8AC3E}">
        <p14:creationId xmlns:p14="http://schemas.microsoft.com/office/powerpoint/2010/main" val="1918380645"/>
      </p:ext>
    </p:extLst>
  </p:cSld>
</p:sld>
</file>

<file path=ppt/slides/slide1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B6E0C80-A1CB-4036-BC84-1EC6BA34CDA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791FC1AE-6CA6-4953-93B6-14BBACF856A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요청에 넣을 자료</a:t>
            </a:r>
          </a:p>
        </p:txBody>
      </p:sp>
      <p:sp>
        <p:nvSpPr>
          <p:cNvPr id="3" name="">
            <a:extLst xmlns:a="http://schemas.openxmlformats.org/drawingml/2006/main">
              <a:ext uri="{FF2B5EF4-FFF2-40B4-BE49-F238E27FC236}">
                <a16:creationId xmlns:a16="http://schemas.microsoft.com/office/drawing/2014/main" id="{8E878792-23F8-4C6F-9083-355CE95B3BD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28 경계 수정에 자료 세 개를 고르세요.</a:t>
            </a:r>
          </a:p>
        </p:txBody>
      </p:sp>
      <p:sp>
        <p:nvSpPr>
          <p:cNvPr id="4" name="">
            <a:extLst xmlns:a="http://schemas.openxmlformats.org/drawingml/2006/main">
              <a:ext uri="{FF2B5EF4-FFF2-40B4-BE49-F238E27FC236}">
                <a16:creationId xmlns:a16="http://schemas.microsoft.com/office/drawing/2014/main" id="{58ECF2A5-A22E-4A2E-9FC9-5DE82AB5578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18</a:t>
            </a:r>
          </a:p>
        </p:txBody>
      </p:sp>
    </p:spTree>
    <p:extLst>
      <p:ext uri="{BB962C8B-B14F-4D97-AF65-F5344CB8AC3E}">
        <p14:creationId xmlns:p14="http://schemas.microsoft.com/office/powerpoint/2010/main" val="1433255607"/>
      </p:ext>
    </p:extLst>
  </p:cSld>
</p:sld>
</file>

<file path=ppt/slides/slide19.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DA05079-443D-4793-96DD-96825F42B11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D41BE978-B332-400A-82F4-976FCCE87FC5}"/>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2교시  근거가 있는 요청서</a:t>
            </a:r>
          </a:p>
        </p:txBody>
      </p:sp>
      <p:sp>
        <p:nvSpPr>
          <p:cNvPr id="3" name="">
            <a:extLst xmlns:a="http://schemas.openxmlformats.org/drawingml/2006/main">
              <a:ext uri="{FF2B5EF4-FFF2-40B4-BE49-F238E27FC236}">
                <a16:creationId xmlns:a16="http://schemas.microsoft.com/office/drawing/2014/main" id="{4BCC727B-6FE0-47EF-AAE0-3C2EE6402F7E}"/>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수업입니다.</a:t>
            </a:r>
          </a:p>
        </p:txBody>
      </p:sp>
      <p:sp>
        <p:nvSpPr>
          <p:cNvPr id="4" name="">
            <a:extLst xmlns:a="http://schemas.openxmlformats.org/drawingml/2006/main">
              <a:ext uri="{FF2B5EF4-FFF2-40B4-BE49-F238E27FC236}">
                <a16:creationId xmlns:a16="http://schemas.microsoft.com/office/drawing/2014/main" id="{4ECF1C9F-DE4C-4954-98E7-132E4F045DB9}"/>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개념을 보고 함께 따라 합니다.</a:t>
            </a:r>
          </a:p>
        </p:txBody>
      </p:sp>
      <p:sp>
        <p:nvSpPr>
          <p:cNvPr id="5" name="">
            <a:extLst xmlns:a="http://schemas.openxmlformats.org/drawingml/2006/main">
              <a:ext uri="{FF2B5EF4-FFF2-40B4-BE49-F238E27FC236}">
                <a16:creationId xmlns:a16="http://schemas.microsoft.com/office/drawing/2014/main" id="{06955B70-D6EC-4F7C-BA9D-8AD9B1A1CF7E}"/>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예상과 실제를 비교하고 설명합니다.</a:t>
            </a:r>
          </a:p>
        </p:txBody>
      </p:sp>
      <p:sp>
        <p:nvSpPr>
          <p:cNvPr id="6" name="">
            <a:extLst xmlns:a="http://schemas.openxmlformats.org/drawingml/2006/main">
              <a:ext uri="{FF2B5EF4-FFF2-40B4-BE49-F238E27FC236}">
                <a16:creationId xmlns:a16="http://schemas.microsoft.com/office/drawing/2014/main" id="{A8575275-5251-48B7-85C5-3EEA1AC914A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19</a:t>
            </a:r>
          </a:p>
        </p:txBody>
      </p:sp>
    </p:spTree>
    <p:extLst>
      <p:ext uri="{BB962C8B-B14F-4D97-AF65-F5344CB8AC3E}">
        <p14:creationId xmlns:p14="http://schemas.microsoft.com/office/powerpoint/2010/main" val="1989628322"/>
      </p:ext>
    </p:extLst>
  </p:cSld>
</p:sld>
</file>

<file path=ppt/slides/slide2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D9D446E-DAFA-4B56-8779-6BD69ADB373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E7E00FD5-0242-4307-9B67-B826FA95860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규칙을 검사의 약속으로</a:t>
            </a:r>
          </a:p>
        </p:txBody>
      </p:sp>
      <p:sp>
        <p:nvSpPr>
          <p:cNvPr id="3" name="">
            <a:extLst xmlns:a="http://schemas.openxmlformats.org/drawingml/2006/main">
              <a:ext uri="{FF2B5EF4-FFF2-40B4-BE49-F238E27FC236}">
                <a16:creationId xmlns:a16="http://schemas.microsoft.com/office/drawing/2014/main" id="{D6C5A27E-1642-4E9A-9BDB-2A88029C56F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정상·경계·누락·오류를 따로 정합니다.</a:t>
            </a:r>
          </a:p>
        </p:txBody>
      </p:sp>
      <p:sp>
        <p:nvSpPr>
          <p:cNvPr id="4" name="">
            <a:extLst xmlns:a="http://schemas.openxmlformats.org/drawingml/2006/main">
              <a:ext uri="{FF2B5EF4-FFF2-40B4-BE49-F238E27FC236}">
                <a16:creationId xmlns:a16="http://schemas.microsoft.com/office/drawing/2014/main" id="{B9953AB7-58F4-4D15-A068-53D5AAB24B2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함수 이름과 출력도 호출자의 약속입니다.</a:t>
            </a:r>
          </a:p>
        </p:txBody>
      </p:sp>
      <p:sp>
        <p:nvSpPr>
          <p:cNvPr id="5" name="">
            <a:extLst xmlns:a="http://schemas.openxmlformats.org/drawingml/2006/main">
              <a:ext uri="{FF2B5EF4-FFF2-40B4-BE49-F238E27FC236}">
                <a16:creationId xmlns:a16="http://schemas.microsoft.com/office/drawing/2014/main" id="{49478BC7-EFD9-4708-9BA5-668AED31810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20</a:t>
            </a:r>
          </a:p>
        </p:txBody>
      </p:sp>
    </p:spTree>
    <p:extLst>
      <p:ext uri="{BB962C8B-B14F-4D97-AF65-F5344CB8AC3E}">
        <p14:creationId xmlns:p14="http://schemas.microsoft.com/office/powerpoint/2010/main" val="798155032"/>
      </p:ext>
    </p:extLst>
  </p:cSld>
</p:sld>
</file>

<file path=ppt/slides/slide2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E63EBFB-FC8F-4F2D-A2B9-35D66166F5F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4BE6985F-A6FF-4CBC-86AC-8F03CE00E88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A04  입력과 출력의 약속</a:t>
            </a:r>
          </a:p>
        </p:txBody>
      </p:sp>
      <p:sp>
        <p:nvSpPr>
          <p:cNvPr id="3" name="">
            <a:extLst xmlns:a="http://schemas.openxmlformats.org/drawingml/2006/main">
              <a:ext uri="{FF2B5EF4-FFF2-40B4-BE49-F238E27FC236}">
                <a16:creationId xmlns:a16="http://schemas.microsoft.com/office/drawing/2014/main" id="{6B9540E6-A35A-4BB9-BEF1-35E4011414E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0~50의 숫자 온도를 받습니다.</a:t>
            </a:r>
          </a:p>
        </p:txBody>
      </p:sp>
      <p:sp>
        <p:nvSpPr>
          <p:cNvPr id="4" name="">
            <a:extLst xmlns:a="http://schemas.openxmlformats.org/drawingml/2006/main">
              <a:ext uri="{FF2B5EF4-FFF2-40B4-BE49-F238E27FC236}">
                <a16:creationId xmlns:a16="http://schemas.microsoft.com/office/drawing/2014/main" id="{93B850B2-505D-45FB-A0C3-D97DFD0D3A8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28 이상은 주의, 미만은 정상입니다.</a:t>
            </a:r>
          </a:p>
        </p:txBody>
      </p:sp>
      <p:sp>
        <p:nvSpPr>
          <p:cNvPr id="5" name="">
            <a:extLst xmlns:a="http://schemas.openxmlformats.org/drawingml/2006/main">
              <a:ext uri="{FF2B5EF4-FFF2-40B4-BE49-F238E27FC236}">
                <a16:creationId xmlns:a16="http://schemas.microsoft.com/office/drawing/2014/main" id="{FE882A90-2318-4CBA-8092-34D3253D76C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21</a:t>
            </a:r>
          </a:p>
        </p:txBody>
      </p:sp>
    </p:spTree>
    <p:extLst>
      <p:ext uri="{BB962C8B-B14F-4D97-AF65-F5344CB8AC3E}">
        <p14:creationId xmlns:p14="http://schemas.microsoft.com/office/powerpoint/2010/main" val="252380587"/>
      </p:ext>
    </p:extLst>
  </p:cSld>
</p:sld>
</file>

<file path=ppt/slides/slide2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61EEBD2-A042-498F-AB1F-654ED9543AC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839D3CC-9BB5-42C8-9A0F-349C9B730E5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입력과 출력의 약속의 예</a:t>
            </a:r>
          </a:p>
        </p:txBody>
      </p:sp>
      <p:graphicFrame>
        <p:nvGraphicFramePr>
          <p:cNvPr id="8"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입력</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출력</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27.9</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정상</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28</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주의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None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미측정</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문자·범위 밖</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입력 오류</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5FA1D1B2-1A1E-4BE4-A1CA-DDBA7E34C4DF}"/>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문자 숫자와 실제 숫자를 구별합니다.</a:t>
            </a:r>
          </a:p>
        </p:txBody>
      </p:sp>
      <p:sp>
        <p:nvSpPr>
          <p:cNvPr id="5" name="">
            <a:extLst xmlns:a="http://schemas.openxmlformats.org/drawingml/2006/main">
              <a:ext uri="{FF2B5EF4-FFF2-40B4-BE49-F238E27FC236}">
                <a16:creationId xmlns:a16="http://schemas.microsoft.com/office/drawing/2014/main" id="{5ADDB522-5E29-4A81-A312-7EC45B2C22C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22</a:t>
            </a:r>
          </a:p>
        </p:txBody>
      </p:sp>
    </p:spTree>
    <p:extLst>
      <p:ext uri="{BB962C8B-B14F-4D97-AF65-F5344CB8AC3E}">
        <p14:creationId xmlns:p14="http://schemas.microsoft.com/office/powerpoint/2010/main" val="1075375296"/>
      </p:ext>
    </p:extLst>
  </p:cSld>
</p:sld>
</file>

<file path=ppt/slides/slide2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B3E9165-BDEA-455E-BA5F-FDE28D3D55C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F63D30DA-CC2B-4BFD-95E4-BD79384DE92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함수 계약 유지</a:t>
            </a:r>
          </a:p>
        </p:txBody>
      </p:sp>
      <p:sp>
        <p:nvSpPr>
          <p:cNvPr id="3" name="">
            <a:extLst xmlns:a="http://schemas.openxmlformats.org/drawingml/2006/main">
              <a:ext uri="{FF2B5EF4-FFF2-40B4-BE49-F238E27FC236}">
                <a16:creationId xmlns:a16="http://schemas.microsoft.com/office/drawing/2014/main" id="{09D9308A-614E-4003-8FF4-31BBFA4AEB9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함수 이름과 반환 문자열을 유지합니다.</a:t>
            </a:r>
          </a:p>
        </p:txBody>
      </p:sp>
      <p:sp>
        <p:nvSpPr>
          <p:cNvPr id="4" name="">
            <a:extLst xmlns:a="http://schemas.openxmlformats.org/drawingml/2006/main">
              <a:ext uri="{FF2B5EF4-FFF2-40B4-BE49-F238E27FC236}">
                <a16:creationId xmlns:a16="http://schemas.microsoft.com/office/drawing/2014/main" id="{E0253439-5073-4499-AFC8-B62126A1289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누락을 정상 값으로 채우지 않습니다.</a:t>
            </a:r>
          </a:p>
        </p:txBody>
      </p:sp>
      <p:sp>
        <p:nvSpPr>
          <p:cNvPr id="5" name="">
            <a:extLst xmlns:a="http://schemas.openxmlformats.org/drawingml/2006/main">
              <a:ext uri="{FF2B5EF4-FFF2-40B4-BE49-F238E27FC236}">
                <a16:creationId xmlns:a16="http://schemas.microsoft.com/office/drawing/2014/main" id="{AEB463E9-73AE-4745-8CAF-CF247173B7D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23</a:t>
            </a:r>
          </a:p>
        </p:txBody>
      </p:sp>
    </p:spTree>
    <p:extLst>
      <p:ext uri="{BB962C8B-B14F-4D97-AF65-F5344CB8AC3E}">
        <p14:creationId xmlns:p14="http://schemas.microsoft.com/office/powerpoint/2010/main" val="882790390"/>
      </p:ext>
    </p:extLst>
  </p:cSld>
</p:sld>
</file>

<file path=ppt/slides/slide2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7526391-3AA9-46CD-AB41-969C4379C98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56352B27-94B6-419E-823D-C7F9B71DA56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0과 값 없음</a:t>
            </a:r>
          </a:p>
        </p:txBody>
      </p:sp>
      <p:sp>
        <p:nvSpPr>
          <p:cNvPr id="3" name="">
            <a:extLst xmlns:a="http://schemas.openxmlformats.org/drawingml/2006/main">
              <a:ext uri="{FF2B5EF4-FFF2-40B4-BE49-F238E27FC236}">
                <a16:creationId xmlns:a16="http://schemas.microsoft.com/office/drawing/2014/main" id="{D50DD4EC-AA59-4004-8902-59FE974632F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0과 None은 같은 결과를 뜻하나요?</a:t>
            </a:r>
          </a:p>
        </p:txBody>
      </p:sp>
      <p:sp>
        <p:nvSpPr>
          <p:cNvPr id="4" name="">
            <a:extLst xmlns:a="http://schemas.openxmlformats.org/drawingml/2006/main">
              <a:ext uri="{FF2B5EF4-FFF2-40B4-BE49-F238E27FC236}">
                <a16:creationId xmlns:a16="http://schemas.microsoft.com/office/drawing/2014/main" id="{334703ED-17EF-47E4-AEFE-840D22430CA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24</a:t>
            </a:r>
          </a:p>
        </p:txBody>
      </p:sp>
    </p:spTree>
    <p:extLst>
      <p:ext uri="{BB962C8B-B14F-4D97-AF65-F5344CB8AC3E}">
        <p14:creationId xmlns:p14="http://schemas.microsoft.com/office/powerpoint/2010/main" val="621082530"/>
      </p:ext>
    </p:extLst>
  </p:cSld>
</p:sld>
</file>

<file path=ppt/slides/slide2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4042177-2112-4A2C-94A3-74D07C7B840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6C7598C4-99E5-45BB-9E06-ADED33F0046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A05  경계 검사</a:t>
            </a:r>
          </a:p>
        </p:txBody>
      </p:sp>
      <p:sp>
        <p:nvSpPr>
          <p:cNvPr id="3" name="">
            <a:extLst xmlns:a="http://schemas.openxmlformats.org/drawingml/2006/main">
              <a:ext uri="{FF2B5EF4-FFF2-40B4-BE49-F238E27FC236}">
                <a16:creationId xmlns:a16="http://schemas.microsoft.com/office/drawing/2014/main" id="{BFAB774A-9B62-43BD-9FC9-563B542517B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규칙이 바뀌는 바로 앞·같은 값·뒤를 봅니다.</a:t>
            </a:r>
          </a:p>
        </p:txBody>
      </p:sp>
      <p:sp>
        <p:nvSpPr>
          <p:cNvPr id="4" name="">
            <a:extLst xmlns:a="http://schemas.openxmlformats.org/drawingml/2006/main">
              <a:ext uri="{FF2B5EF4-FFF2-40B4-BE49-F238E27FC236}">
                <a16:creationId xmlns:a16="http://schemas.microsoft.com/office/drawing/2014/main" id="{A34449D9-2F6A-4002-A2AD-D4D25481F39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평범한 입력 한 개로는 경계를 알 수 없습니다.</a:t>
            </a:r>
          </a:p>
        </p:txBody>
      </p:sp>
      <p:sp>
        <p:nvSpPr>
          <p:cNvPr id="5" name="">
            <a:extLst xmlns:a="http://schemas.openxmlformats.org/drawingml/2006/main">
              <a:ext uri="{FF2B5EF4-FFF2-40B4-BE49-F238E27FC236}">
                <a16:creationId xmlns:a16="http://schemas.microsoft.com/office/drawing/2014/main" id="{703D282C-0D04-4DE7-A819-BE4603E79E7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25</a:t>
            </a:r>
          </a:p>
        </p:txBody>
      </p:sp>
    </p:spTree>
    <p:extLst>
      <p:ext uri="{BB962C8B-B14F-4D97-AF65-F5344CB8AC3E}">
        <p14:creationId xmlns:p14="http://schemas.microsoft.com/office/powerpoint/2010/main" val="1328883132"/>
      </p:ext>
    </p:extLst>
  </p:cSld>
</p:sld>
</file>

<file path=ppt/slides/slide2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330BB05-2A6F-4318-8084-A210AED5022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F1399B59-921F-4FF3-9F03-659F9D28A69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경계 검사의 예</a:t>
            </a:r>
          </a:p>
        </p:txBody>
      </p:sp>
      <p:graphicFrame>
        <p:nvGraphicFramePr>
          <p:cNvPr id="8"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입력</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기대</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27.9</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정상</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28.0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주의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28.1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주의</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0ED5F30D-19C3-41A7-9908-DB63704662D7}"/>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요구의 “이상”을 &gt;=에 연결합니다.</a:t>
            </a:r>
          </a:p>
        </p:txBody>
      </p:sp>
      <p:sp>
        <p:nvSpPr>
          <p:cNvPr id="5" name="">
            <a:extLst xmlns:a="http://schemas.openxmlformats.org/drawingml/2006/main">
              <a:ext uri="{FF2B5EF4-FFF2-40B4-BE49-F238E27FC236}">
                <a16:creationId xmlns:a16="http://schemas.microsoft.com/office/drawing/2014/main" id="{42696645-379D-4143-B31E-3053D7EA381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26</a:t>
            </a:r>
          </a:p>
        </p:txBody>
      </p:sp>
    </p:spTree>
    <p:extLst>
      <p:ext uri="{BB962C8B-B14F-4D97-AF65-F5344CB8AC3E}">
        <p14:creationId xmlns:p14="http://schemas.microsoft.com/office/powerpoint/2010/main" val="1827126540"/>
      </p:ext>
    </p:extLst>
  </p:cSld>
</p:sld>
</file>

<file path=ppt/slides/slide2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50F653B-99C0-4147-9121-0698E09CDBF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3A1E6C04-BEE3-4157-9E2F-976AF4AAEB7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기준 변경의 영향</a:t>
            </a:r>
          </a:p>
        </p:txBody>
      </p:sp>
      <p:sp>
        <p:nvSpPr>
          <p:cNvPr id="3" name="">
            <a:extLst xmlns:a="http://schemas.openxmlformats.org/drawingml/2006/main">
              <a:ext uri="{FF2B5EF4-FFF2-40B4-BE49-F238E27FC236}">
                <a16:creationId xmlns:a16="http://schemas.microsoft.com/office/drawing/2014/main" id="{B893874A-77A5-4014-899E-C5F900191D3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기준을 27로 낮추면 27.9도 주의가 됩니다.</a:t>
            </a:r>
          </a:p>
        </p:txBody>
      </p:sp>
      <p:sp>
        <p:nvSpPr>
          <p:cNvPr id="4" name="">
            <a:extLst xmlns:a="http://schemas.openxmlformats.org/drawingml/2006/main">
              <a:ext uri="{FF2B5EF4-FFF2-40B4-BE49-F238E27FC236}">
                <a16:creationId xmlns:a16="http://schemas.microsoft.com/office/drawing/2014/main" id="{3ABA7878-55C7-4C9E-8F66-E94B0141B45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기호 수정과 기준 수정은 다릅니다.</a:t>
            </a:r>
          </a:p>
        </p:txBody>
      </p:sp>
      <p:sp>
        <p:nvSpPr>
          <p:cNvPr id="5" name="">
            <a:extLst xmlns:a="http://schemas.openxmlformats.org/drawingml/2006/main">
              <a:ext uri="{FF2B5EF4-FFF2-40B4-BE49-F238E27FC236}">
                <a16:creationId xmlns:a16="http://schemas.microsoft.com/office/drawing/2014/main" id="{4C90E716-64D9-45DC-939C-5E30F72ECD1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27</a:t>
            </a:r>
          </a:p>
        </p:txBody>
      </p:sp>
    </p:spTree>
    <p:extLst>
      <p:ext uri="{BB962C8B-B14F-4D97-AF65-F5344CB8AC3E}">
        <p14:creationId xmlns:p14="http://schemas.microsoft.com/office/powerpoint/2010/main" val="425533812"/>
      </p:ext>
    </p:extLst>
  </p:cSld>
</p:sld>
</file>

<file path=ppt/slides/slide2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1DB2872-A86F-4393-9512-F8F5B6C761E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06EDC9E3-9574-404D-85CC-EB2142F5B4C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다른 경계 적용</a:t>
            </a:r>
          </a:p>
        </p:txBody>
      </p:sp>
      <p:sp>
        <p:nvSpPr>
          <p:cNvPr id="3" name="">
            <a:extLst xmlns:a="http://schemas.openxmlformats.org/drawingml/2006/main">
              <a:ext uri="{FF2B5EF4-FFF2-40B4-BE49-F238E27FC236}">
                <a16:creationId xmlns:a16="http://schemas.microsoft.com/office/drawing/2014/main" id="{F20AA092-5B5A-40B2-A26B-2C06274CD5D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새 규칙은 5 초과 점검입니다.</a:t>
            </a:r>
          </a:p>
        </p:txBody>
      </p:sp>
      <p:sp>
        <p:nvSpPr>
          <p:cNvPr id="4" name="">
            <a:extLst xmlns:a="http://schemas.openxmlformats.org/drawingml/2006/main">
              <a:ext uri="{FF2B5EF4-FFF2-40B4-BE49-F238E27FC236}">
                <a16:creationId xmlns:a16="http://schemas.microsoft.com/office/drawing/2014/main" id="{3F08FB8E-3FB4-43B4-8783-EB8B24DDBF3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4.9·5·5.1의 결과는 무엇인가요?</a:t>
            </a:r>
          </a:p>
        </p:txBody>
      </p:sp>
      <p:sp>
        <p:nvSpPr>
          <p:cNvPr id="5" name="">
            <a:extLst xmlns:a="http://schemas.openxmlformats.org/drawingml/2006/main">
              <a:ext uri="{FF2B5EF4-FFF2-40B4-BE49-F238E27FC236}">
                <a16:creationId xmlns:a16="http://schemas.microsoft.com/office/drawing/2014/main" id="{D6356B4F-2470-4550-98F9-A3DF9C7D42A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28</a:t>
            </a:r>
          </a:p>
        </p:txBody>
      </p:sp>
    </p:spTree>
    <p:extLst>
      <p:ext uri="{BB962C8B-B14F-4D97-AF65-F5344CB8AC3E}">
        <p14:creationId xmlns:p14="http://schemas.microsoft.com/office/powerpoint/2010/main" val="1382225999"/>
      </p:ext>
    </p:extLst>
  </p:cSld>
</p:sld>
</file>

<file path=ppt/slides/slide2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9F0FC68-CAA2-4529-991B-74BD8E7835A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A58AC363-4C46-4811-9D2B-FC0B3D04DC4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A06  검사 가능한 요청</a:t>
            </a:r>
          </a:p>
        </p:txBody>
      </p:sp>
      <p:sp>
        <p:nvSpPr>
          <p:cNvPr id="3" name="">
            <a:extLst xmlns:a="http://schemas.openxmlformats.org/drawingml/2006/main">
              <a:ext uri="{FF2B5EF4-FFF2-40B4-BE49-F238E27FC236}">
                <a16:creationId xmlns:a16="http://schemas.microsoft.com/office/drawing/2014/main" id="{B748D58D-12CD-4031-AA94-413F77FA5C1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목적·대상·유지 조건을 적습니다.</a:t>
            </a:r>
          </a:p>
        </p:txBody>
      </p:sp>
      <p:sp>
        <p:nvSpPr>
          <p:cNvPr id="4" name="">
            <a:extLst xmlns:a="http://schemas.openxmlformats.org/drawingml/2006/main">
              <a:ext uri="{FF2B5EF4-FFF2-40B4-BE49-F238E27FC236}">
                <a16:creationId xmlns:a16="http://schemas.microsoft.com/office/drawing/2014/main" id="{20321E9C-686E-4432-A386-BD602FD787E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입력과 기대 결과로 확인 방법을 정합니다.</a:t>
            </a:r>
          </a:p>
        </p:txBody>
      </p:sp>
      <p:sp>
        <p:nvSpPr>
          <p:cNvPr id="5" name="">
            <a:extLst xmlns:a="http://schemas.openxmlformats.org/drawingml/2006/main">
              <a:ext uri="{FF2B5EF4-FFF2-40B4-BE49-F238E27FC236}">
                <a16:creationId xmlns:a16="http://schemas.microsoft.com/office/drawing/2014/main" id="{62F2DCF8-198A-4964-B2BB-C864F1FBA5C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29</a:t>
            </a:r>
          </a:p>
        </p:txBody>
      </p:sp>
    </p:spTree>
    <p:extLst>
      <p:ext uri="{BB962C8B-B14F-4D97-AF65-F5344CB8AC3E}">
        <p14:creationId xmlns:p14="http://schemas.microsoft.com/office/powerpoint/2010/main" val="1573160237"/>
      </p:ext>
    </p:extLst>
  </p:cSld>
</p:sld>
</file>

<file path=ppt/slides/slide3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277C7A7-274C-4C86-8123-2509919307A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82B31884-3B37-4B79-85E3-B012274D7FE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검사 가능한 요청의 예</a:t>
            </a:r>
          </a:p>
        </p:txBody>
      </p:sp>
      <p:graphicFrame>
        <p:nvGraphicFramePr>
          <p:cNvPr id="8"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요청의 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적을 내용</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목적</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28 경계 수정</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대상</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classify 함수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유지</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기준·이름·출력</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검사</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정상·경계·오류</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3A680C27-1FF9-464A-84C6-9EB207BAC7E5}"/>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“알아서 좋게”보다 확인할 조건을 씁니다.</a:t>
            </a:r>
          </a:p>
        </p:txBody>
      </p:sp>
      <p:sp>
        <p:nvSpPr>
          <p:cNvPr id="5" name="">
            <a:extLst xmlns:a="http://schemas.openxmlformats.org/drawingml/2006/main">
              <a:ext uri="{FF2B5EF4-FFF2-40B4-BE49-F238E27FC236}">
                <a16:creationId xmlns:a16="http://schemas.microsoft.com/office/drawing/2014/main" id="{C105E044-46BD-459F-9760-222E9A0BE0A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30</a:t>
            </a:r>
          </a:p>
        </p:txBody>
      </p:sp>
    </p:spTree>
    <p:extLst>
      <p:ext uri="{BB962C8B-B14F-4D97-AF65-F5344CB8AC3E}">
        <p14:creationId xmlns:p14="http://schemas.microsoft.com/office/powerpoint/2010/main" val="1764213964"/>
      </p:ext>
    </p:extLst>
  </p:cSld>
</p:sld>
</file>

<file path=ppt/slides/slide3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A3676C4-9A48-4D07-9FC5-C77FC6A4090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5468F69-F6DF-4439-A8B2-DB17EB9C9E0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요청서 확인</a:t>
            </a:r>
          </a:p>
        </p:txBody>
      </p:sp>
      <p:sp>
        <p:nvSpPr>
          <p:cNvPr id="3" name="">
            <a:extLst xmlns:a="http://schemas.openxmlformats.org/drawingml/2006/main">
              <a:ext uri="{FF2B5EF4-FFF2-40B4-BE49-F238E27FC236}">
                <a16:creationId xmlns:a16="http://schemas.microsoft.com/office/drawing/2014/main" id="{FC2A92E6-604C-4B6F-B91D-0851BE9568A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동료가 같은 검사를 할 수 있는지 읽습니다.</a:t>
            </a:r>
          </a:p>
        </p:txBody>
      </p:sp>
      <p:sp>
        <p:nvSpPr>
          <p:cNvPr id="4" name="">
            <a:extLst xmlns:a="http://schemas.openxmlformats.org/drawingml/2006/main">
              <a:ext uri="{FF2B5EF4-FFF2-40B4-BE49-F238E27FC236}">
                <a16:creationId xmlns:a16="http://schemas.microsoft.com/office/drawing/2014/main" id="{8967BC77-B32E-4797-AA84-22FD17C2A15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허용할 파일과 행동도 명시합니다.</a:t>
            </a:r>
          </a:p>
        </p:txBody>
      </p:sp>
      <p:sp>
        <p:nvSpPr>
          <p:cNvPr id="5" name="">
            <a:extLst xmlns:a="http://schemas.openxmlformats.org/drawingml/2006/main">
              <a:ext uri="{FF2B5EF4-FFF2-40B4-BE49-F238E27FC236}">
                <a16:creationId xmlns:a16="http://schemas.microsoft.com/office/drawing/2014/main" id="{1EC787C8-564E-4B75-A4B1-2677A598A99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31</a:t>
            </a:r>
          </a:p>
        </p:txBody>
      </p:sp>
    </p:spTree>
    <p:extLst>
      <p:ext uri="{BB962C8B-B14F-4D97-AF65-F5344CB8AC3E}">
        <p14:creationId xmlns:p14="http://schemas.microsoft.com/office/powerpoint/2010/main" val="605447713"/>
      </p:ext>
    </p:extLst>
  </p:cSld>
</p:sld>
</file>

<file path=ppt/slides/slide3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0C94F9A-D8D1-43CA-8A26-569AAA814B3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132323C6-6DBC-42D4-B5D2-518BE27CFC8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다섯 줄 요청서</a:t>
            </a:r>
          </a:p>
        </p:txBody>
      </p:sp>
      <p:sp>
        <p:nvSpPr>
          <p:cNvPr id="3" name="">
            <a:extLst xmlns:a="http://schemas.openxmlformats.org/drawingml/2006/main">
              <a:ext uri="{FF2B5EF4-FFF2-40B4-BE49-F238E27FC236}">
                <a16:creationId xmlns:a16="http://schemas.microsoft.com/office/drawing/2014/main" id="{0C175AD2-EC49-483C-9DE8-445E9BC8145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목적·대상·유지·권한·검사를 작성하세요.</a:t>
            </a:r>
          </a:p>
        </p:txBody>
      </p:sp>
      <p:sp>
        <p:nvSpPr>
          <p:cNvPr id="4" name="">
            <a:extLst xmlns:a="http://schemas.openxmlformats.org/drawingml/2006/main">
              <a:ext uri="{FF2B5EF4-FFF2-40B4-BE49-F238E27FC236}">
                <a16:creationId xmlns:a16="http://schemas.microsoft.com/office/drawing/2014/main" id="{C186C740-B30C-4DBF-86CE-5D55A7EF1F5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32</a:t>
            </a:r>
          </a:p>
        </p:txBody>
      </p:sp>
    </p:spTree>
    <p:extLst>
      <p:ext uri="{BB962C8B-B14F-4D97-AF65-F5344CB8AC3E}">
        <p14:creationId xmlns:p14="http://schemas.microsoft.com/office/powerpoint/2010/main" val="1419064370"/>
      </p:ext>
    </p:extLst>
  </p:cSld>
</p:sld>
</file>

<file path=ppt/slides/slide33.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FEBCBF1-0514-47C2-8822-CEA3A256E90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57C0941C-6EA1-4C6C-BB33-BD646EB48168}"/>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3교시  변경된 코드 읽기</a:t>
            </a:r>
          </a:p>
        </p:txBody>
      </p:sp>
      <p:sp>
        <p:nvSpPr>
          <p:cNvPr id="3" name="">
            <a:extLst xmlns:a="http://schemas.openxmlformats.org/drawingml/2006/main">
              <a:ext uri="{FF2B5EF4-FFF2-40B4-BE49-F238E27FC236}">
                <a16:creationId xmlns:a16="http://schemas.microsoft.com/office/drawing/2014/main" id="{1CAF67FB-4BBC-4DCC-BBC0-E7FDA2A0CBAA}"/>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수업입니다.</a:t>
            </a:r>
          </a:p>
        </p:txBody>
      </p:sp>
      <p:sp>
        <p:nvSpPr>
          <p:cNvPr id="4" name="">
            <a:extLst xmlns:a="http://schemas.openxmlformats.org/drawingml/2006/main">
              <a:ext uri="{FF2B5EF4-FFF2-40B4-BE49-F238E27FC236}">
                <a16:creationId xmlns:a16="http://schemas.microsoft.com/office/drawing/2014/main" id="{B6DE11CC-3F49-4A27-ACC1-7075DAB1967C}"/>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개념을 보고 함께 따라 합니다.</a:t>
            </a:r>
          </a:p>
        </p:txBody>
      </p:sp>
      <p:sp>
        <p:nvSpPr>
          <p:cNvPr id="5" name="">
            <a:extLst xmlns:a="http://schemas.openxmlformats.org/drawingml/2006/main">
              <a:ext uri="{FF2B5EF4-FFF2-40B4-BE49-F238E27FC236}">
                <a16:creationId xmlns:a16="http://schemas.microsoft.com/office/drawing/2014/main" id="{BA629D08-3D44-4DF0-B3C8-685382C80216}"/>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예상과 실제를 비교하고 설명합니다.</a:t>
            </a:r>
          </a:p>
        </p:txBody>
      </p:sp>
      <p:sp>
        <p:nvSpPr>
          <p:cNvPr id="6" name="">
            <a:extLst xmlns:a="http://schemas.openxmlformats.org/drawingml/2006/main">
              <a:ext uri="{FF2B5EF4-FFF2-40B4-BE49-F238E27FC236}">
                <a16:creationId xmlns:a16="http://schemas.microsoft.com/office/drawing/2014/main" id="{F4258D4C-D3B7-4876-9AF6-6CAE8A0A737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33</a:t>
            </a:r>
          </a:p>
        </p:txBody>
      </p:sp>
    </p:spTree>
    <p:extLst>
      <p:ext uri="{BB962C8B-B14F-4D97-AF65-F5344CB8AC3E}">
        <p14:creationId xmlns:p14="http://schemas.microsoft.com/office/powerpoint/2010/main" val="613355687"/>
      </p:ext>
    </p:extLst>
  </p:cSld>
</p:sld>
</file>

<file path=ppt/slides/slide3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FC76EC-6B46-4D56-AC60-92173E0C53A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9F453682-2D6A-499E-9963-F01401EFFDD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주장을 근거로 바꾸기</a:t>
            </a:r>
          </a:p>
        </p:txBody>
      </p:sp>
      <p:sp>
        <p:nvSpPr>
          <p:cNvPr id="3" name="">
            <a:extLst xmlns:a="http://schemas.openxmlformats.org/drawingml/2006/main">
              <a:ext uri="{FF2B5EF4-FFF2-40B4-BE49-F238E27FC236}">
                <a16:creationId xmlns:a16="http://schemas.microsoft.com/office/drawing/2014/main" id="{E8372392-BD37-44C4-9522-98430027A35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코드 차이로 수정 범위를 확인합니다.</a:t>
            </a:r>
          </a:p>
        </p:txBody>
      </p:sp>
      <p:sp>
        <p:nvSpPr>
          <p:cNvPr id="4" name="">
            <a:extLst xmlns:a="http://schemas.openxmlformats.org/drawingml/2006/main">
              <a:ext uri="{FF2B5EF4-FFF2-40B4-BE49-F238E27FC236}">
                <a16:creationId xmlns:a16="http://schemas.microsoft.com/office/drawing/2014/main" id="{FF77D5C7-C810-4ABF-BBDF-ED3CB018FBE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명령·입력·출력으로 검사를 확인합니다.</a:t>
            </a:r>
          </a:p>
        </p:txBody>
      </p:sp>
      <p:sp>
        <p:nvSpPr>
          <p:cNvPr id="5" name="">
            <a:extLst xmlns:a="http://schemas.openxmlformats.org/drawingml/2006/main">
              <a:ext uri="{FF2B5EF4-FFF2-40B4-BE49-F238E27FC236}">
                <a16:creationId xmlns:a16="http://schemas.microsoft.com/office/drawing/2014/main" id="{556BB7B8-4B10-4450-8444-0B6B2F16F70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34</a:t>
            </a:r>
          </a:p>
        </p:txBody>
      </p:sp>
    </p:spTree>
    <p:extLst>
      <p:ext uri="{BB962C8B-B14F-4D97-AF65-F5344CB8AC3E}">
        <p14:creationId xmlns:p14="http://schemas.microsoft.com/office/powerpoint/2010/main" val="176264181"/>
      </p:ext>
    </p:extLst>
  </p:cSld>
</p:sld>
</file>

<file path=ppt/slides/slide3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06EB782-D067-4D45-90A3-911979ABAC7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BB20EBD-B4D1-48BB-B353-E718980FDBE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A07  변경 비교 읽기</a:t>
            </a:r>
          </a:p>
        </p:txBody>
      </p:sp>
      <p:sp>
        <p:nvSpPr>
          <p:cNvPr id="3" name="">
            <a:extLst xmlns:a="http://schemas.openxmlformats.org/drawingml/2006/main">
              <a:ext uri="{FF2B5EF4-FFF2-40B4-BE49-F238E27FC236}">
                <a16:creationId xmlns:a16="http://schemas.microsoft.com/office/drawing/2014/main" id="{A53ADD92-F15B-4065-AF92-52470728E0A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-는 이전 줄, +는 새 줄의 표시입니다.</a:t>
            </a:r>
          </a:p>
        </p:txBody>
      </p:sp>
      <p:sp>
        <p:nvSpPr>
          <p:cNvPr id="4" name="">
            <a:extLst xmlns:a="http://schemas.openxmlformats.org/drawingml/2006/main">
              <a:ext uri="{FF2B5EF4-FFF2-40B4-BE49-F238E27FC236}">
                <a16:creationId xmlns:a16="http://schemas.microsoft.com/office/drawing/2014/main" id="{C929D142-677F-4DBF-AC10-064F6ECC1CF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최종 파일에 비교 기호를 넣지 않습니다.</a:t>
            </a:r>
          </a:p>
        </p:txBody>
      </p:sp>
      <p:sp>
        <p:nvSpPr>
          <p:cNvPr id="5" name="">
            <a:extLst xmlns:a="http://schemas.openxmlformats.org/drawingml/2006/main">
              <a:ext uri="{FF2B5EF4-FFF2-40B4-BE49-F238E27FC236}">
                <a16:creationId xmlns:a16="http://schemas.microsoft.com/office/drawing/2014/main" id="{C8A17F9E-8C9F-49A4-A40E-64FCE98B446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35</a:t>
            </a:r>
          </a:p>
        </p:txBody>
      </p:sp>
    </p:spTree>
    <p:extLst>
      <p:ext uri="{BB962C8B-B14F-4D97-AF65-F5344CB8AC3E}">
        <p14:creationId xmlns:p14="http://schemas.microsoft.com/office/powerpoint/2010/main" val="1740309906"/>
      </p:ext>
    </p:extLst>
  </p:cSld>
</p:sld>
</file>

<file path=ppt/slides/slide3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D6943E1-DFAC-4FB5-B55A-CB65E6616B2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291E5007-590C-40B0-A4B7-695B9933C4A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변경 비교 읽기의 예</a:t>
            </a:r>
          </a:p>
        </p:txBody>
      </p:sp>
      <p:graphicFrame>
        <p:nvGraphicFramePr>
          <p:cNvPr id="8"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항목</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이전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제안 A</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기준</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28</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27</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None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정상</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0으로 치환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비교</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&gt;</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&gt;=</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8B025B0E-FF1E-4A74-92AE-ED31D031E90F}"/>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줄의 변화와 요구를 나란히 읽습니다.</a:t>
            </a:r>
          </a:p>
        </p:txBody>
      </p:sp>
      <p:sp>
        <p:nvSpPr>
          <p:cNvPr id="5" name="">
            <a:extLst xmlns:a="http://schemas.openxmlformats.org/drawingml/2006/main">
              <a:ext uri="{FF2B5EF4-FFF2-40B4-BE49-F238E27FC236}">
                <a16:creationId xmlns:a16="http://schemas.microsoft.com/office/drawing/2014/main" id="{0B27532E-016B-4D2B-991A-4D37E554DB2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36</a:t>
            </a:r>
          </a:p>
        </p:txBody>
      </p:sp>
    </p:spTree>
    <p:extLst>
      <p:ext uri="{BB962C8B-B14F-4D97-AF65-F5344CB8AC3E}">
        <p14:creationId xmlns:p14="http://schemas.microsoft.com/office/powerpoint/2010/main" val="1239295561"/>
      </p:ext>
    </p:extLst>
  </p:cSld>
</p:sld>
</file>

<file path=ppt/slides/slide3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2E39AA6-20E1-472F-AB54-BEBB3363AE5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D196FD8-2CE4-4ED9-ACFB-4FB15947C85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문구보다 변경</a:t>
            </a:r>
          </a:p>
        </p:txBody>
      </p:sp>
      <p:sp>
        <p:nvSpPr>
          <p:cNvPr id="3" name="">
            <a:extLst xmlns:a="http://schemas.openxmlformats.org/drawingml/2006/main">
              <a:ext uri="{FF2B5EF4-FFF2-40B4-BE49-F238E27FC236}">
                <a16:creationId xmlns:a16="http://schemas.microsoft.com/office/drawing/2014/main" id="{A3FBE501-70ED-43C0-82A7-00C3228C75C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threshold=27은 유지 조건을 어겼습니다.</a:t>
            </a:r>
          </a:p>
        </p:txBody>
      </p:sp>
      <p:sp>
        <p:nvSpPr>
          <p:cNvPr id="4" name="">
            <a:extLst xmlns:a="http://schemas.openxmlformats.org/drawingml/2006/main">
              <a:ext uri="{FF2B5EF4-FFF2-40B4-BE49-F238E27FC236}">
                <a16:creationId xmlns:a16="http://schemas.microsoft.com/office/drawing/2014/main" id="{CB10C29C-4A01-4866-8A1E-BE66F8228DD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None을 0으로 바꾸면 누락이 사라집니다.</a:t>
            </a:r>
          </a:p>
        </p:txBody>
      </p:sp>
      <p:sp>
        <p:nvSpPr>
          <p:cNvPr id="5" name="">
            <a:extLst xmlns:a="http://schemas.openxmlformats.org/drawingml/2006/main">
              <a:ext uri="{FF2B5EF4-FFF2-40B4-BE49-F238E27FC236}">
                <a16:creationId xmlns:a16="http://schemas.microsoft.com/office/drawing/2014/main" id="{21513854-FF3A-4357-B8E5-934B595E415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37</a:t>
            </a:r>
          </a:p>
        </p:txBody>
      </p:sp>
    </p:spTree>
    <p:extLst>
      <p:ext uri="{BB962C8B-B14F-4D97-AF65-F5344CB8AC3E}">
        <p14:creationId xmlns:p14="http://schemas.microsoft.com/office/powerpoint/2010/main" val="1315412415"/>
      </p:ext>
    </p:extLst>
  </p:cSld>
</p:sld>
</file>

<file path=ppt/slides/slide3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AFE2C65-47A9-4EB7-8E6C-59F385B5EDE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E63B83A-E37E-4174-B06F-E2287272511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변경의 근거</a:t>
            </a:r>
          </a:p>
        </p:txBody>
      </p:sp>
      <p:sp>
        <p:nvSpPr>
          <p:cNvPr id="3" name="">
            <a:extLst xmlns:a="http://schemas.openxmlformats.org/drawingml/2006/main">
              <a:ext uri="{FF2B5EF4-FFF2-40B4-BE49-F238E27FC236}">
                <a16:creationId xmlns:a16="http://schemas.microsoft.com/office/drawing/2014/main" id="{5B3E7811-352B-4924-BA1A-26287AFAF88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친절한 설명과 실제 코드가 다르면?</a:t>
            </a:r>
          </a:p>
        </p:txBody>
      </p:sp>
      <p:sp>
        <p:nvSpPr>
          <p:cNvPr id="4" name="">
            <a:extLst xmlns:a="http://schemas.openxmlformats.org/drawingml/2006/main">
              <a:ext uri="{FF2B5EF4-FFF2-40B4-BE49-F238E27FC236}">
                <a16:creationId xmlns:a16="http://schemas.microsoft.com/office/drawing/2014/main" id="{13EBB65D-4A27-4724-987E-C310F97C4B4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검토에 사용할 근거를 고르세요.</a:t>
            </a:r>
          </a:p>
        </p:txBody>
      </p:sp>
      <p:sp>
        <p:nvSpPr>
          <p:cNvPr id="5" name="">
            <a:extLst xmlns:a="http://schemas.openxmlformats.org/drawingml/2006/main">
              <a:ext uri="{FF2B5EF4-FFF2-40B4-BE49-F238E27FC236}">
                <a16:creationId xmlns:a16="http://schemas.microsoft.com/office/drawing/2014/main" id="{95C5BFEB-CE8E-42CE-9623-985B47DB001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38</a:t>
            </a:r>
          </a:p>
        </p:txBody>
      </p:sp>
    </p:spTree>
    <p:extLst>
      <p:ext uri="{BB962C8B-B14F-4D97-AF65-F5344CB8AC3E}">
        <p14:creationId xmlns:p14="http://schemas.microsoft.com/office/powerpoint/2010/main" val="557774156"/>
      </p:ext>
    </p:extLst>
  </p:cSld>
</p:sld>
</file>

<file path=ppt/slides/slide3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4296997-70C3-464E-BC7B-E1EB6B47D00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53439341-237A-438E-8203-4F4864DCA4F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A08  AI 주장과 근거</a:t>
            </a:r>
          </a:p>
        </p:txBody>
      </p:sp>
      <p:sp>
        <p:nvSpPr>
          <p:cNvPr id="3" name="">
            <a:extLst xmlns:a="http://schemas.openxmlformats.org/drawingml/2006/main">
              <a:ext uri="{FF2B5EF4-FFF2-40B4-BE49-F238E27FC236}">
                <a16:creationId xmlns:a16="http://schemas.microsoft.com/office/drawing/2014/main" id="{529B7434-59D4-422B-A617-81E2A7A166B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수정·검사·운영은 서로 다른 주장입니다.</a:t>
            </a:r>
          </a:p>
        </p:txBody>
      </p:sp>
      <p:sp>
        <p:nvSpPr>
          <p:cNvPr id="4" name="">
            <a:extLst xmlns:a="http://schemas.openxmlformats.org/drawingml/2006/main">
              <a:ext uri="{FF2B5EF4-FFF2-40B4-BE49-F238E27FC236}">
                <a16:creationId xmlns:a16="http://schemas.microsoft.com/office/drawing/2014/main" id="{67991671-41C4-40F5-A80E-B392FA10CB0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각 주장에 맞는 증거를 찾습니다.</a:t>
            </a:r>
          </a:p>
        </p:txBody>
      </p:sp>
      <p:sp>
        <p:nvSpPr>
          <p:cNvPr id="5" name="">
            <a:extLst xmlns:a="http://schemas.openxmlformats.org/drawingml/2006/main">
              <a:ext uri="{FF2B5EF4-FFF2-40B4-BE49-F238E27FC236}">
                <a16:creationId xmlns:a16="http://schemas.microsoft.com/office/drawing/2014/main" id="{6EF9F6A4-2699-427A-A47C-F02AAFB1DEC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39</a:t>
            </a:r>
          </a:p>
        </p:txBody>
      </p:sp>
    </p:spTree>
    <p:extLst>
      <p:ext uri="{BB962C8B-B14F-4D97-AF65-F5344CB8AC3E}">
        <p14:creationId xmlns:p14="http://schemas.microsoft.com/office/powerpoint/2010/main" val="178695115"/>
      </p:ext>
    </p:extLst>
  </p:cSld>
</p:sld>
</file>

<file path=ppt/slides/slide4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0BCB215-1BF1-408A-96FD-80F6054C3E6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00F6BADB-B09F-4A53-96BC-4D2FC357166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AI 주장과 근거의 예</a:t>
            </a:r>
          </a:p>
        </p:txBody>
      </p:sp>
      <p:graphicFrame>
        <p:nvGraphicFramePr>
          <p:cNvPr id="8"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주장</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필요한 근거</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수정</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파일 차이</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검사</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명령·입력·출력</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실제 운영</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현장 조건의 관찰</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E5D55020-72E6-4D2C-9A70-C5A1B5D55657}"/>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증거가 없으면 미확인으로 남깁니다.</a:t>
            </a:r>
          </a:p>
        </p:txBody>
      </p:sp>
      <p:sp>
        <p:nvSpPr>
          <p:cNvPr id="5" name="">
            <a:extLst xmlns:a="http://schemas.openxmlformats.org/drawingml/2006/main">
              <a:ext uri="{FF2B5EF4-FFF2-40B4-BE49-F238E27FC236}">
                <a16:creationId xmlns:a16="http://schemas.microsoft.com/office/drawing/2014/main" id="{202E998A-E543-4650-B426-D7BCC4A0261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40</a:t>
            </a:r>
          </a:p>
        </p:txBody>
      </p:sp>
    </p:spTree>
    <p:extLst>
      <p:ext uri="{BB962C8B-B14F-4D97-AF65-F5344CB8AC3E}">
        <p14:creationId xmlns:p14="http://schemas.microsoft.com/office/powerpoint/2010/main" val="1216296391"/>
      </p:ext>
    </p:extLst>
  </p:cSld>
</p:sld>
</file>

<file path=ppt/slides/slide4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C3626E1-0A4C-40EE-A232-7940D675A40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D382F9F3-B954-40A1-A9EE-7BE96C7976E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보류할 부분</a:t>
            </a:r>
          </a:p>
        </p:txBody>
      </p:sp>
      <p:sp>
        <p:nvSpPr>
          <p:cNvPr id="3" name="">
            <a:extLst xmlns:a="http://schemas.openxmlformats.org/drawingml/2006/main">
              <a:ext uri="{FF2B5EF4-FFF2-40B4-BE49-F238E27FC236}">
                <a16:creationId xmlns:a16="http://schemas.microsoft.com/office/drawing/2014/main" id="{1BC591A8-B768-4D89-A32D-91526101C6F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로컬 가상 검사만 확인했다면 그 범위만 씁니다.</a:t>
            </a:r>
          </a:p>
        </p:txBody>
      </p:sp>
      <p:sp>
        <p:nvSpPr>
          <p:cNvPr id="4" name="">
            <a:extLst xmlns:a="http://schemas.openxmlformats.org/drawingml/2006/main">
              <a:ext uri="{FF2B5EF4-FFF2-40B4-BE49-F238E27FC236}">
                <a16:creationId xmlns:a16="http://schemas.microsoft.com/office/drawing/2014/main" id="{0D9581E7-2DCC-4885-9D5F-70F6DB8DBAB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장비 안정성은 별도 확인이 필요합니다.</a:t>
            </a:r>
          </a:p>
        </p:txBody>
      </p:sp>
      <p:sp>
        <p:nvSpPr>
          <p:cNvPr id="5" name="">
            <a:extLst xmlns:a="http://schemas.openxmlformats.org/drawingml/2006/main">
              <a:ext uri="{FF2B5EF4-FFF2-40B4-BE49-F238E27FC236}">
                <a16:creationId xmlns:a16="http://schemas.microsoft.com/office/drawing/2014/main" id="{287A7071-43EF-42EE-B1A5-1C6EB87955C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41</a:t>
            </a:r>
          </a:p>
        </p:txBody>
      </p:sp>
    </p:spTree>
    <p:extLst>
      <p:ext uri="{BB962C8B-B14F-4D97-AF65-F5344CB8AC3E}">
        <p14:creationId xmlns:p14="http://schemas.microsoft.com/office/powerpoint/2010/main" val="1327639323"/>
      </p:ext>
    </p:extLst>
  </p:cSld>
</p:sld>
</file>

<file path=ppt/slides/slide4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FAD8714-BED0-4A28-A01D-A9F442524E3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DF08FA29-F8AF-4129-9080-0018DE77162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완료 문장 검토</a:t>
            </a:r>
          </a:p>
        </p:txBody>
      </p:sp>
      <p:sp>
        <p:nvSpPr>
          <p:cNvPr id="3" name="">
            <a:extLst xmlns:a="http://schemas.openxmlformats.org/drawingml/2006/main">
              <a:ext uri="{FF2B5EF4-FFF2-40B4-BE49-F238E27FC236}">
                <a16:creationId xmlns:a16="http://schemas.microsoft.com/office/drawing/2014/main" id="{9FBA1733-6A63-4417-85BB-0EE57FB880F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“실제 장비도 안정적”이라고 적었습니다.</a:t>
            </a:r>
          </a:p>
        </p:txBody>
      </p:sp>
      <p:sp>
        <p:nvSpPr>
          <p:cNvPr id="4" name="">
            <a:extLst xmlns:a="http://schemas.openxmlformats.org/drawingml/2006/main">
              <a:ext uri="{FF2B5EF4-FFF2-40B4-BE49-F238E27FC236}">
                <a16:creationId xmlns:a16="http://schemas.microsoft.com/office/drawing/2014/main" id="{CFB0D90C-52D5-41F9-AF37-3992D338E59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자료로 확인할 수 있나요?</a:t>
            </a:r>
          </a:p>
        </p:txBody>
      </p:sp>
      <p:sp>
        <p:nvSpPr>
          <p:cNvPr id="5" name="">
            <a:extLst xmlns:a="http://schemas.openxmlformats.org/drawingml/2006/main">
              <a:ext uri="{FF2B5EF4-FFF2-40B4-BE49-F238E27FC236}">
                <a16:creationId xmlns:a16="http://schemas.microsoft.com/office/drawing/2014/main" id="{53996260-9455-4A69-ACFD-EE9BC552460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42</a:t>
            </a:r>
          </a:p>
        </p:txBody>
      </p:sp>
    </p:spTree>
    <p:extLst>
      <p:ext uri="{BB962C8B-B14F-4D97-AF65-F5344CB8AC3E}">
        <p14:creationId xmlns:p14="http://schemas.microsoft.com/office/powerpoint/2010/main" val="1526368954"/>
      </p:ext>
    </p:extLst>
  </p:cSld>
</p:sld>
</file>

<file path=ppt/slides/slide4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F833840-CEB5-403A-9962-051EFC80296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9C19EAAE-CB52-4337-A538-804A1319C57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A09  작업본과 실행 파일</a:t>
            </a:r>
          </a:p>
        </p:txBody>
      </p:sp>
      <p:sp>
        <p:nvSpPr>
          <p:cNvPr id="3" name="">
            <a:extLst xmlns:a="http://schemas.openxmlformats.org/drawingml/2006/main">
              <a:ext uri="{FF2B5EF4-FFF2-40B4-BE49-F238E27FC236}">
                <a16:creationId xmlns:a16="http://schemas.microsoft.com/office/drawing/2014/main" id="{5C844114-150E-48F8-8F9F-1CC39A2579C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code의 원본과 work의 수정본을 나눕니다.</a:t>
            </a:r>
          </a:p>
        </p:txBody>
      </p:sp>
      <p:sp>
        <p:nvSpPr>
          <p:cNvPr id="4" name="">
            <a:extLst xmlns:a="http://schemas.openxmlformats.org/drawingml/2006/main">
              <a:ext uri="{FF2B5EF4-FFF2-40B4-BE49-F238E27FC236}">
                <a16:creationId xmlns:a16="http://schemas.microsoft.com/office/drawing/2014/main" id="{85D662C9-7C84-49C5-9BCD-75C6CD70E29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수정한 파일의 경로로 실행합니다.</a:t>
            </a:r>
          </a:p>
        </p:txBody>
      </p:sp>
      <p:sp>
        <p:nvSpPr>
          <p:cNvPr id="5" name="">
            <a:extLst xmlns:a="http://schemas.openxmlformats.org/drawingml/2006/main">
              <a:ext uri="{FF2B5EF4-FFF2-40B4-BE49-F238E27FC236}">
                <a16:creationId xmlns:a16="http://schemas.microsoft.com/office/drawing/2014/main" id="{D8963022-E7A3-4DC6-A28E-D2823036A1C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43</a:t>
            </a:r>
          </a:p>
        </p:txBody>
      </p:sp>
    </p:spTree>
    <p:extLst>
      <p:ext uri="{BB962C8B-B14F-4D97-AF65-F5344CB8AC3E}">
        <p14:creationId xmlns:p14="http://schemas.microsoft.com/office/powerpoint/2010/main" val="12554026"/>
      </p:ext>
    </p:extLst>
  </p:cSld>
</p:sld>
</file>

<file path=ppt/slides/slide4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04E0F47-8E5C-4C34-89BF-DE3F40AF99C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4CD7F07-DB03-4862-B895-D06DFF142A4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작업본과 실행 파일의 예</a:t>
            </a:r>
          </a:p>
        </p:txBody>
      </p:sp>
      <p:graphicFrame>
        <p:nvGraphicFramePr>
          <p:cNvPr id="8"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경로</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역할</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code/baseline.py</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원본</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work/classifier.py</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학생 수정</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data/cases.json</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검사 기준</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ABB79F97-D332-4466-8DE3-26D34BF7D6E2}"/>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ZIP을 풀고 실제 폴더에서 작업합니다.</a:t>
            </a:r>
          </a:p>
        </p:txBody>
      </p:sp>
      <p:sp>
        <p:nvSpPr>
          <p:cNvPr id="5" name="">
            <a:extLst xmlns:a="http://schemas.openxmlformats.org/drawingml/2006/main">
              <a:ext uri="{FF2B5EF4-FFF2-40B4-BE49-F238E27FC236}">
                <a16:creationId xmlns:a16="http://schemas.microsoft.com/office/drawing/2014/main" id="{1D633275-9654-4094-9C8D-4D2729EA7AB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44</a:t>
            </a:r>
          </a:p>
        </p:txBody>
      </p:sp>
    </p:spTree>
    <p:extLst>
      <p:ext uri="{BB962C8B-B14F-4D97-AF65-F5344CB8AC3E}">
        <p14:creationId xmlns:p14="http://schemas.microsoft.com/office/powerpoint/2010/main" val="1132054065"/>
      </p:ext>
    </p:extLst>
  </p:cSld>
</p:sld>
</file>

<file path=ppt/slides/slide4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6DA434B-9197-44D5-901D-760E58C28FD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CDCCA103-B581-49A3-A875-EF234B469CD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수정이 안 보이는 이유</a:t>
            </a:r>
          </a:p>
        </p:txBody>
      </p:sp>
      <p:sp>
        <p:nvSpPr>
          <p:cNvPr id="3" name="">
            <a:extLst xmlns:a="http://schemas.openxmlformats.org/drawingml/2006/main">
              <a:ext uri="{FF2B5EF4-FFF2-40B4-BE49-F238E27FC236}">
                <a16:creationId xmlns:a16="http://schemas.microsoft.com/office/drawing/2014/main" id="{9D25CF70-DA6D-4C52-B4FB-5D350FE6592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저장한 경로와 실행한 경로를 비교합니다.</a:t>
            </a:r>
          </a:p>
        </p:txBody>
      </p:sp>
      <p:sp>
        <p:nvSpPr>
          <p:cNvPr id="4" name="">
            <a:extLst xmlns:a="http://schemas.openxmlformats.org/drawingml/2006/main">
              <a:ext uri="{FF2B5EF4-FFF2-40B4-BE49-F238E27FC236}">
                <a16:creationId xmlns:a16="http://schemas.microsoft.com/office/drawing/2014/main" id="{EA4A61FE-AA5E-4EF8-9A5C-0924EEF2065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원본까지 덮으면 복구 근거를 잃습니다.</a:t>
            </a:r>
          </a:p>
        </p:txBody>
      </p:sp>
      <p:sp>
        <p:nvSpPr>
          <p:cNvPr id="5" name="">
            <a:extLst xmlns:a="http://schemas.openxmlformats.org/drawingml/2006/main">
              <a:ext uri="{FF2B5EF4-FFF2-40B4-BE49-F238E27FC236}">
                <a16:creationId xmlns:a16="http://schemas.microsoft.com/office/drawing/2014/main" id="{B44D8A53-5AC7-4058-86C3-26CA2848A12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45</a:t>
            </a:r>
          </a:p>
        </p:txBody>
      </p:sp>
    </p:spTree>
    <p:extLst>
      <p:ext uri="{BB962C8B-B14F-4D97-AF65-F5344CB8AC3E}">
        <p14:creationId xmlns:p14="http://schemas.microsoft.com/office/powerpoint/2010/main" val="1175592971"/>
      </p:ext>
    </p:extLst>
  </p:cSld>
</p:sld>
</file>

<file path=ppt/slides/slide4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321B2C8-980C-4DC6-9918-52501F1D9EC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676A1D30-B646-4F65-AA94-92DC9D20934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같은 이름의 파일</a:t>
            </a:r>
          </a:p>
        </p:txBody>
      </p:sp>
      <p:sp>
        <p:nvSpPr>
          <p:cNvPr id="3" name="">
            <a:extLst xmlns:a="http://schemas.openxmlformats.org/drawingml/2006/main">
              <a:ext uri="{FF2B5EF4-FFF2-40B4-BE49-F238E27FC236}">
                <a16:creationId xmlns:a16="http://schemas.microsoft.com/office/drawing/2014/main" id="{6ED2FBB0-7E5A-48CD-9FD1-05F2126D498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work를 고쳤는데 baseline을 실행했습니다.</a:t>
            </a:r>
          </a:p>
        </p:txBody>
      </p:sp>
      <p:sp>
        <p:nvSpPr>
          <p:cNvPr id="4" name="">
            <a:extLst xmlns:a="http://schemas.openxmlformats.org/drawingml/2006/main">
              <a:ext uri="{FF2B5EF4-FFF2-40B4-BE49-F238E27FC236}">
                <a16:creationId xmlns:a16="http://schemas.microsoft.com/office/drawing/2014/main" id="{EC7F4FFE-8A3B-4AAA-8BBA-5AEDC824E0D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무엇을 검증한 것인가요?</a:t>
            </a:r>
          </a:p>
        </p:txBody>
      </p:sp>
      <p:sp>
        <p:nvSpPr>
          <p:cNvPr id="5" name="">
            <a:extLst xmlns:a="http://schemas.openxmlformats.org/drawingml/2006/main">
              <a:ext uri="{FF2B5EF4-FFF2-40B4-BE49-F238E27FC236}">
                <a16:creationId xmlns:a16="http://schemas.microsoft.com/office/drawing/2014/main" id="{5C50136E-3A3B-4F11-8394-E58AABA71FD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46</a:t>
            </a:r>
          </a:p>
        </p:txBody>
      </p:sp>
    </p:spTree>
    <p:extLst>
      <p:ext uri="{BB962C8B-B14F-4D97-AF65-F5344CB8AC3E}">
        <p14:creationId xmlns:p14="http://schemas.microsoft.com/office/powerpoint/2010/main" val="1328079251"/>
      </p:ext>
    </p:extLst>
  </p:cSld>
</p:sld>
</file>

<file path=ppt/slides/slide47.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F2C25C-887C-40EB-86DD-0C25D6C5387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2A51272D-9C3A-4E79-BD35-22735EE05B0A}"/>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4교시  예상과 실제 결과</a:t>
            </a:r>
          </a:p>
        </p:txBody>
      </p:sp>
      <p:sp>
        <p:nvSpPr>
          <p:cNvPr id="3" name="">
            <a:extLst xmlns:a="http://schemas.openxmlformats.org/drawingml/2006/main">
              <a:ext uri="{FF2B5EF4-FFF2-40B4-BE49-F238E27FC236}">
                <a16:creationId xmlns:a16="http://schemas.microsoft.com/office/drawing/2014/main" id="{74A122B3-F6A1-4704-95D6-694AD6E0AE1E}"/>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수업입니다.</a:t>
            </a:r>
          </a:p>
        </p:txBody>
      </p:sp>
      <p:sp>
        <p:nvSpPr>
          <p:cNvPr id="4" name="">
            <a:extLst xmlns:a="http://schemas.openxmlformats.org/drawingml/2006/main">
              <a:ext uri="{FF2B5EF4-FFF2-40B4-BE49-F238E27FC236}">
                <a16:creationId xmlns:a16="http://schemas.microsoft.com/office/drawing/2014/main" id="{E5EF1D04-89CA-4282-83D9-A8BEF0EBAABA}"/>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개념을 보고 함께 따라 합니다.</a:t>
            </a:r>
          </a:p>
        </p:txBody>
      </p:sp>
      <p:sp>
        <p:nvSpPr>
          <p:cNvPr id="5" name="">
            <a:extLst xmlns:a="http://schemas.openxmlformats.org/drawingml/2006/main">
              <a:ext uri="{FF2B5EF4-FFF2-40B4-BE49-F238E27FC236}">
                <a16:creationId xmlns:a16="http://schemas.microsoft.com/office/drawing/2014/main" id="{75F387E3-8B80-4ED4-9935-7AB6BFA42D2C}"/>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예상과 실제를 비교하고 설명합니다.</a:t>
            </a:r>
          </a:p>
        </p:txBody>
      </p:sp>
      <p:sp>
        <p:nvSpPr>
          <p:cNvPr id="6" name="">
            <a:extLst xmlns:a="http://schemas.openxmlformats.org/drawingml/2006/main">
              <a:ext uri="{FF2B5EF4-FFF2-40B4-BE49-F238E27FC236}">
                <a16:creationId xmlns:a16="http://schemas.microsoft.com/office/drawing/2014/main" id="{5B11DCBB-FCEB-4C84-B78D-12906F27D7B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47</a:t>
            </a:r>
          </a:p>
        </p:txBody>
      </p:sp>
    </p:spTree>
    <p:extLst>
      <p:ext uri="{BB962C8B-B14F-4D97-AF65-F5344CB8AC3E}">
        <p14:creationId xmlns:p14="http://schemas.microsoft.com/office/powerpoint/2010/main" val="1553895594"/>
      </p:ext>
    </p:extLst>
  </p:cSld>
</p:sld>
</file>

<file path=ppt/slides/slide4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A6BFAF8-FD52-49A6-9CB8-87A615CE27A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4BA7B87-01CD-4192-ACF5-64B47B38EDA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실패를 읽는 순서</a:t>
            </a:r>
          </a:p>
        </p:txBody>
      </p:sp>
      <p:sp>
        <p:nvSpPr>
          <p:cNvPr id="3" name="">
            <a:extLst xmlns:a="http://schemas.openxmlformats.org/drawingml/2006/main">
              <a:ext uri="{FF2B5EF4-FFF2-40B4-BE49-F238E27FC236}">
                <a16:creationId xmlns:a16="http://schemas.microsoft.com/office/drawing/2014/main" id="{2EE094CE-707F-455F-AB5F-DFE1B4419B6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어느 파일을 실행했는지 봅니다.</a:t>
            </a:r>
          </a:p>
        </p:txBody>
      </p:sp>
      <p:sp>
        <p:nvSpPr>
          <p:cNvPr id="4" name="">
            <a:extLst xmlns:a="http://schemas.openxmlformats.org/drawingml/2006/main">
              <a:ext uri="{FF2B5EF4-FFF2-40B4-BE49-F238E27FC236}">
                <a16:creationId xmlns:a16="http://schemas.microsoft.com/office/drawing/2014/main" id="{5A4CC225-7BB2-4C9B-8ED0-0D265A7889E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기대와 실제가 다른 행을 찾습니다.</a:t>
            </a:r>
          </a:p>
        </p:txBody>
      </p:sp>
      <p:sp>
        <p:nvSpPr>
          <p:cNvPr id="5" name="">
            <a:extLst xmlns:a="http://schemas.openxmlformats.org/drawingml/2006/main">
              <a:ext uri="{FF2B5EF4-FFF2-40B4-BE49-F238E27FC236}">
                <a16:creationId xmlns:a16="http://schemas.microsoft.com/office/drawing/2014/main" id="{41FE2F82-5D6A-4A48-8D84-E596F12AB7D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48</a:t>
            </a:r>
          </a:p>
        </p:txBody>
      </p:sp>
    </p:spTree>
    <p:extLst>
      <p:ext uri="{BB962C8B-B14F-4D97-AF65-F5344CB8AC3E}">
        <p14:creationId xmlns:p14="http://schemas.microsoft.com/office/powerpoint/2010/main" val="1135625887"/>
      </p:ext>
    </p:extLst>
  </p:cSld>
</p:sld>
</file>

<file path=ppt/slides/slide4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FDAAD5C-0965-4719-9174-7481B4393C5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421E56D2-691B-45A5-99CD-8D9C248E457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A10  실패도 검사 결과</a:t>
            </a:r>
          </a:p>
        </p:txBody>
      </p:sp>
      <p:sp>
        <p:nvSpPr>
          <p:cNvPr id="3" name="">
            <a:extLst xmlns:a="http://schemas.openxmlformats.org/drawingml/2006/main">
              <a:ext uri="{FF2B5EF4-FFF2-40B4-BE49-F238E27FC236}">
                <a16:creationId xmlns:a16="http://schemas.microsoft.com/office/drawing/2014/main" id="{8E590C97-ACBD-4F81-9D39-96BDE60423E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수정 전 실패를 먼저 재현합니다.</a:t>
            </a:r>
          </a:p>
        </p:txBody>
      </p:sp>
      <p:sp>
        <p:nvSpPr>
          <p:cNvPr id="4" name="">
            <a:extLst xmlns:a="http://schemas.openxmlformats.org/drawingml/2006/main">
              <a:ext uri="{FF2B5EF4-FFF2-40B4-BE49-F238E27FC236}">
                <a16:creationId xmlns:a16="http://schemas.microsoft.com/office/drawing/2014/main" id="{783602B1-6AF0-4CB8-AC45-CAFAB3D4B30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기대와 실제 차이가 수정의 근거입니다.</a:t>
            </a:r>
          </a:p>
        </p:txBody>
      </p:sp>
      <p:sp>
        <p:nvSpPr>
          <p:cNvPr id="5" name="">
            <a:extLst xmlns:a="http://schemas.openxmlformats.org/drawingml/2006/main">
              <a:ext uri="{FF2B5EF4-FFF2-40B4-BE49-F238E27FC236}">
                <a16:creationId xmlns:a16="http://schemas.microsoft.com/office/drawing/2014/main" id="{12CDDA5F-2022-4937-AFF0-AD515DDC85E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49</a:t>
            </a:r>
          </a:p>
        </p:txBody>
      </p:sp>
    </p:spTree>
    <p:extLst>
      <p:ext uri="{BB962C8B-B14F-4D97-AF65-F5344CB8AC3E}">
        <p14:creationId xmlns:p14="http://schemas.microsoft.com/office/powerpoint/2010/main" val="1598544256"/>
      </p:ext>
    </p:extLst>
  </p:cSld>
</p:sld>
</file>

<file path=ppt/slides/slide5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880214-4B95-40B4-8287-74315A33362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4D0306AB-DCDE-4B62-9706-EBEFA04556F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실패도 검사 결과의 예</a:t>
            </a:r>
          </a:p>
        </p:txBody>
      </p:sp>
      <p:sp>
        <p:nvSpPr>
          <p:cNvPr id="3" name="">
            <a:extLst xmlns:a="http://schemas.openxmlformats.org/drawingml/2006/main">
              <a:ext uri="{FF2B5EF4-FFF2-40B4-BE49-F238E27FC236}">
                <a16:creationId xmlns:a16="http://schemas.microsoft.com/office/drawing/2014/main" id="{E766F6B0-25FD-4E0B-B5A8-592DFCD2F50F}"/>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python -X utf8 code/check_cases.py code/baseline.py</a:t>
            </a:r>
          </a:p>
        </p:txBody>
      </p:sp>
      <p:sp>
        <p:nvSpPr>
          <p:cNvPr id="4" name="">
            <a:extLst xmlns:a="http://schemas.openxmlformats.org/drawingml/2006/main">
              <a:ext uri="{FF2B5EF4-FFF2-40B4-BE49-F238E27FC236}">
                <a16:creationId xmlns:a16="http://schemas.microsoft.com/office/drawing/2014/main" id="{E328DB65-CD62-4B7C-9DEE-E76830F2A088}"/>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압축을 푼 course</a:t>
            </a:r>
          </a:p>
        </p:txBody>
      </p:sp>
      <p:sp>
        <p:nvSpPr>
          <p:cNvPr id="5" name="">
            <a:extLst xmlns:a="http://schemas.openxmlformats.org/drawingml/2006/main">
              <a:ext uri="{FF2B5EF4-FFF2-40B4-BE49-F238E27FC236}">
                <a16:creationId xmlns:a16="http://schemas.microsoft.com/office/drawing/2014/main" id="{B5ED091F-C85E-4FD1-B5A3-30977ACCB17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50</a:t>
            </a:r>
          </a:p>
        </p:txBody>
      </p:sp>
    </p:spTree>
    <p:extLst>
      <p:ext uri="{BB962C8B-B14F-4D97-AF65-F5344CB8AC3E}">
        <p14:creationId xmlns:p14="http://schemas.microsoft.com/office/powerpoint/2010/main" val="362489618"/>
      </p:ext>
    </p:extLst>
  </p:cSld>
</p:sld>
</file>

<file path=ppt/slides/slide5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C1A985-2F14-4566-B91E-885F5AD2E31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6E5C160-A73F-49AF-8875-A854B01B32A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실패도 검사 결과의 줄 읽기</a:t>
            </a:r>
          </a:p>
        </p:txBody>
      </p:sp>
      <p:sp>
        <p:nvSpPr>
          <p:cNvPr id="3" name="">
            <a:extLst xmlns:a="http://schemas.openxmlformats.org/drawingml/2006/main">
              <a:ext uri="{FF2B5EF4-FFF2-40B4-BE49-F238E27FC236}">
                <a16:creationId xmlns:a16="http://schemas.microsoft.com/office/drawing/2014/main" id="{21CDFFFA-BBF1-4334-97D5-BEEC4C35619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대상 파일과 입력 인수를 읽습니다.</a:t>
            </a:r>
          </a:p>
        </p:txBody>
      </p:sp>
      <p:sp>
        <p:nvSpPr>
          <p:cNvPr id="4" name="">
            <a:extLst xmlns:a="http://schemas.openxmlformats.org/drawingml/2006/main">
              <a:ext uri="{FF2B5EF4-FFF2-40B4-BE49-F238E27FC236}">
                <a16:creationId xmlns:a16="http://schemas.microsoft.com/office/drawing/2014/main" id="{85A841D9-B16A-4092-86A5-53A771EAD30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조건을 위에서 아래로 확인합니다.</a:t>
            </a:r>
          </a:p>
        </p:txBody>
      </p:sp>
      <p:sp>
        <p:nvSpPr>
          <p:cNvPr id="5" name="">
            <a:extLst xmlns:a="http://schemas.openxmlformats.org/drawingml/2006/main">
              <a:ext uri="{FF2B5EF4-FFF2-40B4-BE49-F238E27FC236}">
                <a16:creationId xmlns:a16="http://schemas.microsoft.com/office/drawing/2014/main" id="{0C134835-1D61-4061-B50F-2A726C86B24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결과를 반환하는 위치를 찾습니다.</a:t>
            </a:r>
          </a:p>
        </p:txBody>
      </p:sp>
      <p:sp>
        <p:nvSpPr>
          <p:cNvPr id="6" name="">
            <a:extLst xmlns:a="http://schemas.openxmlformats.org/drawingml/2006/main">
              <a:ext uri="{FF2B5EF4-FFF2-40B4-BE49-F238E27FC236}">
                <a16:creationId xmlns:a16="http://schemas.microsoft.com/office/drawing/2014/main" id="{FAAAE42E-9972-4C69-A7F3-232A061DF75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51</a:t>
            </a:r>
          </a:p>
        </p:txBody>
      </p:sp>
    </p:spTree>
    <p:extLst>
      <p:ext uri="{BB962C8B-B14F-4D97-AF65-F5344CB8AC3E}">
        <p14:creationId xmlns:p14="http://schemas.microsoft.com/office/powerpoint/2010/main" val="1316910856"/>
      </p:ext>
    </p:extLst>
  </p:cSld>
</p:sld>
</file>

<file path=ppt/slides/slide5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581D443-0D0F-46FE-939F-FAA59C80A82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981A6DC-9429-4846-8A0F-99E6BD01FC0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예상된 FAIL</a:t>
            </a:r>
          </a:p>
        </p:txBody>
      </p:sp>
      <p:sp>
        <p:nvSpPr>
          <p:cNvPr id="3" name="">
            <a:extLst xmlns:a="http://schemas.openxmlformats.org/drawingml/2006/main">
              <a:ext uri="{FF2B5EF4-FFF2-40B4-BE49-F238E27FC236}">
                <a16:creationId xmlns:a16="http://schemas.microsoft.com/office/drawing/2014/main" id="{EADDF2E9-0FD5-46ED-AB35-5681A244759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28과 None에서 계약과 다른 결과가 나옵니다.</a:t>
            </a:r>
          </a:p>
        </p:txBody>
      </p:sp>
      <p:sp>
        <p:nvSpPr>
          <p:cNvPr id="4" name="">
            <a:extLst xmlns:a="http://schemas.openxmlformats.org/drawingml/2006/main">
              <a:ext uri="{FF2B5EF4-FFF2-40B4-BE49-F238E27FC236}">
                <a16:creationId xmlns:a16="http://schemas.microsoft.com/office/drawing/2014/main" id="{AE876FBF-BBB3-43AD-B55F-3F755A5F8D2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 검사기의 종료 코드 1은 실패 사례입니다.</a:t>
            </a:r>
          </a:p>
        </p:txBody>
      </p:sp>
      <p:sp>
        <p:nvSpPr>
          <p:cNvPr id="5" name="">
            <a:extLst xmlns:a="http://schemas.openxmlformats.org/drawingml/2006/main">
              <a:ext uri="{FF2B5EF4-FFF2-40B4-BE49-F238E27FC236}">
                <a16:creationId xmlns:a16="http://schemas.microsoft.com/office/drawing/2014/main" id="{B7BDC2CB-93C9-4F65-9854-2E2D9345A1D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52</a:t>
            </a:r>
          </a:p>
        </p:txBody>
      </p:sp>
    </p:spTree>
    <p:extLst>
      <p:ext uri="{BB962C8B-B14F-4D97-AF65-F5344CB8AC3E}">
        <p14:creationId xmlns:p14="http://schemas.microsoft.com/office/powerpoint/2010/main" val="1453889305"/>
      </p:ext>
    </p:extLst>
  </p:cSld>
</p:sld>
</file>

<file path=ppt/slides/slide5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1E83A62-EE00-4C5B-B285-2211C4911BC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6AB00950-0C08-47B7-BBEC-97CD5F70CAD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실패와 설치 오류</a:t>
            </a:r>
          </a:p>
        </p:txBody>
      </p:sp>
      <p:sp>
        <p:nvSpPr>
          <p:cNvPr id="3" name="">
            <a:extLst xmlns:a="http://schemas.openxmlformats.org/drawingml/2006/main">
              <a:ext uri="{FF2B5EF4-FFF2-40B4-BE49-F238E27FC236}">
                <a16:creationId xmlns:a16="http://schemas.microsoft.com/office/drawing/2014/main" id="{B87FAD65-44DD-4F9D-B61D-7527FC5E3B7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FAIL이 보이면 재설치부터 해야 하나요?</a:t>
            </a:r>
          </a:p>
        </p:txBody>
      </p:sp>
      <p:sp>
        <p:nvSpPr>
          <p:cNvPr id="4" name="">
            <a:extLst xmlns:a="http://schemas.openxmlformats.org/drawingml/2006/main">
              <a:ext uri="{FF2B5EF4-FFF2-40B4-BE49-F238E27FC236}">
                <a16:creationId xmlns:a16="http://schemas.microsoft.com/office/drawing/2014/main" id="{1D7414C7-377F-4DDB-B7E0-DC2D2E6B088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53</a:t>
            </a:r>
          </a:p>
        </p:txBody>
      </p:sp>
    </p:spTree>
    <p:extLst>
      <p:ext uri="{BB962C8B-B14F-4D97-AF65-F5344CB8AC3E}">
        <p14:creationId xmlns:p14="http://schemas.microsoft.com/office/powerpoint/2010/main" val="2006721501"/>
      </p:ext>
    </p:extLst>
  </p:cSld>
</p:sld>
</file>

<file path=ppt/slides/slide5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4A36F9F-ACB1-41D4-8025-92E49E266E1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FDADEF32-CFEE-4C6C-9C12-7C9E353B139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A11  같은 값의 포함 여부</a:t>
            </a:r>
          </a:p>
        </p:txBody>
      </p:sp>
      <p:sp>
        <p:nvSpPr>
          <p:cNvPr id="3" name="">
            <a:extLst xmlns:a="http://schemas.openxmlformats.org/drawingml/2006/main">
              <a:ext uri="{FF2B5EF4-FFF2-40B4-BE49-F238E27FC236}">
                <a16:creationId xmlns:a16="http://schemas.microsoft.com/office/drawing/2014/main" id="{141697F9-4087-46AC-8FC3-FEAC888C0E3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&gt;는 기준보다 큰 값입니다.</a:t>
            </a:r>
          </a:p>
        </p:txBody>
      </p:sp>
      <p:sp>
        <p:nvSpPr>
          <p:cNvPr id="4" name="">
            <a:extLst xmlns:a="http://schemas.openxmlformats.org/drawingml/2006/main">
              <a:ext uri="{FF2B5EF4-FFF2-40B4-BE49-F238E27FC236}">
                <a16:creationId xmlns:a16="http://schemas.microsoft.com/office/drawing/2014/main" id="{AB36DF7F-645F-4663-8330-297C82DAF80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&gt;=는 기준과 같은 값도 포함합니다.</a:t>
            </a:r>
          </a:p>
        </p:txBody>
      </p:sp>
      <p:sp>
        <p:nvSpPr>
          <p:cNvPr id="5" name="">
            <a:extLst xmlns:a="http://schemas.openxmlformats.org/drawingml/2006/main">
              <a:ext uri="{FF2B5EF4-FFF2-40B4-BE49-F238E27FC236}">
                <a16:creationId xmlns:a16="http://schemas.microsoft.com/office/drawing/2014/main" id="{D68511D3-55BD-42A1-9303-AC696F33528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54</a:t>
            </a:r>
          </a:p>
        </p:txBody>
      </p:sp>
    </p:spTree>
    <p:extLst>
      <p:ext uri="{BB962C8B-B14F-4D97-AF65-F5344CB8AC3E}">
        <p14:creationId xmlns:p14="http://schemas.microsoft.com/office/powerpoint/2010/main" val="1672803716"/>
      </p:ext>
    </p:extLst>
  </p:cSld>
</p:sld>
</file>

<file path=ppt/slides/slide5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14F14BD-7C7D-4C93-88AB-E84BADC4362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39CD207-4FD0-400D-A23A-D47DB6386C4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같은 값의 포함 여부의 예</a:t>
            </a:r>
          </a:p>
        </p:txBody>
      </p:sp>
      <p:sp>
        <p:nvSpPr>
          <p:cNvPr id="3" name="">
            <a:extLst xmlns:a="http://schemas.openxmlformats.org/drawingml/2006/main">
              <a:ext uri="{FF2B5EF4-FFF2-40B4-BE49-F238E27FC236}">
                <a16:creationId xmlns:a16="http://schemas.microsoft.com/office/drawing/2014/main" id="{E1B38C81-9FF3-445E-9E6D-62D60D063683}"/>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def classify(value, threshold=28):</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if value &gt; threshold: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return "주의"</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return "정상"</a:t>
            </a:r>
          </a:p>
        </p:txBody>
      </p:sp>
      <p:sp>
        <p:nvSpPr>
          <p:cNvPr id="4" name="">
            <a:extLst xmlns:a="http://schemas.openxmlformats.org/drawingml/2006/main">
              <a:ext uri="{FF2B5EF4-FFF2-40B4-BE49-F238E27FC236}">
                <a16:creationId xmlns:a16="http://schemas.microsoft.com/office/drawing/2014/main" id="{0F70DB4E-2F4E-4A4E-9E6C-43416541C4BB}"/>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경계 비교만 떼어 낸 짧은 완성 예입니다.</a:t>
            </a:r>
          </a:p>
        </p:txBody>
      </p:sp>
      <p:sp>
        <p:nvSpPr>
          <p:cNvPr id="5" name="">
            <a:extLst xmlns:a="http://schemas.openxmlformats.org/drawingml/2006/main">
              <a:ext uri="{FF2B5EF4-FFF2-40B4-BE49-F238E27FC236}">
                <a16:creationId xmlns:a16="http://schemas.microsoft.com/office/drawing/2014/main" id="{19CFA481-E824-4F0B-AE8D-A6744690E85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55</a:t>
            </a:r>
          </a:p>
        </p:txBody>
      </p:sp>
    </p:spTree>
    <p:extLst>
      <p:ext uri="{BB962C8B-B14F-4D97-AF65-F5344CB8AC3E}">
        <p14:creationId xmlns:p14="http://schemas.microsoft.com/office/powerpoint/2010/main" val="1067510102"/>
      </p:ext>
    </p:extLst>
  </p:cSld>
</p:sld>
</file>

<file path=ppt/slides/slide5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D1C9E5-B0F7-4079-B3CB-90C27AF7530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264BE376-7AD7-449D-8D67-3A644A5A90D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같은 값의 포함 여부의 줄 읽기</a:t>
            </a:r>
          </a:p>
        </p:txBody>
      </p:sp>
      <p:sp>
        <p:nvSpPr>
          <p:cNvPr id="3" name="">
            <a:extLst xmlns:a="http://schemas.openxmlformats.org/drawingml/2006/main">
              <a:ext uri="{FF2B5EF4-FFF2-40B4-BE49-F238E27FC236}">
                <a16:creationId xmlns:a16="http://schemas.microsoft.com/office/drawing/2014/main" id="{96C2D54D-C392-4DDF-942C-5008847C78C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대상 파일과 입력 인수를 읽습니다.</a:t>
            </a:r>
          </a:p>
        </p:txBody>
      </p:sp>
      <p:sp>
        <p:nvSpPr>
          <p:cNvPr id="4" name="">
            <a:extLst xmlns:a="http://schemas.openxmlformats.org/drawingml/2006/main">
              <a:ext uri="{FF2B5EF4-FFF2-40B4-BE49-F238E27FC236}">
                <a16:creationId xmlns:a16="http://schemas.microsoft.com/office/drawing/2014/main" id="{C3B5474A-C617-4A3C-9E36-AF3F728584B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조건을 위에서 아래로 확인합니다.</a:t>
            </a:r>
          </a:p>
        </p:txBody>
      </p:sp>
      <p:sp>
        <p:nvSpPr>
          <p:cNvPr id="5" name="">
            <a:extLst xmlns:a="http://schemas.openxmlformats.org/drawingml/2006/main">
              <a:ext uri="{FF2B5EF4-FFF2-40B4-BE49-F238E27FC236}">
                <a16:creationId xmlns:a16="http://schemas.microsoft.com/office/drawing/2014/main" id="{BE8496BA-9B89-4B85-B9AF-96D157B8986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결과를 반환하는 위치를 찾습니다.</a:t>
            </a:r>
          </a:p>
        </p:txBody>
      </p:sp>
      <p:sp>
        <p:nvSpPr>
          <p:cNvPr id="6" name="">
            <a:extLst xmlns:a="http://schemas.openxmlformats.org/drawingml/2006/main">
              <a:ext uri="{FF2B5EF4-FFF2-40B4-BE49-F238E27FC236}">
                <a16:creationId xmlns:a16="http://schemas.microsoft.com/office/drawing/2014/main" id="{5AA6EB3A-759D-4F98-A173-A3E8C6F0597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56</a:t>
            </a:r>
          </a:p>
        </p:txBody>
      </p:sp>
    </p:spTree>
    <p:extLst>
      <p:ext uri="{BB962C8B-B14F-4D97-AF65-F5344CB8AC3E}">
        <p14:creationId xmlns:p14="http://schemas.microsoft.com/office/powerpoint/2010/main" val="1039679171"/>
      </p:ext>
    </p:extLst>
  </p:cSld>
</p:sld>
</file>

<file path=ppt/slides/slide5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6E615BC-332F-4833-90AB-7FE1E6C4EFA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1814265E-D201-43AA-92E3-6C94D269605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기호 수정</a:t>
            </a:r>
          </a:p>
        </p:txBody>
      </p:sp>
      <p:sp>
        <p:nvSpPr>
          <p:cNvPr id="3" name="">
            <a:extLst xmlns:a="http://schemas.openxmlformats.org/drawingml/2006/main">
              <a:ext uri="{FF2B5EF4-FFF2-40B4-BE49-F238E27FC236}">
                <a16:creationId xmlns:a16="http://schemas.microsoft.com/office/drawing/2014/main" id="{510C2BF2-3E78-41DD-8EB9-BDA110E0434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&gt;를 &gt;=로 바꾸면 28이 주의가 됩니다.</a:t>
            </a:r>
          </a:p>
        </p:txBody>
      </p:sp>
      <p:sp>
        <p:nvSpPr>
          <p:cNvPr id="4" name="">
            <a:extLst xmlns:a="http://schemas.openxmlformats.org/drawingml/2006/main">
              <a:ext uri="{FF2B5EF4-FFF2-40B4-BE49-F238E27FC236}">
                <a16:creationId xmlns:a16="http://schemas.microsoft.com/office/drawing/2014/main" id="{DA82DFE6-618F-42E8-9A84-2C77A5E72E0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27.9와 28.1도 다시 확인합니다.</a:t>
            </a:r>
          </a:p>
        </p:txBody>
      </p:sp>
      <p:sp>
        <p:nvSpPr>
          <p:cNvPr id="5" name="">
            <a:extLst xmlns:a="http://schemas.openxmlformats.org/drawingml/2006/main">
              <a:ext uri="{FF2B5EF4-FFF2-40B4-BE49-F238E27FC236}">
                <a16:creationId xmlns:a16="http://schemas.microsoft.com/office/drawing/2014/main" id="{04CA1D51-234D-4260-B0D5-C17D5B8C185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57</a:t>
            </a:r>
          </a:p>
        </p:txBody>
      </p:sp>
    </p:spTree>
    <p:extLst>
      <p:ext uri="{BB962C8B-B14F-4D97-AF65-F5344CB8AC3E}">
        <p14:creationId xmlns:p14="http://schemas.microsoft.com/office/powerpoint/2010/main" val="1144055180"/>
      </p:ext>
    </p:extLst>
  </p:cSld>
</p:sld>
</file>

<file path=ppt/slides/slide5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09A3726-3966-4A68-8EAC-81FAC99A4D2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D543502-4E9B-41B7-BE93-F1C9B807B59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기준과 기호</a:t>
            </a:r>
          </a:p>
        </p:txBody>
      </p:sp>
      <p:sp>
        <p:nvSpPr>
          <p:cNvPr id="3" name="">
            <a:extLst xmlns:a="http://schemas.openxmlformats.org/drawingml/2006/main">
              <a:ext uri="{FF2B5EF4-FFF2-40B4-BE49-F238E27FC236}">
                <a16:creationId xmlns:a16="http://schemas.microsoft.com/office/drawing/2014/main" id="{305991C5-BF99-42D9-8D20-B825EBEEF73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기준을 27로 낮추는 것과 같은가요?</a:t>
            </a:r>
          </a:p>
        </p:txBody>
      </p:sp>
      <p:sp>
        <p:nvSpPr>
          <p:cNvPr id="4" name="">
            <a:extLst xmlns:a="http://schemas.openxmlformats.org/drawingml/2006/main">
              <a:ext uri="{FF2B5EF4-FFF2-40B4-BE49-F238E27FC236}">
                <a16:creationId xmlns:a16="http://schemas.microsoft.com/office/drawing/2014/main" id="{B03D618A-CE8A-48BF-9C42-6AF813DE821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58</a:t>
            </a:r>
          </a:p>
        </p:txBody>
      </p:sp>
    </p:spTree>
    <p:extLst>
      <p:ext uri="{BB962C8B-B14F-4D97-AF65-F5344CB8AC3E}">
        <p14:creationId xmlns:p14="http://schemas.microsoft.com/office/powerpoint/2010/main" val="626461368"/>
      </p:ext>
    </p:extLst>
  </p:cSld>
</p:sld>
</file>

<file path=ppt/slides/slide5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1A3FB89-DA9E-4591-AF6E-96A5767B1F6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E0F35BF8-4EF0-4C06-87C9-6EEA31D4AA5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A12  누락·종류·범위 검사</a:t>
            </a:r>
          </a:p>
        </p:txBody>
      </p:sp>
      <p:sp>
        <p:nvSpPr>
          <p:cNvPr id="3" name="">
            <a:extLst xmlns:a="http://schemas.openxmlformats.org/drawingml/2006/main">
              <a:ext uri="{FF2B5EF4-FFF2-40B4-BE49-F238E27FC236}">
                <a16:creationId xmlns:a16="http://schemas.microsoft.com/office/drawing/2014/main" id="{91E7B629-9A11-4FE4-8D46-A2465940CCA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None은 미측정으로 먼저 돌려줍니다.</a:t>
            </a:r>
          </a:p>
        </p:txBody>
      </p:sp>
      <p:sp>
        <p:nvSpPr>
          <p:cNvPr id="4" name="">
            <a:extLst xmlns:a="http://schemas.openxmlformats.org/drawingml/2006/main">
              <a:ext uri="{FF2B5EF4-FFF2-40B4-BE49-F238E27FC236}">
                <a16:creationId xmlns:a16="http://schemas.microsoft.com/office/drawing/2014/main" id="{400C3A8D-DF8D-4360-BD43-4B780B6EE21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숫자 종류와 범위를 비교 전에 확인합니다.</a:t>
            </a:r>
          </a:p>
        </p:txBody>
      </p:sp>
      <p:sp>
        <p:nvSpPr>
          <p:cNvPr id="5" name="">
            <a:extLst xmlns:a="http://schemas.openxmlformats.org/drawingml/2006/main">
              <a:ext uri="{FF2B5EF4-FFF2-40B4-BE49-F238E27FC236}">
                <a16:creationId xmlns:a16="http://schemas.microsoft.com/office/drawing/2014/main" id="{2AAA5D96-E0B0-4E23-83D0-E489186B986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59</a:t>
            </a:r>
          </a:p>
        </p:txBody>
      </p:sp>
    </p:spTree>
    <p:extLst>
      <p:ext uri="{BB962C8B-B14F-4D97-AF65-F5344CB8AC3E}">
        <p14:creationId xmlns:p14="http://schemas.microsoft.com/office/powerpoint/2010/main" val="2076918580"/>
      </p:ext>
    </p:extLst>
  </p:cSld>
</p:sld>
</file>

<file path=ppt/slides/slide6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053D54A-6EA4-497F-A5F3-213CD7EB491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7BBEC3A-D5A9-4198-ADD6-EBD3B8AA1FE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누락·종류·범위 검사의 예</a:t>
            </a:r>
          </a:p>
        </p:txBody>
      </p:sp>
      <p:sp>
        <p:nvSpPr>
          <p:cNvPr id="3" name="">
            <a:extLst xmlns:a="http://schemas.openxmlformats.org/drawingml/2006/main">
              <a:ext uri="{FF2B5EF4-FFF2-40B4-BE49-F238E27FC236}">
                <a16:creationId xmlns:a16="http://schemas.microsoft.com/office/drawing/2014/main" id="{D06A7083-E7A3-4DC4-B267-7319B92B5FD2}"/>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if value is None: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return "미측정"</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if type(value) not in (int, float):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return "입력 오류"</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if not 0 &lt;= value &lt;= 50: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return "입력 오류"</a:t>
            </a:r>
          </a:p>
        </p:txBody>
      </p:sp>
      <p:sp>
        <p:nvSpPr>
          <p:cNvPr id="4" name="">
            <a:extLst xmlns:a="http://schemas.openxmlformats.org/drawingml/2006/main">
              <a:ext uri="{FF2B5EF4-FFF2-40B4-BE49-F238E27FC236}">
                <a16:creationId xmlns:a16="http://schemas.microsoft.com/office/drawing/2014/main" id="{4AB51A94-261E-4706-8468-41FE07461C05}"/>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발췌: code/reviewed.py의 함수 내부</a:t>
            </a:r>
          </a:p>
        </p:txBody>
      </p:sp>
      <p:sp>
        <p:nvSpPr>
          <p:cNvPr id="5" name="">
            <a:extLst xmlns:a="http://schemas.openxmlformats.org/drawingml/2006/main">
              <a:ext uri="{FF2B5EF4-FFF2-40B4-BE49-F238E27FC236}">
                <a16:creationId xmlns:a16="http://schemas.microsoft.com/office/drawing/2014/main" id="{B0D96B90-9BB8-492D-A9C7-649CB7B9A15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60</a:t>
            </a:r>
          </a:p>
        </p:txBody>
      </p:sp>
    </p:spTree>
    <p:extLst>
      <p:ext uri="{BB962C8B-B14F-4D97-AF65-F5344CB8AC3E}">
        <p14:creationId xmlns:p14="http://schemas.microsoft.com/office/powerpoint/2010/main" val="1272154154"/>
      </p:ext>
    </p:extLst>
  </p:cSld>
</p:sld>
</file>

<file path=ppt/slides/slide6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C309A3F-32A7-4239-958D-1365AB10B5B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DF007099-E927-4136-9E26-C743E8ACEE8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누락·종류·범위 검사의 줄 읽기</a:t>
            </a:r>
          </a:p>
        </p:txBody>
      </p:sp>
      <p:sp>
        <p:nvSpPr>
          <p:cNvPr id="3" name="">
            <a:extLst xmlns:a="http://schemas.openxmlformats.org/drawingml/2006/main">
              <a:ext uri="{FF2B5EF4-FFF2-40B4-BE49-F238E27FC236}">
                <a16:creationId xmlns:a16="http://schemas.microsoft.com/office/drawing/2014/main" id="{1AA1A827-6953-4F21-A6BE-75E6D775D7A9}"/>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대상 파일과 입력 인수를 읽습니다.</a:t>
            </a:r>
          </a:p>
        </p:txBody>
      </p:sp>
      <p:sp>
        <p:nvSpPr>
          <p:cNvPr id="4" name="">
            <a:extLst xmlns:a="http://schemas.openxmlformats.org/drawingml/2006/main">
              <a:ext uri="{FF2B5EF4-FFF2-40B4-BE49-F238E27FC236}">
                <a16:creationId xmlns:a16="http://schemas.microsoft.com/office/drawing/2014/main" id="{F3D590EC-2BE1-4FEA-81C0-AD03DE7807DD}"/>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조건을 위에서 아래로 확인합니다.</a:t>
            </a:r>
          </a:p>
        </p:txBody>
      </p:sp>
      <p:sp>
        <p:nvSpPr>
          <p:cNvPr id="5" name="">
            <a:extLst xmlns:a="http://schemas.openxmlformats.org/drawingml/2006/main">
              <a:ext uri="{FF2B5EF4-FFF2-40B4-BE49-F238E27FC236}">
                <a16:creationId xmlns:a16="http://schemas.microsoft.com/office/drawing/2014/main" id="{1C266497-0096-4EC1-959F-328C510C4C8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결과를 반환하는 위치를 찾습니다.</a:t>
            </a:r>
          </a:p>
        </p:txBody>
      </p:sp>
      <p:sp>
        <p:nvSpPr>
          <p:cNvPr id="6" name="">
            <a:extLst xmlns:a="http://schemas.openxmlformats.org/drawingml/2006/main">
              <a:ext uri="{FF2B5EF4-FFF2-40B4-BE49-F238E27FC236}">
                <a16:creationId xmlns:a16="http://schemas.microsoft.com/office/drawing/2014/main" id="{E827B3A3-F4F2-49AA-8DCE-F2ABB946581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61</a:t>
            </a:r>
          </a:p>
        </p:txBody>
      </p:sp>
    </p:spTree>
    <p:extLst>
      <p:ext uri="{BB962C8B-B14F-4D97-AF65-F5344CB8AC3E}">
        <p14:creationId xmlns:p14="http://schemas.microsoft.com/office/powerpoint/2010/main" val="1064710174"/>
      </p:ext>
    </p:extLst>
  </p:cSld>
</p:sld>
</file>

<file path=ppt/slides/slide6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0A44107-76D9-42F5-88E8-6691F9BC36C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C3E902A2-1A0F-4EA2-9D71-E09638DFDB3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입력별 결과</a:t>
            </a:r>
          </a:p>
        </p:txBody>
      </p:sp>
      <p:sp>
        <p:nvSpPr>
          <p:cNvPr id="3" name="">
            <a:extLst xmlns:a="http://schemas.openxmlformats.org/drawingml/2006/main">
              <a:ext uri="{FF2B5EF4-FFF2-40B4-BE49-F238E27FC236}">
                <a16:creationId xmlns:a16="http://schemas.microsoft.com/office/drawing/2014/main" id="{E16BE699-B120-4DDC-A9D9-5F933222D19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0은 정상, None은 미측정입니다.</a:t>
            </a:r>
          </a:p>
        </p:txBody>
      </p:sp>
      <p:sp>
        <p:nvSpPr>
          <p:cNvPr id="4" name="">
            <a:extLst xmlns:a="http://schemas.openxmlformats.org/drawingml/2006/main">
              <a:ext uri="{FF2B5EF4-FFF2-40B4-BE49-F238E27FC236}">
                <a16:creationId xmlns:a16="http://schemas.microsoft.com/office/drawing/2014/main" id="{D71AEA55-EF45-4B06-91D4-874CEF4483F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True와 "28"과 51은 입력 오류입니다.</a:t>
            </a:r>
          </a:p>
        </p:txBody>
      </p:sp>
      <p:sp>
        <p:nvSpPr>
          <p:cNvPr id="5" name="">
            <a:extLst xmlns:a="http://schemas.openxmlformats.org/drawingml/2006/main">
              <a:ext uri="{FF2B5EF4-FFF2-40B4-BE49-F238E27FC236}">
                <a16:creationId xmlns:a16="http://schemas.microsoft.com/office/drawing/2014/main" id="{57FEEE7B-9D9C-455D-9DC9-A9A21FDF5E7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62</a:t>
            </a:r>
          </a:p>
        </p:txBody>
      </p:sp>
    </p:spTree>
    <p:extLst>
      <p:ext uri="{BB962C8B-B14F-4D97-AF65-F5344CB8AC3E}">
        <p14:creationId xmlns:p14="http://schemas.microsoft.com/office/powerpoint/2010/main" val="518788052"/>
      </p:ext>
    </p:extLst>
  </p:cSld>
</p:sld>
</file>

<file path=ppt/slides/slide6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79F0C55-095D-4675-A3A0-759E9A8526D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8F07CBAE-C445-4D89-923B-1AF66BD095E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조건 순서</a:t>
            </a:r>
          </a:p>
        </p:txBody>
      </p:sp>
      <p:sp>
        <p:nvSpPr>
          <p:cNvPr id="3" name="">
            <a:extLst xmlns:a="http://schemas.openxmlformats.org/drawingml/2006/main">
              <a:ext uri="{FF2B5EF4-FFF2-40B4-BE49-F238E27FC236}">
                <a16:creationId xmlns:a16="http://schemas.microsoft.com/office/drawing/2014/main" id="{05A2D877-23C9-496E-8D91-F50B421FDC1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문자에 온도 비교를 먼저 하면?</a:t>
            </a:r>
          </a:p>
        </p:txBody>
      </p:sp>
      <p:sp>
        <p:nvSpPr>
          <p:cNvPr id="4" name="">
            <a:extLst xmlns:a="http://schemas.openxmlformats.org/drawingml/2006/main">
              <a:ext uri="{FF2B5EF4-FFF2-40B4-BE49-F238E27FC236}">
                <a16:creationId xmlns:a16="http://schemas.microsoft.com/office/drawing/2014/main" id="{3D6F4F66-1136-4AEF-AF9D-E5781A1ACAC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어떤 문제가 생길 수 있나요?</a:t>
            </a:r>
          </a:p>
        </p:txBody>
      </p:sp>
      <p:sp>
        <p:nvSpPr>
          <p:cNvPr id="5" name="">
            <a:extLst xmlns:a="http://schemas.openxmlformats.org/drawingml/2006/main">
              <a:ext uri="{FF2B5EF4-FFF2-40B4-BE49-F238E27FC236}">
                <a16:creationId xmlns:a16="http://schemas.microsoft.com/office/drawing/2014/main" id="{D562A3D6-982E-4438-9348-8A36068FC98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63</a:t>
            </a:r>
          </a:p>
        </p:txBody>
      </p:sp>
    </p:spTree>
    <p:extLst>
      <p:ext uri="{BB962C8B-B14F-4D97-AF65-F5344CB8AC3E}">
        <p14:creationId xmlns:p14="http://schemas.microsoft.com/office/powerpoint/2010/main" val="1343022050"/>
      </p:ext>
    </p:extLst>
  </p:cSld>
</p:sld>
</file>

<file path=ppt/slides/slide64.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F988149-1A99-4DC5-BDEB-162E90663BB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D3B8194E-1370-45BC-9104-A062805E7FA7}"/>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5교시  오류 재현과 수정</a:t>
            </a:r>
          </a:p>
        </p:txBody>
      </p:sp>
      <p:sp>
        <p:nvSpPr>
          <p:cNvPr id="3" name="">
            <a:extLst xmlns:a="http://schemas.openxmlformats.org/drawingml/2006/main">
              <a:ext uri="{FF2B5EF4-FFF2-40B4-BE49-F238E27FC236}">
                <a16:creationId xmlns:a16="http://schemas.microsoft.com/office/drawing/2014/main" id="{7EC0B359-1AA4-4FFC-B32D-78C8607207D4}"/>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수업입니다.</a:t>
            </a:r>
          </a:p>
        </p:txBody>
      </p:sp>
      <p:sp>
        <p:nvSpPr>
          <p:cNvPr id="4" name="">
            <a:extLst xmlns:a="http://schemas.openxmlformats.org/drawingml/2006/main">
              <a:ext uri="{FF2B5EF4-FFF2-40B4-BE49-F238E27FC236}">
                <a16:creationId xmlns:a16="http://schemas.microsoft.com/office/drawing/2014/main" id="{30D554C2-AF0B-4299-A972-8D476994E2EA}"/>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개념을 보고 함께 따라 합니다.</a:t>
            </a:r>
          </a:p>
        </p:txBody>
      </p:sp>
      <p:sp>
        <p:nvSpPr>
          <p:cNvPr id="5" name="">
            <a:extLst xmlns:a="http://schemas.openxmlformats.org/drawingml/2006/main">
              <a:ext uri="{FF2B5EF4-FFF2-40B4-BE49-F238E27FC236}">
                <a16:creationId xmlns:a16="http://schemas.microsoft.com/office/drawing/2014/main" id="{B95CC35A-9B0B-4301-A5B5-49C559647CBE}"/>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예상과 실제를 비교하고 설명합니다.</a:t>
            </a:r>
          </a:p>
        </p:txBody>
      </p:sp>
      <p:sp>
        <p:nvSpPr>
          <p:cNvPr id="6" name="">
            <a:extLst xmlns:a="http://schemas.openxmlformats.org/drawingml/2006/main">
              <a:ext uri="{FF2B5EF4-FFF2-40B4-BE49-F238E27FC236}">
                <a16:creationId xmlns:a16="http://schemas.microsoft.com/office/drawing/2014/main" id="{A015387E-9376-4BB8-853D-07F91C16927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64</a:t>
            </a:r>
          </a:p>
        </p:txBody>
      </p:sp>
    </p:spTree>
    <p:extLst>
      <p:ext uri="{BB962C8B-B14F-4D97-AF65-F5344CB8AC3E}">
        <p14:creationId xmlns:p14="http://schemas.microsoft.com/office/powerpoint/2010/main" val="217931396"/>
      </p:ext>
    </p:extLst>
  </p:cSld>
</p:sld>
</file>

<file path=ppt/slides/slide6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7D23E31-07DC-4D29-AA05-376BBEE4BA8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797FCA2F-4E17-44AA-BA91-512A02481B1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회귀와 불확실성</a:t>
            </a:r>
          </a:p>
        </p:txBody>
      </p:sp>
      <p:sp>
        <p:nvSpPr>
          <p:cNvPr id="3" name="">
            <a:extLst xmlns:a="http://schemas.openxmlformats.org/drawingml/2006/main">
              <a:ext uri="{FF2B5EF4-FFF2-40B4-BE49-F238E27FC236}">
                <a16:creationId xmlns:a16="http://schemas.microsoft.com/office/drawing/2014/main" id="{A5CC4D1A-C093-4C16-97CB-D01E0429369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실패한 한 입력과 기존 입력을 다시 봅니다.</a:t>
            </a:r>
          </a:p>
        </p:txBody>
      </p:sp>
      <p:sp>
        <p:nvSpPr>
          <p:cNvPr id="4" name="">
            <a:extLst xmlns:a="http://schemas.openxmlformats.org/drawingml/2006/main">
              <a:ext uri="{FF2B5EF4-FFF2-40B4-BE49-F238E27FC236}">
                <a16:creationId xmlns:a16="http://schemas.microsoft.com/office/drawing/2014/main" id="{FAE93824-624B-495F-B227-4DA513B2F2C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추정 원인과 관찰 사실을 나누어 씁니다.</a:t>
            </a:r>
          </a:p>
        </p:txBody>
      </p:sp>
      <p:sp>
        <p:nvSpPr>
          <p:cNvPr id="5" name="">
            <a:extLst xmlns:a="http://schemas.openxmlformats.org/drawingml/2006/main">
              <a:ext uri="{FF2B5EF4-FFF2-40B4-BE49-F238E27FC236}">
                <a16:creationId xmlns:a16="http://schemas.microsoft.com/office/drawing/2014/main" id="{6E0FCED9-3EF3-4F80-A570-3648833ECF7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65</a:t>
            </a:r>
          </a:p>
        </p:txBody>
      </p:sp>
    </p:spTree>
    <p:extLst>
      <p:ext uri="{BB962C8B-B14F-4D97-AF65-F5344CB8AC3E}">
        <p14:creationId xmlns:p14="http://schemas.microsoft.com/office/powerpoint/2010/main" val="1020855999"/>
      </p:ext>
    </p:extLst>
  </p:cSld>
</p:sld>
</file>

<file path=ppt/slides/slide6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938C791-4D75-405F-A565-46683387A30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DE142A76-9BB3-49D7-9A11-021BB874D14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A13  재현 가능한 오류 보고</a:t>
            </a:r>
          </a:p>
        </p:txBody>
      </p:sp>
      <p:sp>
        <p:nvSpPr>
          <p:cNvPr id="3" name="">
            <a:extLst xmlns:a="http://schemas.openxmlformats.org/drawingml/2006/main">
              <a:ext uri="{FF2B5EF4-FFF2-40B4-BE49-F238E27FC236}">
                <a16:creationId xmlns:a16="http://schemas.microsoft.com/office/drawing/2014/main" id="{0CB562F8-04EF-4DAC-B256-15A36D32905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파일·명령·입력·기대·실제를 남깁니다.</a:t>
            </a:r>
          </a:p>
        </p:txBody>
      </p:sp>
      <p:sp>
        <p:nvSpPr>
          <p:cNvPr id="4" name="">
            <a:extLst xmlns:a="http://schemas.openxmlformats.org/drawingml/2006/main">
              <a:ext uri="{FF2B5EF4-FFF2-40B4-BE49-F238E27FC236}">
                <a16:creationId xmlns:a16="http://schemas.microsoft.com/office/drawing/2014/main" id="{2264B221-EC50-4668-B775-2BCA612EAFB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관찰 사실과 원인 추정을 구별합니다.</a:t>
            </a:r>
          </a:p>
        </p:txBody>
      </p:sp>
      <p:sp>
        <p:nvSpPr>
          <p:cNvPr id="5" name="">
            <a:extLst xmlns:a="http://schemas.openxmlformats.org/drawingml/2006/main">
              <a:ext uri="{FF2B5EF4-FFF2-40B4-BE49-F238E27FC236}">
                <a16:creationId xmlns:a16="http://schemas.microsoft.com/office/drawing/2014/main" id="{08FC8D4D-A080-4B92-BE83-50FB10920A4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66</a:t>
            </a:r>
          </a:p>
        </p:txBody>
      </p:sp>
    </p:spTree>
    <p:extLst>
      <p:ext uri="{BB962C8B-B14F-4D97-AF65-F5344CB8AC3E}">
        <p14:creationId xmlns:p14="http://schemas.microsoft.com/office/powerpoint/2010/main" val="1522264788"/>
      </p:ext>
    </p:extLst>
  </p:cSld>
</p:sld>
</file>

<file path=ppt/slides/slide6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17C9650-E5AC-483D-B504-060A5C2B4FB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168D25AB-64CE-475B-98A5-BBC71CA33B1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재현 가능한 오류 보고의 예</a:t>
            </a:r>
          </a:p>
        </p:txBody>
      </p:sp>
      <p:graphicFrame>
        <p:nvGraphicFramePr>
          <p:cNvPr id="8"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항목</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예</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대상</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proposal_a.py</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입력</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27.9</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기대</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정상</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실제</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주의</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1F083AA7-A253-4884-BC8E-880373389084}"/>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현재 위치와 관찰 방식도 적습니다.</a:t>
            </a:r>
          </a:p>
        </p:txBody>
      </p:sp>
      <p:sp>
        <p:nvSpPr>
          <p:cNvPr id="5" name="">
            <a:extLst xmlns:a="http://schemas.openxmlformats.org/drawingml/2006/main">
              <a:ext uri="{FF2B5EF4-FFF2-40B4-BE49-F238E27FC236}">
                <a16:creationId xmlns:a16="http://schemas.microsoft.com/office/drawing/2014/main" id="{1FD92E7C-E261-4D42-B709-E1ACDADF432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67</a:t>
            </a:r>
          </a:p>
        </p:txBody>
      </p:sp>
    </p:spTree>
    <p:extLst>
      <p:ext uri="{BB962C8B-B14F-4D97-AF65-F5344CB8AC3E}">
        <p14:creationId xmlns:p14="http://schemas.microsoft.com/office/powerpoint/2010/main" val="805056914"/>
      </p:ext>
    </p:extLst>
  </p:cSld>
</p:sld>
</file>

<file path=ppt/slides/slide6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79B4EBB-D5BD-4D73-8DAC-9DB9310D700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E2646FB3-4B68-47AE-852D-36C13964AE0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수정할 질문</a:t>
            </a:r>
          </a:p>
        </p:txBody>
      </p:sp>
      <p:sp>
        <p:nvSpPr>
          <p:cNvPr id="3" name="">
            <a:extLst xmlns:a="http://schemas.openxmlformats.org/drawingml/2006/main">
              <a:ext uri="{FF2B5EF4-FFF2-40B4-BE49-F238E27FC236}">
                <a16:creationId xmlns:a16="http://schemas.microsoft.com/office/drawing/2014/main" id="{48C7CA27-2307-4145-90B0-2F9E5D6101B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기준 28과 함수 이름을 유지한다고 씁니다.</a:t>
            </a:r>
          </a:p>
        </p:txBody>
      </p:sp>
      <p:sp>
        <p:nvSpPr>
          <p:cNvPr id="4" name="">
            <a:extLst xmlns:a="http://schemas.openxmlformats.org/drawingml/2006/main">
              <a:ext uri="{FF2B5EF4-FFF2-40B4-BE49-F238E27FC236}">
                <a16:creationId xmlns:a16="http://schemas.microsoft.com/office/drawing/2014/main" id="{1C1823EF-785E-4FC9-8C29-278CD29E173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실패한 입력을 다음 요청에 연결합니다.</a:t>
            </a:r>
          </a:p>
        </p:txBody>
      </p:sp>
      <p:sp>
        <p:nvSpPr>
          <p:cNvPr id="5" name="">
            <a:extLst xmlns:a="http://schemas.openxmlformats.org/drawingml/2006/main">
              <a:ext uri="{FF2B5EF4-FFF2-40B4-BE49-F238E27FC236}">
                <a16:creationId xmlns:a16="http://schemas.microsoft.com/office/drawing/2014/main" id="{00E54768-13B2-4B70-BDE4-C2BD33E073F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68</a:t>
            </a:r>
          </a:p>
        </p:txBody>
      </p:sp>
    </p:spTree>
    <p:extLst>
      <p:ext uri="{BB962C8B-B14F-4D97-AF65-F5344CB8AC3E}">
        <p14:creationId xmlns:p14="http://schemas.microsoft.com/office/powerpoint/2010/main" val="1278482546"/>
      </p:ext>
    </p:extLst>
  </p:cSld>
</p:sld>
</file>

<file path=ppt/slides/slide6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4EB8B4B-F33F-4A94-AF65-DE6DEE459A5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23403D3-66C1-43AB-8496-AB5526B8EB4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문자 오류 보고</a:t>
            </a:r>
          </a:p>
        </p:txBody>
      </p:sp>
      <p:sp>
        <p:nvSpPr>
          <p:cNvPr id="3" name="">
            <a:extLst xmlns:a="http://schemas.openxmlformats.org/drawingml/2006/main">
              <a:ext uri="{FF2B5EF4-FFF2-40B4-BE49-F238E27FC236}">
                <a16:creationId xmlns:a16="http://schemas.microsoft.com/office/drawing/2014/main" id="{8ECBF55E-FEAB-4FB0-8755-7AEB583F1C1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"뜨거움" 입력에서 TypeError가 나왔습니다.</a:t>
            </a:r>
          </a:p>
        </p:txBody>
      </p:sp>
      <p:sp>
        <p:nvSpPr>
          <p:cNvPr id="4" name="">
            <a:extLst xmlns:a="http://schemas.openxmlformats.org/drawingml/2006/main">
              <a:ext uri="{FF2B5EF4-FFF2-40B4-BE49-F238E27FC236}">
                <a16:creationId xmlns:a16="http://schemas.microsoft.com/office/drawing/2014/main" id="{3A199633-E0E6-4FCF-B41A-4E555EF30B5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재현 보고 다섯 줄을 작성하세요.</a:t>
            </a:r>
          </a:p>
        </p:txBody>
      </p:sp>
      <p:sp>
        <p:nvSpPr>
          <p:cNvPr id="5" name="">
            <a:extLst xmlns:a="http://schemas.openxmlformats.org/drawingml/2006/main">
              <a:ext uri="{FF2B5EF4-FFF2-40B4-BE49-F238E27FC236}">
                <a16:creationId xmlns:a16="http://schemas.microsoft.com/office/drawing/2014/main" id="{7A18C8E1-1E93-4537-A6EB-EA6AE425959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69</a:t>
            </a:r>
          </a:p>
        </p:txBody>
      </p:sp>
    </p:spTree>
    <p:extLst>
      <p:ext uri="{BB962C8B-B14F-4D97-AF65-F5344CB8AC3E}">
        <p14:creationId xmlns:p14="http://schemas.microsoft.com/office/powerpoint/2010/main" val="710125970"/>
      </p:ext>
    </p:extLst>
  </p:cSld>
</p:sld>
</file>

<file path=ppt/slides/slide7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E262FC1-CE08-438F-AE28-1D35A1D45AE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B93D9EA8-94CC-464B-8A5F-330A17C5398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A14  추가 요청을 좁히기</a:t>
            </a:r>
          </a:p>
        </p:txBody>
      </p:sp>
      <p:sp>
        <p:nvSpPr>
          <p:cNvPr id="3" name="">
            <a:extLst xmlns:a="http://schemas.openxmlformats.org/drawingml/2006/main">
              <a:ext uri="{FF2B5EF4-FFF2-40B4-BE49-F238E27FC236}">
                <a16:creationId xmlns:a16="http://schemas.microsoft.com/office/drawing/2014/main" id="{6894C8F8-E4B7-4C1A-8DD4-CBEBE9E4B41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실패 조건과 유지 조건을 함께 씁니다.</a:t>
            </a:r>
          </a:p>
        </p:txBody>
      </p:sp>
      <p:sp>
        <p:nvSpPr>
          <p:cNvPr id="4" name="">
            <a:extLst xmlns:a="http://schemas.openxmlformats.org/drawingml/2006/main">
              <a:ext uri="{FF2B5EF4-FFF2-40B4-BE49-F238E27FC236}">
                <a16:creationId xmlns:a16="http://schemas.microsoft.com/office/drawing/2014/main" id="{B03D3642-7F8F-4027-BF47-C94318041FB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전체 재작성보다 확인할 문제를 정합니다.</a:t>
            </a:r>
          </a:p>
        </p:txBody>
      </p:sp>
      <p:sp>
        <p:nvSpPr>
          <p:cNvPr id="5" name="">
            <a:extLst xmlns:a="http://schemas.openxmlformats.org/drawingml/2006/main">
              <a:ext uri="{FF2B5EF4-FFF2-40B4-BE49-F238E27FC236}">
                <a16:creationId xmlns:a16="http://schemas.microsoft.com/office/drawing/2014/main" id="{4B053666-2098-4E15-86DF-029EB0585A8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70</a:t>
            </a:r>
          </a:p>
        </p:txBody>
      </p:sp>
    </p:spTree>
    <p:extLst>
      <p:ext uri="{BB962C8B-B14F-4D97-AF65-F5344CB8AC3E}">
        <p14:creationId xmlns:p14="http://schemas.microsoft.com/office/powerpoint/2010/main" val="255314386"/>
      </p:ext>
    </p:extLst>
  </p:cSld>
</p:sld>
</file>

<file path=ppt/slides/slide7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65102F2-548E-4EC3-B8B7-E218BB7F95E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25FEF0A2-BE66-4D29-9DA0-BC501E7343D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요청을 좁히기의 예</a:t>
            </a:r>
          </a:p>
        </p:txBody>
      </p:sp>
      <p:sp>
        <p:nvSpPr>
          <p:cNvPr id="3" name="">
            <a:extLst xmlns:a="http://schemas.openxmlformats.org/drawingml/2006/main">
              <a:ext uri="{FF2B5EF4-FFF2-40B4-BE49-F238E27FC236}">
                <a16:creationId xmlns:a16="http://schemas.microsoft.com/office/drawing/2014/main" id="{9A9E1D06-0B34-41AF-A3D3-B917766A09C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28의 기대는 주의인데 정상입니다.</a:t>
            </a:r>
          </a:p>
        </p:txBody>
      </p:sp>
      <p:sp>
        <p:nvSpPr>
          <p:cNvPr id="4" name="">
            <a:extLst xmlns:a="http://schemas.openxmlformats.org/drawingml/2006/main">
              <a:ext uri="{FF2B5EF4-FFF2-40B4-BE49-F238E27FC236}">
                <a16:creationId xmlns:a16="http://schemas.microsoft.com/office/drawing/2014/main" id="{F2223815-5BB6-4D92-B6D0-D7FEEA4EB51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기준 28과 함수 이름을 유지합니다.</a:t>
            </a:r>
          </a:p>
        </p:txBody>
      </p:sp>
      <p:sp>
        <p:nvSpPr>
          <p:cNvPr id="5" name="">
            <a:extLst xmlns:a="http://schemas.openxmlformats.org/drawingml/2006/main">
              <a:ext uri="{FF2B5EF4-FFF2-40B4-BE49-F238E27FC236}">
                <a16:creationId xmlns:a16="http://schemas.microsoft.com/office/drawing/2014/main" id="{77551CE2-A0AA-4823-9D00-891D3ADAE5A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경계 비교를 검토해 주세요.</a:t>
            </a:r>
          </a:p>
        </p:txBody>
      </p:sp>
      <p:sp>
        <p:nvSpPr>
          <p:cNvPr id="6" name="">
            <a:extLst xmlns:a="http://schemas.openxmlformats.org/drawingml/2006/main">
              <a:ext uri="{FF2B5EF4-FFF2-40B4-BE49-F238E27FC236}">
                <a16:creationId xmlns:a16="http://schemas.microsoft.com/office/drawing/2014/main" id="{5160ED62-A2D8-4E53-9256-3A4B050D096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71</a:t>
            </a:r>
          </a:p>
        </p:txBody>
      </p:sp>
    </p:spTree>
    <p:extLst>
      <p:ext uri="{BB962C8B-B14F-4D97-AF65-F5344CB8AC3E}">
        <p14:creationId xmlns:p14="http://schemas.microsoft.com/office/powerpoint/2010/main" val="200592733"/>
      </p:ext>
    </p:extLst>
  </p:cSld>
</p:sld>
</file>

<file path=ppt/slides/slide7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BEFBD50-125E-4FB6-8BE8-460FB77F0BD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43FEE2F1-E0D9-4D5D-82C8-5B858AB8DA1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응답 뒤 재검사</a:t>
            </a:r>
          </a:p>
        </p:txBody>
      </p:sp>
      <p:sp>
        <p:nvSpPr>
          <p:cNvPr id="3" name="">
            <a:extLst xmlns:a="http://schemas.openxmlformats.org/drawingml/2006/main">
              <a:ext uri="{FF2B5EF4-FFF2-40B4-BE49-F238E27FC236}">
                <a16:creationId xmlns:a16="http://schemas.microsoft.com/office/drawing/2014/main" id="{BE6A7D96-5449-4443-9632-E750450DF4B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설명만 읽고 검사가 끝났다고 쓰지 않습니다.</a:t>
            </a:r>
          </a:p>
        </p:txBody>
      </p:sp>
      <p:sp>
        <p:nvSpPr>
          <p:cNvPr id="4" name="">
            <a:extLst xmlns:a="http://schemas.openxmlformats.org/drawingml/2006/main">
              <a:ext uri="{FF2B5EF4-FFF2-40B4-BE49-F238E27FC236}">
                <a16:creationId xmlns:a16="http://schemas.microsoft.com/office/drawing/2014/main" id="{03BA4930-7F57-4724-8608-F7C6ED3EB8F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수정한 파일에 같은 입력을 적용합니다.</a:t>
            </a:r>
          </a:p>
        </p:txBody>
      </p:sp>
      <p:sp>
        <p:nvSpPr>
          <p:cNvPr id="5" name="">
            <a:extLst xmlns:a="http://schemas.openxmlformats.org/drawingml/2006/main">
              <a:ext uri="{FF2B5EF4-FFF2-40B4-BE49-F238E27FC236}">
                <a16:creationId xmlns:a16="http://schemas.microsoft.com/office/drawing/2014/main" id="{8ED60C12-A426-492F-9A68-62B617AF113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72</a:t>
            </a:r>
          </a:p>
        </p:txBody>
      </p:sp>
    </p:spTree>
    <p:extLst>
      <p:ext uri="{BB962C8B-B14F-4D97-AF65-F5344CB8AC3E}">
        <p14:creationId xmlns:p14="http://schemas.microsoft.com/office/powerpoint/2010/main" val="1797820639"/>
      </p:ext>
    </p:extLst>
  </p:cSld>
</p:sld>
</file>

<file path=ppt/slides/slide7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27B7FAA-D752-40A4-A826-9DAB9FF2DCB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1DF70B0F-8445-4B78-9585-722988E5C5A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유지할 조건</a:t>
            </a:r>
          </a:p>
        </p:txBody>
      </p:sp>
      <p:sp>
        <p:nvSpPr>
          <p:cNvPr id="3" name="">
            <a:extLst xmlns:a="http://schemas.openxmlformats.org/drawingml/2006/main">
              <a:ext uri="{FF2B5EF4-FFF2-40B4-BE49-F238E27FC236}">
                <a16:creationId xmlns:a16="http://schemas.microsoft.com/office/drawing/2014/main" id="{BC1DAF94-2015-40CE-9841-225997D52CD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 요청에 유지 조건을 다시 쓰는 이유는?</a:t>
            </a:r>
          </a:p>
        </p:txBody>
      </p:sp>
      <p:sp>
        <p:nvSpPr>
          <p:cNvPr id="4" name="">
            <a:extLst xmlns:a="http://schemas.openxmlformats.org/drawingml/2006/main">
              <a:ext uri="{FF2B5EF4-FFF2-40B4-BE49-F238E27FC236}">
                <a16:creationId xmlns:a16="http://schemas.microsoft.com/office/drawing/2014/main" id="{279DD7C4-C735-4FC9-84EA-B54388F0AEB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73</a:t>
            </a:r>
          </a:p>
        </p:txBody>
      </p:sp>
    </p:spTree>
    <p:extLst>
      <p:ext uri="{BB962C8B-B14F-4D97-AF65-F5344CB8AC3E}">
        <p14:creationId xmlns:p14="http://schemas.microsoft.com/office/powerpoint/2010/main" val="406883313"/>
      </p:ext>
    </p:extLst>
  </p:cSld>
</p:sld>
</file>

<file path=ppt/slides/slide7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8482B5A-06B4-419F-9FF2-F2124FA281A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B12A154A-29C7-4624-AD08-828D971AA10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A15  회귀 확인</a:t>
            </a:r>
          </a:p>
        </p:txBody>
      </p:sp>
      <p:sp>
        <p:nvSpPr>
          <p:cNvPr id="3" name="">
            <a:extLst xmlns:a="http://schemas.openxmlformats.org/drawingml/2006/main">
              <a:ext uri="{FF2B5EF4-FFF2-40B4-BE49-F238E27FC236}">
                <a16:creationId xmlns:a16="http://schemas.microsoft.com/office/drawing/2014/main" id="{B300AD5A-30AE-4B71-8DDE-12C9E14FE32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고친 뒤 예전 동작도 다시 확인합니다.</a:t>
            </a:r>
          </a:p>
        </p:txBody>
      </p:sp>
      <p:sp>
        <p:nvSpPr>
          <p:cNvPr id="4" name="">
            <a:extLst xmlns:a="http://schemas.openxmlformats.org/drawingml/2006/main">
              <a:ext uri="{FF2B5EF4-FFF2-40B4-BE49-F238E27FC236}">
                <a16:creationId xmlns:a16="http://schemas.microsoft.com/office/drawing/2014/main" id="{FF5C2C4A-4B72-45E4-B0C0-5B15ED76290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세 후보에 같은 검사 기준을 적용합니다.</a:t>
            </a:r>
          </a:p>
        </p:txBody>
      </p:sp>
      <p:sp>
        <p:nvSpPr>
          <p:cNvPr id="5" name="">
            <a:extLst xmlns:a="http://schemas.openxmlformats.org/drawingml/2006/main">
              <a:ext uri="{FF2B5EF4-FFF2-40B4-BE49-F238E27FC236}">
                <a16:creationId xmlns:a16="http://schemas.microsoft.com/office/drawing/2014/main" id="{56D28C98-63F6-4302-9539-C5C805FFA72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74</a:t>
            </a:r>
          </a:p>
        </p:txBody>
      </p:sp>
    </p:spTree>
    <p:extLst>
      <p:ext uri="{BB962C8B-B14F-4D97-AF65-F5344CB8AC3E}">
        <p14:creationId xmlns:p14="http://schemas.microsoft.com/office/powerpoint/2010/main" val="99615981"/>
      </p:ext>
    </p:extLst>
  </p:cSld>
</p:sld>
</file>

<file path=ppt/slides/slide7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5218D9F-C94E-4C16-9F66-8542FE238A3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028EF4B1-B53C-4E4C-9035-0B5585F96CC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회귀 확인의 예</a:t>
            </a:r>
          </a:p>
        </p:txBody>
      </p:sp>
      <p:sp>
        <p:nvSpPr>
          <p:cNvPr id="3" name="">
            <a:extLst xmlns:a="http://schemas.openxmlformats.org/drawingml/2006/main">
              <a:ext uri="{FF2B5EF4-FFF2-40B4-BE49-F238E27FC236}">
                <a16:creationId xmlns:a16="http://schemas.microsoft.com/office/drawing/2014/main" id="{2FBB7509-D04D-42B5-98EC-5ED5A6BC9D50}"/>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python code/check_cases.py code/baseline.py</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python code/check_cases.py code/proposal_a.py</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python code/check_cases.py code/reviewed.py</a:t>
            </a:r>
          </a:p>
        </p:txBody>
      </p:sp>
      <p:sp>
        <p:nvSpPr>
          <p:cNvPr id="4" name="">
            <a:extLst xmlns:a="http://schemas.openxmlformats.org/drawingml/2006/main">
              <a:ext uri="{FF2B5EF4-FFF2-40B4-BE49-F238E27FC236}">
                <a16:creationId xmlns:a16="http://schemas.microsoft.com/office/drawing/2014/main" id="{8D351778-E349-454D-A5FA-503916355ECE}"/>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course. 기준은 동일합니다.</a:t>
            </a:r>
          </a:p>
        </p:txBody>
      </p:sp>
      <p:sp>
        <p:nvSpPr>
          <p:cNvPr id="5" name="">
            <a:extLst xmlns:a="http://schemas.openxmlformats.org/drawingml/2006/main">
              <a:ext uri="{FF2B5EF4-FFF2-40B4-BE49-F238E27FC236}">
                <a16:creationId xmlns:a16="http://schemas.microsoft.com/office/drawing/2014/main" id="{9182CC92-1CF9-4934-821B-B9F34E9284E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75</a:t>
            </a:r>
          </a:p>
        </p:txBody>
      </p:sp>
    </p:spTree>
    <p:extLst>
      <p:ext uri="{BB962C8B-B14F-4D97-AF65-F5344CB8AC3E}">
        <p14:creationId xmlns:p14="http://schemas.microsoft.com/office/powerpoint/2010/main" val="740495458"/>
      </p:ext>
    </p:extLst>
  </p:cSld>
</p:sld>
</file>

<file path=ppt/slides/slide7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E5E8456-D3CA-4C84-97BC-133C8DFA9D7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DC703342-09DA-43C4-BD7D-0E8B1672561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회귀 확인의 줄 읽기</a:t>
            </a:r>
          </a:p>
        </p:txBody>
      </p:sp>
      <p:sp>
        <p:nvSpPr>
          <p:cNvPr id="3" name="">
            <a:extLst xmlns:a="http://schemas.openxmlformats.org/drawingml/2006/main">
              <a:ext uri="{FF2B5EF4-FFF2-40B4-BE49-F238E27FC236}">
                <a16:creationId xmlns:a16="http://schemas.microsoft.com/office/drawing/2014/main" id="{DDCF6092-4A08-4447-A832-455B2F9096A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대상 파일과 입력 인수를 읽습니다.</a:t>
            </a:r>
          </a:p>
        </p:txBody>
      </p:sp>
      <p:sp>
        <p:nvSpPr>
          <p:cNvPr id="4" name="">
            <a:extLst xmlns:a="http://schemas.openxmlformats.org/drawingml/2006/main">
              <a:ext uri="{FF2B5EF4-FFF2-40B4-BE49-F238E27FC236}">
                <a16:creationId xmlns:a16="http://schemas.microsoft.com/office/drawing/2014/main" id="{6152F0D6-1D42-491F-B88D-346BFFC051F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조건을 위에서 아래로 확인합니다.</a:t>
            </a:r>
          </a:p>
        </p:txBody>
      </p:sp>
      <p:sp>
        <p:nvSpPr>
          <p:cNvPr id="5" name="">
            <a:extLst xmlns:a="http://schemas.openxmlformats.org/drawingml/2006/main">
              <a:ext uri="{FF2B5EF4-FFF2-40B4-BE49-F238E27FC236}">
                <a16:creationId xmlns:a16="http://schemas.microsoft.com/office/drawing/2014/main" id="{AFA2D8F0-FBA4-4197-8E87-6F2012510CA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결과를 반환하는 위치를 찾습니다.</a:t>
            </a:r>
          </a:p>
        </p:txBody>
      </p:sp>
      <p:sp>
        <p:nvSpPr>
          <p:cNvPr id="6" name="">
            <a:extLst xmlns:a="http://schemas.openxmlformats.org/drawingml/2006/main">
              <a:ext uri="{FF2B5EF4-FFF2-40B4-BE49-F238E27FC236}">
                <a16:creationId xmlns:a16="http://schemas.microsoft.com/office/drawing/2014/main" id="{CC3B0ADB-8AA1-4E58-8928-F38E56389F8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76</a:t>
            </a:r>
          </a:p>
        </p:txBody>
      </p:sp>
    </p:spTree>
    <p:extLst>
      <p:ext uri="{BB962C8B-B14F-4D97-AF65-F5344CB8AC3E}">
        <p14:creationId xmlns:p14="http://schemas.microsoft.com/office/powerpoint/2010/main" val="1639698064"/>
      </p:ext>
    </p:extLst>
  </p:cSld>
</p:sld>
</file>

<file path=ppt/slides/slide7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6CD47AA-B3AA-4AE6-879D-5C074BAE777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311128C0-866C-4083-A70E-EF5B4259911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검사 범위</a:t>
            </a:r>
          </a:p>
        </p:txBody>
      </p:sp>
      <p:sp>
        <p:nvSpPr>
          <p:cNvPr id="3" name="">
            <a:extLst xmlns:a="http://schemas.openxmlformats.org/drawingml/2006/main">
              <a:ext uri="{FF2B5EF4-FFF2-40B4-BE49-F238E27FC236}">
                <a16:creationId xmlns:a16="http://schemas.microsoft.com/office/drawing/2014/main" id="{50E08930-53F7-4423-B117-FB3CBC74E68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reviewed는 제공 아홉 사례에서 9/9입니다.</a:t>
            </a:r>
          </a:p>
        </p:txBody>
      </p:sp>
      <p:sp>
        <p:nvSpPr>
          <p:cNvPr id="4" name="">
            <a:extLst xmlns:a="http://schemas.openxmlformats.org/drawingml/2006/main">
              <a:ext uri="{FF2B5EF4-FFF2-40B4-BE49-F238E27FC236}">
                <a16:creationId xmlns:a16="http://schemas.microsoft.com/office/drawing/2014/main" id="{A5A72189-199A-40A4-A0D8-15CD41D5FC9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모든 실제 센서 조건의 보장은 아닙니다.</a:t>
            </a:r>
          </a:p>
        </p:txBody>
      </p:sp>
      <p:sp>
        <p:nvSpPr>
          <p:cNvPr id="5" name="">
            <a:extLst xmlns:a="http://schemas.openxmlformats.org/drawingml/2006/main">
              <a:ext uri="{FF2B5EF4-FFF2-40B4-BE49-F238E27FC236}">
                <a16:creationId xmlns:a16="http://schemas.microsoft.com/office/drawing/2014/main" id="{15B2A815-8D45-4419-93DB-BC4231BC367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77</a:t>
            </a:r>
          </a:p>
        </p:txBody>
      </p:sp>
    </p:spTree>
    <p:extLst>
      <p:ext uri="{BB962C8B-B14F-4D97-AF65-F5344CB8AC3E}">
        <p14:creationId xmlns:p14="http://schemas.microsoft.com/office/powerpoint/2010/main" val="1724004181"/>
      </p:ext>
    </p:extLst>
  </p:cSld>
</p:sld>
</file>

<file path=ppt/slides/slide7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52E8E28-823F-4705-9779-55F9D7D0995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2387E702-D63F-4A7F-8C54-190D1F8F141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같은 통과 수</a:t>
            </a:r>
          </a:p>
        </p:txBody>
      </p:sp>
      <p:sp>
        <p:nvSpPr>
          <p:cNvPr id="3" name="">
            <a:extLst xmlns:a="http://schemas.openxmlformats.org/drawingml/2006/main">
              <a:ext uri="{FF2B5EF4-FFF2-40B4-BE49-F238E27FC236}">
                <a16:creationId xmlns:a16="http://schemas.microsoft.com/office/drawing/2014/main" id="{BB74C649-FC3B-4F4C-8DB2-F4588AADA83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두 코드의 통과 수가 같습니다.</a:t>
            </a:r>
          </a:p>
        </p:txBody>
      </p:sp>
      <p:sp>
        <p:nvSpPr>
          <p:cNvPr id="4" name="">
            <a:extLst xmlns:a="http://schemas.openxmlformats.org/drawingml/2006/main">
              <a:ext uri="{FF2B5EF4-FFF2-40B4-BE49-F238E27FC236}">
                <a16:creationId xmlns:a16="http://schemas.microsoft.com/office/drawing/2014/main" id="{B697FEFC-407B-4C4F-8ED3-119CFFC32E6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품질이라고 판단할 수 있나요?</a:t>
            </a:r>
          </a:p>
        </p:txBody>
      </p:sp>
      <p:sp>
        <p:nvSpPr>
          <p:cNvPr id="5" name="">
            <a:extLst xmlns:a="http://schemas.openxmlformats.org/drawingml/2006/main">
              <a:ext uri="{FF2B5EF4-FFF2-40B4-BE49-F238E27FC236}">
                <a16:creationId xmlns:a16="http://schemas.microsoft.com/office/drawing/2014/main" id="{366D2B75-4246-450A-A314-36EBA29AC17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78</a:t>
            </a:r>
          </a:p>
        </p:txBody>
      </p:sp>
    </p:spTree>
    <p:extLst>
      <p:ext uri="{BB962C8B-B14F-4D97-AF65-F5344CB8AC3E}">
        <p14:creationId xmlns:p14="http://schemas.microsoft.com/office/powerpoint/2010/main" val="1614702029"/>
      </p:ext>
    </p:extLst>
  </p:cSld>
</p:sld>
</file>

<file path=ppt/slides/slide79.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801739-0323-443F-B838-F9BAB65A00B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EACD5C99-5FEA-4A66-AFBC-D1750B23512A}"/>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6교시  새 요청과 인수인계</a:t>
            </a:r>
          </a:p>
        </p:txBody>
      </p:sp>
      <p:sp>
        <p:nvSpPr>
          <p:cNvPr id="3" name="">
            <a:extLst xmlns:a="http://schemas.openxmlformats.org/drawingml/2006/main">
              <a:ext uri="{FF2B5EF4-FFF2-40B4-BE49-F238E27FC236}">
                <a16:creationId xmlns:a16="http://schemas.microsoft.com/office/drawing/2014/main" id="{3CF01C6F-FBB7-476E-9A97-92F88F6C9160}"/>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수업입니다.</a:t>
            </a:r>
          </a:p>
        </p:txBody>
      </p:sp>
      <p:sp>
        <p:nvSpPr>
          <p:cNvPr id="4" name="">
            <a:extLst xmlns:a="http://schemas.openxmlformats.org/drawingml/2006/main">
              <a:ext uri="{FF2B5EF4-FFF2-40B4-BE49-F238E27FC236}">
                <a16:creationId xmlns:a16="http://schemas.microsoft.com/office/drawing/2014/main" id="{F8554068-4CF4-4241-A117-0C3E82E63627}"/>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개념을 보고 함께 따라 합니다.</a:t>
            </a:r>
          </a:p>
        </p:txBody>
      </p:sp>
      <p:sp>
        <p:nvSpPr>
          <p:cNvPr id="5" name="">
            <a:extLst xmlns:a="http://schemas.openxmlformats.org/drawingml/2006/main">
              <a:ext uri="{FF2B5EF4-FFF2-40B4-BE49-F238E27FC236}">
                <a16:creationId xmlns:a16="http://schemas.microsoft.com/office/drawing/2014/main" id="{E2FDFDD7-BA77-45B3-9C0A-BD5697391DE9}"/>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예상과 실제를 비교하고 설명합니다.</a:t>
            </a:r>
          </a:p>
        </p:txBody>
      </p:sp>
      <p:sp>
        <p:nvSpPr>
          <p:cNvPr id="6" name="">
            <a:extLst xmlns:a="http://schemas.openxmlformats.org/drawingml/2006/main">
              <a:ext uri="{FF2B5EF4-FFF2-40B4-BE49-F238E27FC236}">
                <a16:creationId xmlns:a16="http://schemas.microsoft.com/office/drawing/2014/main" id="{3D0AD5B1-8F44-4946-8FA0-159E75019B3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79</a:t>
            </a:r>
          </a:p>
        </p:txBody>
      </p:sp>
    </p:spTree>
    <p:extLst>
      <p:ext uri="{BB962C8B-B14F-4D97-AF65-F5344CB8AC3E}">
        <p14:creationId xmlns:p14="http://schemas.microsoft.com/office/powerpoint/2010/main" val="148443676"/>
      </p:ext>
    </p:extLst>
  </p:cSld>
</p:sld>
</file>

<file path=ppt/slides/slide8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9FF4F4F-73B9-4727-B07D-ED9FD2D5C87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0781FE3-CF1C-4235-B70F-0DE2C9F003A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기본값과 새 요청</a:t>
            </a:r>
          </a:p>
        </p:txBody>
      </p:sp>
      <p:sp>
        <p:nvSpPr>
          <p:cNvPr id="3" name="">
            <a:extLst xmlns:a="http://schemas.openxmlformats.org/drawingml/2006/main">
              <a:ext uri="{FF2B5EF4-FFF2-40B4-BE49-F238E27FC236}">
                <a16:creationId xmlns:a16="http://schemas.microsoft.com/office/drawing/2014/main" id="{CFB0A704-56F5-4E58-9F8E-5E0BF708BAC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특정 호출과 전체 기본값 변경을 구별합니다.</a:t>
            </a:r>
          </a:p>
        </p:txBody>
      </p:sp>
      <p:sp>
        <p:nvSpPr>
          <p:cNvPr id="4" name="">
            <a:extLst xmlns:a="http://schemas.openxmlformats.org/drawingml/2006/main">
              <a:ext uri="{FF2B5EF4-FFF2-40B4-BE49-F238E27FC236}">
                <a16:creationId xmlns:a16="http://schemas.microsoft.com/office/drawing/2014/main" id="{2FDCFD38-8565-4423-B812-F345AF02E60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새 요구의 승인과 시험 범위를 남깁니다.</a:t>
            </a:r>
          </a:p>
        </p:txBody>
      </p:sp>
      <p:sp>
        <p:nvSpPr>
          <p:cNvPr id="5" name="">
            <a:extLst xmlns:a="http://schemas.openxmlformats.org/drawingml/2006/main">
              <a:ext uri="{FF2B5EF4-FFF2-40B4-BE49-F238E27FC236}">
                <a16:creationId xmlns:a16="http://schemas.microsoft.com/office/drawing/2014/main" id="{852868F4-1D0F-464C-B30F-737038B3E81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80</a:t>
            </a:r>
          </a:p>
        </p:txBody>
      </p:sp>
    </p:spTree>
    <p:extLst>
      <p:ext uri="{BB962C8B-B14F-4D97-AF65-F5344CB8AC3E}">
        <p14:creationId xmlns:p14="http://schemas.microsoft.com/office/powerpoint/2010/main" val="1111576036"/>
      </p:ext>
    </p:extLst>
  </p:cSld>
</p:sld>
</file>

<file path=ppt/slides/slide8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38FC83-B764-4C44-9934-544977C88F7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6DF7416-21CE-4E87-B94D-2AD7B2E0A8A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A16  새 기준의 영향</a:t>
            </a:r>
          </a:p>
        </p:txBody>
      </p:sp>
      <p:sp>
        <p:nvSpPr>
          <p:cNvPr id="3" name="">
            <a:extLst xmlns:a="http://schemas.openxmlformats.org/drawingml/2006/main">
              <a:ext uri="{FF2B5EF4-FFF2-40B4-BE49-F238E27FC236}">
                <a16:creationId xmlns:a16="http://schemas.microsoft.com/office/drawing/2014/main" id="{8473EFA1-C99C-4F88-8E49-64321F664A7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특정 장소만 기준 30을 사용합니다.</a:t>
            </a:r>
          </a:p>
        </p:txBody>
      </p:sp>
      <p:sp>
        <p:nvSpPr>
          <p:cNvPr id="4" name="">
            <a:extLst xmlns:a="http://schemas.openxmlformats.org/drawingml/2006/main">
              <a:ext uri="{FF2B5EF4-FFF2-40B4-BE49-F238E27FC236}">
                <a16:creationId xmlns:a16="http://schemas.microsoft.com/office/drawing/2014/main" id="{212E86DA-C5AA-4AE0-8C4C-F17D345401D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기본값 28과 호출 인수를 구별합니다.</a:t>
            </a:r>
          </a:p>
        </p:txBody>
      </p:sp>
      <p:sp>
        <p:nvSpPr>
          <p:cNvPr id="5" name="">
            <a:extLst xmlns:a="http://schemas.openxmlformats.org/drawingml/2006/main">
              <a:ext uri="{FF2B5EF4-FFF2-40B4-BE49-F238E27FC236}">
                <a16:creationId xmlns:a16="http://schemas.microsoft.com/office/drawing/2014/main" id="{1EC9E555-5493-4EA9-A603-9A2AB1CA5C7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81</a:t>
            </a:r>
          </a:p>
        </p:txBody>
      </p:sp>
    </p:spTree>
    <p:extLst>
      <p:ext uri="{BB962C8B-B14F-4D97-AF65-F5344CB8AC3E}">
        <p14:creationId xmlns:p14="http://schemas.microsoft.com/office/powerpoint/2010/main" val="1294314327"/>
      </p:ext>
    </p:extLst>
  </p:cSld>
</p:sld>
</file>

<file path=ppt/slides/slide8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B10C6C6-5ED1-4401-A8B6-4C929DEB2F5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C1696AE-2A31-499C-822E-05B62C383F0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기준의 영향의 예</a:t>
            </a:r>
          </a:p>
        </p:txBody>
      </p:sp>
      <p:sp>
        <p:nvSpPr>
          <p:cNvPr id="3" name="">
            <a:extLst xmlns:a="http://schemas.openxmlformats.org/drawingml/2006/main">
              <a:ext uri="{FF2B5EF4-FFF2-40B4-BE49-F238E27FC236}">
                <a16:creationId xmlns:a16="http://schemas.microsoft.com/office/drawing/2014/main" id="{2FE3BE45-540F-4C82-80BE-5D060F2A8617}"/>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classify(28)</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classify(29.9, threshold=30)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classify(30, threshold=30)</a:t>
            </a:r>
          </a:p>
        </p:txBody>
      </p:sp>
      <p:sp>
        <p:nvSpPr>
          <p:cNvPr id="4" name="">
            <a:extLst xmlns:a="http://schemas.openxmlformats.org/drawingml/2006/main">
              <a:ext uri="{FF2B5EF4-FFF2-40B4-BE49-F238E27FC236}">
                <a16:creationId xmlns:a16="http://schemas.microsoft.com/office/drawing/2014/main" id="{5C9D1FAB-B746-436B-99C8-C734FD86E1A7}"/>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호출 발췌: reviewed의 classify가 필요합니다.</a:t>
            </a:r>
          </a:p>
        </p:txBody>
      </p:sp>
      <p:sp>
        <p:nvSpPr>
          <p:cNvPr id="5" name="">
            <a:extLst xmlns:a="http://schemas.openxmlformats.org/drawingml/2006/main">
              <a:ext uri="{FF2B5EF4-FFF2-40B4-BE49-F238E27FC236}">
                <a16:creationId xmlns:a16="http://schemas.microsoft.com/office/drawing/2014/main" id="{1588DDE5-22D6-43B9-8878-B8EA8F35ECD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82</a:t>
            </a:r>
          </a:p>
        </p:txBody>
      </p:sp>
    </p:spTree>
    <p:extLst>
      <p:ext uri="{BB962C8B-B14F-4D97-AF65-F5344CB8AC3E}">
        <p14:creationId xmlns:p14="http://schemas.microsoft.com/office/powerpoint/2010/main" val="615699031"/>
      </p:ext>
    </p:extLst>
  </p:cSld>
</p:sld>
</file>

<file path=ppt/slides/slide8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F21E0E-1129-45B3-8D5D-8EC1EA52C58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DF7212D2-5B0D-437D-AFB1-6917310CEB0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기준의 영향의 줄 읽기</a:t>
            </a:r>
          </a:p>
        </p:txBody>
      </p:sp>
      <p:sp>
        <p:nvSpPr>
          <p:cNvPr id="3" name="">
            <a:extLst xmlns:a="http://schemas.openxmlformats.org/drawingml/2006/main">
              <a:ext uri="{FF2B5EF4-FFF2-40B4-BE49-F238E27FC236}">
                <a16:creationId xmlns:a16="http://schemas.microsoft.com/office/drawing/2014/main" id="{AA4934C7-FF80-4AB8-BC0B-D789758D260C}"/>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대상 파일과 입력 인수를 읽습니다.</a:t>
            </a:r>
          </a:p>
        </p:txBody>
      </p:sp>
      <p:sp>
        <p:nvSpPr>
          <p:cNvPr id="4" name="">
            <a:extLst xmlns:a="http://schemas.openxmlformats.org/drawingml/2006/main">
              <a:ext uri="{FF2B5EF4-FFF2-40B4-BE49-F238E27FC236}">
                <a16:creationId xmlns:a16="http://schemas.microsoft.com/office/drawing/2014/main" id="{92CF788C-CAF6-4F2C-B0A1-45A4181DE61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조건을 위에서 아래로 확인합니다.</a:t>
            </a:r>
          </a:p>
        </p:txBody>
      </p:sp>
      <p:sp>
        <p:nvSpPr>
          <p:cNvPr id="5" name="">
            <a:extLst xmlns:a="http://schemas.openxmlformats.org/drawingml/2006/main">
              <a:ext uri="{FF2B5EF4-FFF2-40B4-BE49-F238E27FC236}">
                <a16:creationId xmlns:a16="http://schemas.microsoft.com/office/drawing/2014/main" id="{03F16470-194E-4C31-8D0D-C238BD9D9C4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결과를 반환하는 위치를 찾습니다.</a:t>
            </a:r>
          </a:p>
        </p:txBody>
      </p:sp>
      <p:sp>
        <p:nvSpPr>
          <p:cNvPr id="6" name="">
            <a:extLst xmlns:a="http://schemas.openxmlformats.org/drawingml/2006/main">
              <a:ext uri="{FF2B5EF4-FFF2-40B4-BE49-F238E27FC236}">
                <a16:creationId xmlns:a16="http://schemas.microsoft.com/office/drawing/2014/main" id="{AE9B44CE-CC28-4CB5-AE9E-67C72771AB9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83</a:t>
            </a:r>
          </a:p>
        </p:txBody>
      </p:sp>
    </p:spTree>
    <p:extLst>
      <p:ext uri="{BB962C8B-B14F-4D97-AF65-F5344CB8AC3E}">
        <p14:creationId xmlns:p14="http://schemas.microsoft.com/office/powerpoint/2010/main" val="834822064"/>
      </p:ext>
    </p:extLst>
  </p:cSld>
</p:sld>
</file>

<file path=ppt/slides/slide8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4F37A69-7FB1-4159-B790-6DE3A058572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2E7841E5-F1EC-49E7-B766-BE11BAE963F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호출의 기대</a:t>
            </a:r>
          </a:p>
        </p:txBody>
      </p:sp>
      <p:sp>
        <p:nvSpPr>
          <p:cNvPr id="3" name="">
            <a:extLst xmlns:a="http://schemas.openxmlformats.org/drawingml/2006/main">
              <a:ext uri="{FF2B5EF4-FFF2-40B4-BE49-F238E27FC236}">
                <a16:creationId xmlns:a16="http://schemas.microsoft.com/office/drawing/2014/main" id="{891530BD-69D9-4E48-9EA7-4A889239ED2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기본 28은 주의입니다.</a:t>
            </a:r>
          </a:p>
        </p:txBody>
      </p:sp>
      <p:sp>
        <p:nvSpPr>
          <p:cNvPr id="4" name="">
            <a:extLst xmlns:a="http://schemas.openxmlformats.org/drawingml/2006/main">
              <a:ext uri="{FF2B5EF4-FFF2-40B4-BE49-F238E27FC236}">
                <a16:creationId xmlns:a16="http://schemas.microsoft.com/office/drawing/2014/main" id="{65F73C83-EB28-42B5-8432-7C3D2A6F494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기준 30에서 29.9는 정상, 30은 주의입니다.</a:t>
            </a:r>
          </a:p>
        </p:txBody>
      </p:sp>
      <p:sp>
        <p:nvSpPr>
          <p:cNvPr id="5" name="">
            <a:extLst xmlns:a="http://schemas.openxmlformats.org/drawingml/2006/main">
              <a:ext uri="{FF2B5EF4-FFF2-40B4-BE49-F238E27FC236}">
                <a16:creationId xmlns:a16="http://schemas.microsoft.com/office/drawing/2014/main" id="{922FAAD8-0F77-499A-9498-CF0733936B3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84</a:t>
            </a:r>
          </a:p>
        </p:txBody>
      </p:sp>
    </p:spTree>
    <p:extLst>
      <p:ext uri="{BB962C8B-B14F-4D97-AF65-F5344CB8AC3E}">
        <p14:creationId xmlns:p14="http://schemas.microsoft.com/office/powerpoint/2010/main" val="981301597"/>
      </p:ext>
    </p:extLst>
  </p:cSld>
</p:sld>
</file>

<file path=ppt/slides/slide8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9297D70-CE9C-4FAC-9162-65EE1E1A0F4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24B6FEAA-E89A-42CE-8FE2-950DE889ABD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기본값과 인수</a:t>
            </a:r>
          </a:p>
        </p:txBody>
      </p:sp>
      <p:sp>
        <p:nvSpPr>
          <p:cNvPr id="3" name="">
            <a:extLst xmlns:a="http://schemas.openxmlformats.org/drawingml/2006/main">
              <a:ext uri="{FF2B5EF4-FFF2-40B4-BE49-F238E27FC236}">
                <a16:creationId xmlns:a16="http://schemas.microsoft.com/office/drawing/2014/main" id="{4A0871B5-F71C-4CC8-AA1D-981E789176E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특정 장소만 바꾸는 요청과 전체 변경은?</a:t>
            </a:r>
          </a:p>
        </p:txBody>
      </p:sp>
      <p:sp>
        <p:nvSpPr>
          <p:cNvPr id="4" name="">
            <a:extLst xmlns:a="http://schemas.openxmlformats.org/drawingml/2006/main">
              <a:ext uri="{FF2B5EF4-FFF2-40B4-BE49-F238E27FC236}">
                <a16:creationId xmlns:a16="http://schemas.microsoft.com/office/drawing/2014/main" id="{0B22867E-22C2-46D3-ADD6-836F38E7572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영향 받을 호출을 구별해 보세요.</a:t>
            </a:r>
          </a:p>
        </p:txBody>
      </p:sp>
      <p:sp>
        <p:nvSpPr>
          <p:cNvPr id="5" name="">
            <a:extLst xmlns:a="http://schemas.openxmlformats.org/drawingml/2006/main">
              <a:ext uri="{FF2B5EF4-FFF2-40B4-BE49-F238E27FC236}">
                <a16:creationId xmlns:a16="http://schemas.microsoft.com/office/drawing/2014/main" id="{F25EB495-F788-4E31-AFA2-926F12E26CE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85</a:t>
            </a:r>
          </a:p>
        </p:txBody>
      </p:sp>
    </p:spTree>
    <p:extLst>
      <p:ext uri="{BB962C8B-B14F-4D97-AF65-F5344CB8AC3E}">
        <p14:creationId xmlns:p14="http://schemas.microsoft.com/office/powerpoint/2010/main" val="1240289156"/>
      </p:ext>
    </p:extLst>
  </p:cSld>
</p:sld>
</file>

<file path=ppt/slides/slide8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275B44D-0AF0-4DF8-9F00-5D358F0B727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77D388F6-E2D8-4DD6-A443-1E204BC892D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A17  동료에게 변경 설명</a:t>
            </a:r>
          </a:p>
        </p:txBody>
      </p:sp>
      <p:sp>
        <p:nvSpPr>
          <p:cNvPr id="3" name="">
            <a:extLst xmlns:a="http://schemas.openxmlformats.org/drawingml/2006/main">
              <a:ext uri="{FF2B5EF4-FFF2-40B4-BE49-F238E27FC236}">
                <a16:creationId xmlns:a16="http://schemas.microsoft.com/office/drawing/2014/main" id="{638BB72D-4471-46A6-9F4C-DE58932AAF3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요구 한 개를 바뀐 줄과 연결합니다.</a:t>
            </a:r>
          </a:p>
        </p:txBody>
      </p:sp>
      <p:sp>
        <p:nvSpPr>
          <p:cNvPr id="4" name="">
            <a:extLst xmlns:a="http://schemas.openxmlformats.org/drawingml/2006/main">
              <a:ext uri="{FF2B5EF4-FFF2-40B4-BE49-F238E27FC236}">
                <a16:creationId xmlns:a16="http://schemas.microsoft.com/office/drawing/2014/main" id="{2684B334-EB86-4001-B463-E20416EAF1E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검사 한 개를 동료가 다시 확인합니다.</a:t>
            </a:r>
          </a:p>
        </p:txBody>
      </p:sp>
      <p:sp>
        <p:nvSpPr>
          <p:cNvPr id="5" name="">
            <a:extLst xmlns:a="http://schemas.openxmlformats.org/drawingml/2006/main">
              <a:ext uri="{FF2B5EF4-FFF2-40B4-BE49-F238E27FC236}">
                <a16:creationId xmlns:a16="http://schemas.microsoft.com/office/drawing/2014/main" id="{3E5A49AC-7F70-4781-8CC2-A8766C0E98F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86</a:t>
            </a:r>
          </a:p>
        </p:txBody>
      </p:sp>
    </p:spTree>
    <p:extLst>
      <p:ext uri="{BB962C8B-B14F-4D97-AF65-F5344CB8AC3E}">
        <p14:creationId xmlns:p14="http://schemas.microsoft.com/office/powerpoint/2010/main" val="1222628470"/>
      </p:ext>
    </p:extLst>
  </p:cSld>
</p:sld>
</file>

<file path=ppt/slides/slide8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F6B0694-164F-45C4-831F-C981EA047D5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2F92E81A-A168-49C6-B39E-8B0DBDAA9D7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동료에게 변경 설명의 예</a:t>
            </a:r>
          </a:p>
        </p:txBody>
      </p:sp>
      <p:graphicFrame>
        <p:nvGraphicFramePr>
          <p:cNvPr id="8" name=""/>
          <p:cNvGraphicFramePr/>
          <p:nvPr/>
        </p:nvGraphicFramePr>
        <p:xfrm>
          <a:off xmlns:a="http://schemas.openxmlformats.org/drawingml/2006/main" x="762000" y="2333625"/>
          <a:ext xmlns:a="http://schemas.openxmlformats.org/drawingml/2006/main" cx="10668000" cy="21717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요구</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코드</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검사</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누락 구별</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None 처리</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missing 사례</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28 이상</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&gt;= 조건</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boundary 사례</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4384B9A6-3119-47B8-9FE8-B1E306231DBC}"/>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작업본을 바로 덮어쓰지 않습니다.</a:t>
            </a:r>
          </a:p>
        </p:txBody>
      </p:sp>
      <p:sp>
        <p:nvSpPr>
          <p:cNvPr id="5" name="">
            <a:extLst xmlns:a="http://schemas.openxmlformats.org/drawingml/2006/main">
              <a:ext uri="{FF2B5EF4-FFF2-40B4-BE49-F238E27FC236}">
                <a16:creationId xmlns:a16="http://schemas.microsoft.com/office/drawing/2014/main" id="{F32CDC84-DA37-4E76-A7A6-E79ADF7F6CC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87</a:t>
            </a:r>
          </a:p>
        </p:txBody>
      </p:sp>
    </p:spTree>
    <p:extLst>
      <p:ext uri="{BB962C8B-B14F-4D97-AF65-F5344CB8AC3E}">
        <p14:creationId xmlns:p14="http://schemas.microsoft.com/office/powerpoint/2010/main" val="880601194"/>
      </p:ext>
    </p:extLst>
  </p:cSld>
</p:sld>
</file>

<file path=ppt/slides/slide8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BEAE03F-D99D-45AE-B5F6-D9FBB9366D2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D61782A2-0082-46DB-AA37-AD3766995DA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재확인할 정보</a:t>
            </a:r>
          </a:p>
        </p:txBody>
      </p:sp>
      <p:sp>
        <p:nvSpPr>
          <p:cNvPr id="3" name="">
            <a:extLst xmlns:a="http://schemas.openxmlformats.org/drawingml/2006/main">
              <a:ext uri="{FF2B5EF4-FFF2-40B4-BE49-F238E27FC236}">
                <a16:creationId xmlns:a16="http://schemas.microsoft.com/office/drawing/2014/main" id="{DDB969A1-7FD2-4D8F-88A4-0AFABF72B9E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동료가 파일과 실행 경로를 찾을 수 있어야 합니다.</a:t>
            </a:r>
          </a:p>
        </p:txBody>
      </p:sp>
      <p:sp>
        <p:nvSpPr>
          <p:cNvPr id="4" name="">
            <a:extLst xmlns:a="http://schemas.openxmlformats.org/drawingml/2006/main">
              <a:ext uri="{FF2B5EF4-FFF2-40B4-BE49-F238E27FC236}">
                <a16:creationId xmlns:a16="http://schemas.microsoft.com/office/drawing/2014/main" id="{ED027037-A369-4404-BC60-54707D6E4C1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부족한 설명을 검토 메모로 남깁니다.</a:t>
            </a:r>
          </a:p>
        </p:txBody>
      </p:sp>
      <p:sp>
        <p:nvSpPr>
          <p:cNvPr id="5" name="">
            <a:extLst xmlns:a="http://schemas.openxmlformats.org/drawingml/2006/main">
              <a:ext uri="{FF2B5EF4-FFF2-40B4-BE49-F238E27FC236}">
                <a16:creationId xmlns:a16="http://schemas.microsoft.com/office/drawing/2014/main" id="{7BE75468-55D4-4B59-8A2F-377CC3D8841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88</a:t>
            </a:r>
          </a:p>
        </p:txBody>
      </p:sp>
    </p:spTree>
    <p:extLst>
      <p:ext uri="{BB962C8B-B14F-4D97-AF65-F5344CB8AC3E}">
        <p14:creationId xmlns:p14="http://schemas.microsoft.com/office/powerpoint/2010/main" val="2066605838"/>
      </p:ext>
    </p:extLst>
  </p:cSld>
</p:sld>
</file>

<file path=ppt/slides/slide8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44EB903-AD58-474F-9DFB-569AEF3367B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6387E8F-D8A5-4794-A2ED-05CB20B4991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줄 인계 보완</a:t>
            </a:r>
          </a:p>
        </p:txBody>
      </p:sp>
      <p:sp>
        <p:nvSpPr>
          <p:cNvPr id="3" name="">
            <a:extLst xmlns:a="http://schemas.openxmlformats.org/drawingml/2006/main">
              <a:ext uri="{FF2B5EF4-FFF2-40B4-BE49-F238E27FC236}">
                <a16:creationId xmlns:a16="http://schemas.microsoft.com/office/drawing/2014/main" id="{B02727C6-83C6-4C82-A646-15A8B103949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“테스트됐음”만 적은 설명을 보완하세요.</a:t>
            </a:r>
          </a:p>
        </p:txBody>
      </p:sp>
      <p:sp>
        <p:nvSpPr>
          <p:cNvPr id="4" name="">
            <a:extLst xmlns:a="http://schemas.openxmlformats.org/drawingml/2006/main">
              <a:ext uri="{FF2B5EF4-FFF2-40B4-BE49-F238E27FC236}">
                <a16:creationId xmlns:a16="http://schemas.microsoft.com/office/drawing/2014/main" id="{B158CCAD-48E6-4BBD-8B0C-69364467423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89</a:t>
            </a:r>
          </a:p>
        </p:txBody>
      </p:sp>
    </p:spTree>
    <p:extLst>
      <p:ext uri="{BB962C8B-B14F-4D97-AF65-F5344CB8AC3E}">
        <p14:creationId xmlns:p14="http://schemas.microsoft.com/office/powerpoint/2010/main" val="61265561"/>
      </p:ext>
    </p:extLst>
  </p:cSld>
</p:sld>
</file>

<file path=ppt/slides/slide9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2446AC0-FC23-4A54-8906-22B1D8B009A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DB053390-1D98-4433-94E4-92F9DD263F7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A18  완료와 미확인</a:t>
            </a:r>
          </a:p>
        </p:txBody>
      </p:sp>
      <p:sp>
        <p:nvSpPr>
          <p:cNvPr id="3" name="">
            <a:extLst xmlns:a="http://schemas.openxmlformats.org/drawingml/2006/main">
              <a:ext uri="{FF2B5EF4-FFF2-40B4-BE49-F238E27FC236}">
                <a16:creationId xmlns:a16="http://schemas.microsoft.com/office/drawing/2014/main" id="{85AE1FE0-90D0-40EC-8354-DB8714EFA29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바뀐 조건과 관찰한 결과를 보고합니다.</a:t>
            </a:r>
          </a:p>
        </p:txBody>
      </p:sp>
      <p:sp>
        <p:nvSpPr>
          <p:cNvPr id="4" name="">
            <a:extLst xmlns:a="http://schemas.openxmlformats.org/drawingml/2006/main">
              <a:ext uri="{FF2B5EF4-FFF2-40B4-BE49-F238E27FC236}">
                <a16:creationId xmlns:a16="http://schemas.microsoft.com/office/drawing/2014/main" id="{D018A4BC-19A2-4400-9051-4C69DB65882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가상 검사와 실제 운영을 구별합니다.</a:t>
            </a:r>
          </a:p>
        </p:txBody>
      </p:sp>
      <p:sp>
        <p:nvSpPr>
          <p:cNvPr id="5" name="">
            <a:extLst xmlns:a="http://schemas.openxmlformats.org/drawingml/2006/main">
              <a:ext uri="{FF2B5EF4-FFF2-40B4-BE49-F238E27FC236}">
                <a16:creationId xmlns:a16="http://schemas.microsoft.com/office/drawing/2014/main" id="{F54E63CC-F2BF-4DBA-9CDB-A6D7AAAD0E3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90</a:t>
            </a:r>
          </a:p>
        </p:txBody>
      </p:sp>
    </p:spTree>
    <p:extLst>
      <p:ext uri="{BB962C8B-B14F-4D97-AF65-F5344CB8AC3E}">
        <p14:creationId xmlns:p14="http://schemas.microsoft.com/office/powerpoint/2010/main" val="162445538"/>
      </p:ext>
    </p:extLst>
  </p:cSld>
</p:sld>
</file>

<file path=ppt/slides/slide9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D11A21E-164F-4AC7-8B43-3AA6C4D69BE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67E89F8-F6F5-4244-9CDA-9A42ACA841D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완료와 미확인의 예</a:t>
            </a:r>
          </a:p>
        </p:txBody>
      </p:sp>
      <p:graphicFrame>
        <p:nvGraphicFramePr>
          <p:cNvPr id="8"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범위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현재 근거</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분류 계약</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가상 검사</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AI 서비스</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호출 미수행</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실제 센서</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운영 미확인</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018AD07A-725C-4B30-A54D-8B057AAEF1E5}"/>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다음 확인 조건도 함께 전달합니다.</a:t>
            </a:r>
          </a:p>
        </p:txBody>
      </p:sp>
      <p:sp>
        <p:nvSpPr>
          <p:cNvPr id="5" name="">
            <a:extLst xmlns:a="http://schemas.openxmlformats.org/drawingml/2006/main">
              <a:ext uri="{FF2B5EF4-FFF2-40B4-BE49-F238E27FC236}">
                <a16:creationId xmlns:a16="http://schemas.microsoft.com/office/drawing/2014/main" id="{83A4F7CD-AF6D-4070-B125-A5CCE2FC65D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91</a:t>
            </a:r>
          </a:p>
        </p:txBody>
      </p:sp>
    </p:spTree>
    <p:extLst>
      <p:ext uri="{BB962C8B-B14F-4D97-AF65-F5344CB8AC3E}">
        <p14:creationId xmlns:p14="http://schemas.microsoft.com/office/powerpoint/2010/main" val="947038308"/>
      </p:ext>
    </p:extLst>
  </p:cSld>
</p:sld>
</file>

<file path=ppt/slides/slide9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D3F015D-0A9F-459A-A6E2-ABBF3C3FC35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E6003038-C2C9-48CF-B3C9-C99C288ECC7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작업의 완료 범위</a:t>
            </a:r>
          </a:p>
        </p:txBody>
      </p:sp>
      <p:sp>
        <p:nvSpPr>
          <p:cNvPr id="3" name="">
            <a:extLst xmlns:a="http://schemas.openxmlformats.org/drawingml/2006/main">
              <a:ext uri="{FF2B5EF4-FFF2-40B4-BE49-F238E27FC236}">
                <a16:creationId xmlns:a16="http://schemas.microsoft.com/office/drawing/2014/main" id="{476455FB-1DF5-4839-911A-5F29E032EF8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제공 응답 검토와 로컬 분류 검사를 남깁니다.</a:t>
            </a:r>
          </a:p>
        </p:txBody>
      </p:sp>
      <p:sp>
        <p:nvSpPr>
          <p:cNvPr id="4" name="">
            <a:extLst xmlns:a="http://schemas.openxmlformats.org/drawingml/2006/main">
              <a:ext uri="{FF2B5EF4-FFF2-40B4-BE49-F238E27FC236}">
                <a16:creationId xmlns:a16="http://schemas.microsoft.com/office/drawing/2014/main" id="{349E8829-8667-4FD8-A7A7-B3EDE3FE42A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실제 AI가 작성했다고 추정하지 않습니다.</a:t>
            </a:r>
          </a:p>
        </p:txBody>
      </p:sp>
      <p:sp>
        <p:nvSpPr>
          <p:cNvPr id="5" name="">
            <a:extLst xmlns:a="http://schemas.openxmlformats.org/drawingml/2006/main">
              <a:ext uri="{FF2B5EF4-FFF2-40B4-BE49-F238E27FC236}">
                <a16:creationId xmlns:a16="http://schemas.microsoft.com/office/drawing/2014/main" id="{BE4BA2CC-66C0-4CCF-9460-521572D07BD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92</a:t>
            </a:r>
          </a:p>
        </p:txBody>
      </p:sp>
    </p:spTree>
    <p:extLst>
      <p:ext uri="{BB962C8B-B14F-4D97-AF65-F5344CB8AC3E}">
        <p14:creationId xmlns:p14="http://schemas.microsoft.com/office/powerpoint/2010/main" val="1147294442"/>
      </p:ext>
    </p:extLst>
  </p:cSld>
</p:sld>
</file>

<file path=ppt/slides/slide9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ABB8317-D45A-4EA6-B724-7F4413B58F6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25ABFF8-0D58-4A3E-B0E5-D2A54627E7D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세 문장 인계</a:t>
            </a:r>
          </a:p>
        </p:txBody>
      </p:sp>
      <p:sp>
        <p:nvSpPr>
          <p:cNvPr id="3" name="">
            <a:extLst xmlns:a="http://schemas.openxmlformats.org/drawingml/2006/main">
              <a:ext uri="{FF2B5EF4-FFF2-40B4-BE49-F238E27FC236}">
                <a16:creationId xmlns:a16="http://schemas.microsoft.com/office/drawing/2014/main" id="{E00A45E1-2A2B-421B-9721-DEB393EC086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변경·근거·남은 확인을 한 문장씩 쓰세요.</a:t>
            </a:r>
          </a:p>
        </p:txBody>
      </p:sp>
      <p:sp>
        <p:nvSpPr>
          <p:cNvPr id="4" name="">
            <a:extLst xmlns:a="http://schemas.openxmlformats.org/drawingml/2006/main">
              <a:ext uri="{FF2B5EF4-FFF2-40B4-BE49-F238E27FC236}">
                <a16:creationId xmlns:a16="http://schemas.microsoft.com/office/drawing/2014/main" id="{7DF9D382-AE0C-4EDA-A741-E30EAD4A5AC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93</a:t>
            </a:r>
          </a:p>
        </p:txBody>
      </p:sp>
    </p:spTree>
    <p:extLst>
      <p:ext uri="{BB962C8B-B14F-4D97-AF65-F5344CB8AC3E}">
        <p14:creationId xmlns:p14="http://schemas.microsoft.com/office/powerpoint/2010/main" val="231314147"/>
      </p:ext>
    </p:extLst>
  </p:cSld>
</p:sld>
</file>

<file path=ppt/slides/slide9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6035315-C877-40B3-B316-B20D6BFED9D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89CC65A5-32D7-4C4C-8B9C-E8AAA15B0B8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1  새 상황 적용</a:t>
            </a:r>
          </a:p>
        </p:txBody>
      </p:sp>
      <p:sp>
        <p:nvSpPr>
          <p:cNvPr id="3" name="">
            <a:extLst xmlns:a="http://schemas.openxmlformats.org/drawingml/2006/main">
              <a:ext uri="{FF2B5EF4-FFF2-40B4-BE49-F238E27FC236}">
                <a16:creationId xmlns:a16="http://schemas.microsoft.com/office/drawing/2014/main" id="{94D8A48B-FBB3-4111-A18F-A2A447CCFF5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함수·실패 로그·고객 명단·암호가 있습니다.</a:t>
            </a:r>
          </a:p>
        </p:txBody>
      </p:sp>
      <p:sp>
        <p:nvSpPr>
          <p:cNvPr id="4" name="">
            <a:extLst xmlns:a="http://schemas.openxmlformats.org/drawingml/2006/main">
              <a:ext uri="{FF2B5EF4-FFF2-40B4-BE49-F238E27FC236}">
                <a16:creationId xmlns:a16="http://schemas.microsoft.com/office/drawing/2014/main" id="{6BF134CB-BA7E-436A-BA6F-75DD43777D5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경계 수정에 필요한 자료를 고르세요.</a:t>
            </a:r>
          </a:p>
        </p:txBody>
      </p:sp>
      <p:sp>
        <p:nvSpPr>
          <p:cNvPr id="5" name="">
            <a:extLst xmlns:a="http://schemas.openxmlformats.org/drawingml/2006/main">
              <a:ext uri="{FF2B5EF4-FFF2-40B4-BE49-F238E27FC236}">
                <a16:creationId xmlns:a16="http://schemas.microsoft.com/office/drawing/2014/main" id="{B63CCBC3-AB73-4152-B742-4B097BDEE27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94</a:t>
            </a:r>
          </a:p>
        </p:txBody>
      </p:sp>
    </p:spTree>
    <p:extLst>
      <p:ext uri="{BB962C8B-B14F-4D97-AF65-F5344CB8AC3E}">
        <p14:creationId xmlns:p14="http://schemas.microsoft.com/office/powerpoint/2010/main" val="1027100136"/>
      </p:ext>
    </p:extLst>
  </p:cSld>
</p:sld>
</file>

<file path=ppt/slides/slide9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F6F8313-697E-43D5-80F4-2CF174D9AFE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8644DFA6-1AED-4245-BF13-917D583F10C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2  새 상황 적용</a:t>
            </a:r>
          </a:p>
        </p:txBody>
      </p:sp>
      <p:sp>
        <p:nvSpPr>
          <p:cNvPr id="3" name="">
            <a:extLst xmlns:a="http://schemas.openxmlformats.org/drawingml/2006/main">
              <a:ext uri="{FF2B5EF4-FFF2-40B4-BE49-F238E27FC236}">
                <a16:creationId xmlns:a16="http://schemas.microsoft.com/office/drawing/2014/main" id="{AC0DCCDE-EA27-4884-9118-2C78CF59B82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5 초과 점검의 4.9·5·5.1을 판단하세요.</a:t>
            </a:r>
          </a:p>
        </p:txBody>
      </p:sp>
      <p:sp>
        <p:nvSpPr>
          <p:cNvPr id="4" name="">
            <a:extLst xmlns:a="http://schemas.openxmlformats.org/drawingml/2006/main">
              <a:ext uri="{FF2B5EF4-FFF2-40B4-BE49-F238E27FC236}">
                <a16:creationId xmlns:a16="http://schemas.microsoft.com/office/drawing/2014/main" id="{406979CE-C30D-448D-9568-BD4A67DAE05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누락 처리도 별도로 설명하세요.</a:t>
            </a:r>
          </a:p>
        </p:txBody>
      </p:sp>
      <p:sp>
        <p:nvSpPr>
          <p:cNvPr id="5" name="">
            <a:extLst xmlns:a="http://schemas.openxmlformats.org/drawingml/2006/main">
              <a:ext uri="{FF2B5EF4-FFF2-40B4-BE49-F238E27FC236}">
                <a16:creationId xmlns:a16="http://schemas.microsoft.com/office/drawing/2014/main" id="{C09E8598-F570-413C-B0C5-F20A0D18971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95</a:t>
            </a:r>
          </a:p>
        </p:txBody>
      </p:sp>
    </p:spTree>
    <p:extLst>
      <p:ext uri="{BB962C8B-B14F-4D97-AF65-F5344CB8AC3E}">
        <p14:creationId xmlns:p14="http://schemas.microsoft.com/office/powerpoint/2010/main" val="1457647307"/>
      </p:ext>
    </p:extLst>
  </p:cSld>
</p:sld>
</file>

<file path=ppt/slides/slide9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FCB271B-9ECD-4DCC-82CF-F74F42347CD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2B86AB18-C91C-4B13-B85B-159D0B339B3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3  새 상황 적용</a:t>
            </a:r>
          </a:p>
        </p:txBody>
      </p:sp>
      <p:sp>
        <p:nvSpPr>
          <p:cNvPr id="3" name="">
            <a:extLst xmlns:a="http://schemas.openxmlformats.org/drawingml/2006/main">
              <a:ext uri="{FF2B5EF4-FFF2-40B4-BE49-F238E27FC236}">
                <a16:creationId xmlns:a16="http://schemas.microsoft.com/office/drawing/2014/main" id="{22154DED-AF21-4409-88B2-B8E15D089C7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코드 차이와 가상 검사 출력만 있습니다.</a:t>
            </a:r>
          </a:p>
        </p:txBody>
      </p:sp>
      <p:sp>
        <p:nvSpPr>
          <p:cNvPr id="4" name="">
            <a:extLst xmlns:a="http://schemas.openxmlformats.org/drawingml/2006/main">
              <a:ext uri="{FF2B5EF4-FFF2-40B4-BE49-F238E27FC236}">
                <a16:creationId xmlns:a16="http://schemas.microsoft.com/office/drawing/2014/main" id="{8EA93509-1AE2-481B-A622-D0EC7CDB63A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완료라고 보고할 범위를 쓰세요.</a:t>
            </a:r>
          </a:p>
        </p:txBody>
      </p:sp>
      <p:sp>
        <p:nvSpPr>
          <p:cNvPr id="5" name="">
            <a:extLst xmlns:a="http://schemas.openxmlformats.org/drawingml/2006/main">
              <a:ext uri="{FF2B5EF4-FFF2-40B4-BE49-F238E27FC236}">
                <a16:creationId xmlns:a16="http://schemas.microsoft.com/office/drawing/2014/main" id="{86770CD3-16E5-4FA3-B195-1B513DB9526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96</a:t>
            </a:r>
          </a:p>
        </p:txBody>
      </p:sp>
    </p:spTree>
    <p:extLst>
      <p:ext uri="{BB962C8B-B14F-4D97-AF65-F5344CB8AC3E}">
        <p14:creationId xmlns:p14="http://schemas.microsoft.com/office/powerpoint/2010/main" val="614186142"/>
      </p:ext>
    </p:extLst>
  </p:cSld>
</p:sld>
</file>

<file path=ppt/slides/slide9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954D37C-3F86-4D52-A05B-B5D01B57828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892CABBF-638A-4FE3-8BE0-AEF721C22D4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4  새 상황 적용</a:t>
            </a:r>
          </a:p>
        </p:txBody>
      </p:sp>
      <p:sp>
        <p:nvSpPr>
          <p:cNvPr id="3" name="">
            <a:extLst xmlns:a="http://schemas.openxmlformats.org/drawingml/2006/main">
              <a:ext uri="{FF2B5EF4-FFF2-40B4-BE49-F238E27FC236}">
                <a16:creationId xmlns:a16="http://schemas.microsoft.com/office/drawing/2014/main" id="{1B742EFA-C22B-4E96-B604-45091AF8757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0·None·True·"28"·50·51을 판단하세요.</a:t>
            </a:r>
          </a:p>
        </p:txBody>
      </p:sp>
      <p:sp>
        <p:nvSpPr>
          <p:cNvPr id="4" name="">
            <a:extLst xmlns:a="http://schemas.openxmlformats.org/drawingml/2006/main">
              <a:ext uri="{FF2B5EF4-FFF2-40B4-BE49-F238E27FC236}">
                <a16:creationId xmlns:a16="http://schemas.microsoft.com/office/drawing/2014/main" id="{E4AD2D3F-0FBA-4651-AB5A-DBCECEEE558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조건 순서가 필요한 이유를 설명하세요.</a:t>
            </a:r>
          </a:p>
        </p:txBody>
      </p:sp>
      <p:sp>
        <p:nvSpPr>
          <p:cNvPr id="5" name="">
            <a:extLst xmlns:a="http://schemas.openxmlformats.org/drawingml/2006/main">
              <a:ext uri="{FF2B5EF4-FFF2-40B4-BE49-F238E27FC236}">
                <a16:creationId xmlns:a16="http://schemas.microsoft.com/office/drawing/2014/main" id="{0D995455-A9BA-4315-AD44-0639EE2BC5B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97</a:t>
            </a:r>
          </a:p>
        </p:txBody>
      </p:sp>
    </p:spTree>
    <p:extLst>
      <p:ext uri="{BB962C8B-B14F-4D97-AF65-F5344CB8AC3E}">
        <p14:creationId xmlns:p14="http://schemas.microsoft.com/office/powerpoint/2010/main" val="668386987"/>
      </p:ext>
    </p:extLst>
  </p:cSld>
</p:sld>
</file>

<file path=ppt/slides/slide9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ED03FC3-F0DD-4850-95E4-1501173293F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D67CB4BB-DB30-44C5-A20F-40D55893990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5  새 상황 적용</a:t>
            </a:r>
          </a:p>
        </p:txBody>
      </p:sp>
      <p:sp>
        <p:nvSpPr>
          <p:cNvPr id="3" name="">
            <a:extLst xmlns:a="http://schemas.openxmlformats.org/drawingml/2006/main">
              <a:ext uri="{FF2B5EF4-FFF2-40B4-BE49-F238E27FC236}">
                <a16:creationId xmlns:a16="http://schemas.microsoft.com/office/drawing/2014/main" id="{53759329-2E6A-458C-A32D-50AF3015414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문자 입력에서 TypeError가 나왔습니다.</a:t>
            </a:r>
          </a:p>
        </p:txBody>
      </p:sp>
      <p:sp>
        <p:nvSpPr>
          <p:cNvPr id="4" name="">
            <a:extLst xmlns:a="http://schemas.openxmlformats.org/drawingml/2006/main">
              <a:ext uri="{FF2B5EF4-FFF2-40B4-BE49-F238E27FC236}">
                <a16:creationId xmlns:a16="http://schemas.microsoft.com/office/drawing/2014/main" id="{9D582DDD-18B5-4B7D-85F8-FA4535D1861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재현 정보와 회귀 입력을 작성하세요.</a:t>
            </a:r>
          </a:p>
        </p:txBody>
      </p:sp>
      <p:sp>
        <p:nvSpPr>
          <p:cNvPr id="5" name="">
            <a:extLst xmlns:a="http://schemas.openxmlformats.org/drawingml/2006/main">
              <a:ext uri="{FF2B5EF4-FFF2-40B4-BE49-F238E27FC236}">
                <a16:creationId xmlns:a16="http://schemas.microsoft.com/office/drawing/2014/main" id="{B8A4E59C-12D4-42F0-A3E8-0C481FB0A8F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98</a:t>
            </a:r>
          </a:p>
        </p:txBody>
      </p:sp>
    </p:spTree>
    <p:extLst>
      <p:ext uri="{BB962C8B-B14F-4D97-AF65-F5344CB8AC3E}">
        <p14:creationId xmlns:p14="http://schemas.microsoft.com/office/powerpoint/2010/main" val="831717989"/>
      </p:ext>
    </p:extLst>
  </p:cSld>
</p:sld>
</file>

<file path=ppt/slides/slide9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D522FE2-C84F-4C22-B942-12C8660CC5E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7825B44F-9F07-466E-99F9-BCD9475DE77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6  새 상황 적용</a:t>
            </a:r>
          </a:p>
        </p:txBody>
      </p:sp>
      <p:sp>
        <p:nvSpPr>
          <p:cNvPr id="3" name="">
            <a:extLst xmlns:a="http://schemas.openxmlformats.org/drawingml/2006/main">
              <a:ext uri="{FF2B5EF4-FFF2-40B4-BE49-F238E27FC236}">
                <a16:creationId xmlns:a16="http://schemas.microsoft.com/office/drawing/2014/main" id="{D120A8A8-73AE-48E5-8E52-B2EF33BDF4D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특정 장소만 기준 30으로 바꿉니다.</a:t>
            </a:r>
          </a:p>
        </p:txBody>
      </p:sp>
      <p:sp>
        <p:nvSpPr>
          <p:cNvPr id="4" name="">
            <a:extLst xmlns:a="http://schemas.openxmlformats.org/drawingml/2006/main">
              <a:ext uri="{FF2B5EF4-FFF2-40B4-BE49-F238E27FC236}">
                <a16:creationId xmlns:a16="http://schemas.microsoft.com/office/drawing/2014/main" id="{3FFD0A24-4629-44A0-AEA8-D2B4A8C0854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기본 호출과 인수 호출을 비교하세요.</a:t>
            </a:r>
          </a:p>
        </p:txBody>
      </p:sp>
      <p:sp>
        <p:nvSpPr>
          <p:cNvPr id="5" name="">
            <a:extLst xmlns:a="http://schemas.openxmlformats.org/drawingml/2006/main">
              <a:ext uri="{FF2B5EF4-FFF2-40B4-BE49-F238E27FC236}">
                <a16:creationId xmlns:a16="http://schemas.microsoft.com/office/drawing/2014/main" id="{05BAE897-4E1A-40F8-AA64-0DC9F2953DE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99</a:t>
            </a:r>
          </a:p>
        </p:txBody>
      </p:sp>
    </p:spTree>
    <p:extLst>
      <p:ext uri="{BB962C8B-B14F-4D97-AF65-F5344CB8AC3E}">
        <p14:creationId xmlns:p14="http://schemas.microsoft.com/office/powerpoint/2010/main" val="1436386183"/>
      </p:ext>
    </p:extLst>
  </p:cSld>
</p:sld>
</file>

<file path=ppt/slides/slide10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7C1F8EC-FB78-4A80-B63A-2AD4D037C4C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CAFC721-89C7-4175-9EFD-122E344AD35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 확인한 증거</a:t>
            </a:r>
          </a:p>
        </p:txBody>
      </p:sp>
      <p:sp>
        <p:nvSpPr>
          <p:cNvPr id="3" name="">
            <a:extLst xmlns:a="http://schemas.openxmlformats.org/drawingml/2006/main">
              <a:ext uri="{FF2B5EF4-FFF2-40B4-BE49-F238E27FC236}">
                <a16:creationId xmlns:a16="http://schemas.microsoft.com/office/drawing/2014/main" id="{4687645E-29B0-4069-842E-6AF23A8EB6E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변경한 파일과 목적을 적습니다.</a:t>
            </a:r>
          </a:p>
        </p:txBody>
      </p:sp>
      <p:sp>
        <p:nvSpPr>
          <p:cNvPr id="4" name="">
            <a:extLst xmlns:a="http://schemas.openxmlformats.org/drawingml/2006/main">
              <a:ext uri="{FF2B5EF4-FFF2-40B4-BE49-F238E27FC236}">
                <a16:creationId xmlns:a16="http://schemas.microsoft.com/office/drawing/2014/main" id="{F473F558-A475-4D8C-AC27-2A511C04496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입력·예상·실제 결과를 연결합니다.</a:t>
            </a:r>
          </a:p>
        </p:txBody>
      </p:sp>
      <p:sp>
        <p:nvSpPr>
          <p:cNvPr id="5" name="">
            <a:extLst xmlns:a="http://schemas.openxmlformats.org/drawingml/2006/main">
              <a:ext uri="{FF2B5EF4-FFF2-40B4-BE49-F238E27FC236}">
                <a16:creationId xmlns:a16="http://schemas.microsoft.com/office/drawing/2014/main" id="{09D4703B-29FB-49A8-8F47-42E863C927A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직접 실행과 관찰 방식을 구별합니다.</a:t>
            </a:r>
          </a:p>
        </p:txBody>
      </p:sp>
      <p:sp>
        <p:nvSpPr>
          <p:cNvPr id="6" name="">
            <a:extLst xmlns:a="http://schemas.openxmlformats.org/drawingml/2006/main">
              <a:ext uri="{FF2B5EF4-FFF2-40B4-BE49-F238E27FC236}">
                <a16:creationId xmlns:a16="http://schemas.microsoft.com/office/drawing/2014/main" id="{D5311B72-6505-4E45-AEA5-C14553732A2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100</a:t>
            </a:r>
          </a:p>
        </p:txBody>
      </p:sp>
    </p:spTree>
    <p:extLst>
      <p:ext uri="{BB962C8B-B14F-4D97-AF65-F5344CB8AC3E}">
        <p14:creationId xmlns:p14="http://schemas.microsoft.com/office/powerpoint/2010/main" val="1850567187"/>
      </p:ext>
    </p:extLst>
  </p:cSld>
</p:sld>
</file>

<file path=ppt/slides/slide10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E859C66-729F-4F92-831A-A49537C9CF6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9ABCCA71-649B-4B64-B1A1-8E720E20FF6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동료에게 남길 질문</a:t>
            </a:r>
          </a:p>
        </p:txBody>
      </p:sp>
      <p:sp>
        <p:nvSpPr>
          <p:cNvPr id="3" name="">
            <a:extLst xmlns:a="http://schemas.openxmlformats.org/drawingml/2006/main">
              <a:ext uri="{FF2B5EF4-FFF2-40B4-BE49-F238E27FC236}">
                <a16:creationId xmlns:a16="http://schemas.microsoft.com/office/drawing/2014/main" id="{8DD1DBA8-2863-4548-BC50-427911311B8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아직 확인하지 않은 조건을 두 개 쓰세요.</a:t>
            </a:r>
          </a:p>
        </p:txBody>
      </p:sp>
      <p:sp>
        <p:nvSpPr>
          <p:cNvPr id="4" name="">
            <a:extLst xmlns:a="http://schemas.openxmlformats.org/drawingml/2006/main">
              <a:ext uri="{FF2B5EF4-FFF2-40B4-BE49-F238E27FC236}">
                <a16:creationId xmlns:a16="http://schemas.microsoft.com/office/drawing/2014/main" id="{F5C0B41D-4FBE-45DB-8384-AE624F582BA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결과를 다시 얻을 방법을 설명하세요.</a:t>
            </a:r>
          </a:p>
        </p:txBody>
      </p:sp>
      <p:sp>
        <p:nvSpPr>
          <p:cNvPr id="5" name="">
            <a:extLst xmlns:a="http://schemas.openxmlformats.org/drawingml/2006/main">
              <a:ext uri="{FF2B5EF4-FFF2-40B4-BE49-F238E27FC236}">
                <a16:creationId xmlns:a16="http://schemas.microsoft.com/office/drawing/2014/main" id="{DB943F0D-15E4-4CC7-8F9E-CC6D8241DE6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101</a:t>
            </a:r>
          </a:p>
        </p:txBody>
      </p:sp>
    </p:spTree>
    <p:extLst>
      <p:ext uri="{BB962C8B-B14F-4D97-AF65-F5344CB8AC3E}">
        <p14:creationId xmlns:p14="http://schemas.microsoft.com/office/powerpoint/2010/main" val="18883677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2026-10-05T03:00:29.3090000Z</dcterms:created>
  <dcterms:modified xsi:type="dcterms:W3CDTF">2026-10-05T03:00:29.3090000Z</dcterms:modified>
</coreProperties>
</file>