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d79a2a85b7f74d2f" /><ns0:Relationship Type="http://schemas.openxmlformats.org/officeDocument/2006/relationships/extended-properties" Target="/docProps/app.xml" Id="Rc8d8524d723b4b5a" /><ns0:Relationship Type="http://schemas.openxmlformats.org/officeDocument/2006/relationships/officeDocument" Target="/ppt/presentation.xml" Id="R71bf84c5f16d431e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2d8d348b754f48a1"/>
  </ns0:sldMasterIdLst>
  <ns0:sldIdLst>
    <ns0:sldId id="256" ns1:id="R3e98d6041f434e10"/>
    <ns0:sldId id="257" ns1:id="R6bc3ae6f4fa24de7"/>
    <ns0:sldId id="258" ns1:id="Re7740905f5cc4c10"/>
    <ns0:sldId id="259" ns1:id="R204e51fa79b14d41"/>
    <ns0:sldId id="260" ns1:id="R6ae3e2cad9524bf4"/>
    <ns0:sldId id="261" ns1:id="R3e0c6a6717784bba"/>
    <ns0:sldId id="262" ns1:id="Re30c8dc2403f46d1"/>
    <ns0:sldId id="263" ns1:id="R496c9d707a404126"/>
    <ns0:sldId id="264" ns1:id="Ra25c7334d13540a1"/>
    <ns0:sldId id="265" ns1:id="R67b64ab18af841f2"/>
    <ns0:sldId id="266" ns1:id="Re28eaa54fcfb4b22"/>
    <ns0:sldId id="267" ns1:id="R83e825f486e14568"/>
    <ns0:sldId id="268" ns1:id="R2f32c6e93d704591"/>
    <ns0:sldId id="269" ns1:id="Rbf095f3866c8479f"/>
    <ns0:sldId id="270" ns1:id="R1adab9e8a737458d"/>
    <ns0:sldId id="271" ns1:id="R8b56592288564d58"/>
    <ns0:sldId id="272" ns1:id="Rb1231c8468364c57"/>
    <ns0:sldId id="273" ns1:id="R65b39a10f8864659"/>
    <ns0:sldId id="274" ns1:id="Rb0c1c24c3c5649db"/>
    <ns0:sldId id="275" ns1:id="R73a2987b88594315"/>
    <ns0:sldId id="276" ns1:id="Rd52694f8b9404088"/>
    <ns0:sldId id="277" ns1:id="R7882d556e5124e94"/>
    <ns0:sldId id="278" ns1:id="R7da1a47012fc4599"/>
    <ns0:sldId id="279" ns1:id="R90fe13c3b9734b24"/>
    <ns0:sldId id="280" ns1:id="R6d388a2bc579418b"/>
    <ns0:sldId id="281" ns1:id="R146d04798864438e"/>
    <ns0:sldId id="282" ns1:id="R5d17c29b99da45f5"/>
    <ns0:sldId id="283" ns1:id="Rf2002176bb6b47ec"/>
    <ns0:sldId id="284" ns1:id="R0b7c58bf3b024732"/>
    <ns0:sldId id="285" ns1:id="R701e9787c4864a65"/>
    <ns0:sldId id="286" ns1:id="Rced90bacfd0e4814"/>
    <ns0:sldId id="287" ns1:id="R5340ae4de22b4060"/>
    <ns0:sldId id="288" ns1:id="R50715b1f8bfe43e5"/>
    <ns0:sldId id="289" ns1:id="R32c4e4810583423f"/>
    <ns0:sldId id="290" ns1:id="Rca4dceb46dd14fd1"/>
    <ns0:sldId id="291" ns1:id="R3863f8909a284729"/>
    <ns0:sldId id="292" ns1:id="Rbe92b8190ab045a5"/>
    <ns0:sldId id="293" ns1:id="R4d5824cde3e345f5"/>
    <ns0:sldId id="294" ns1:id="R43782bd1d3a948c1"/>
    <ns0:sldId id="295" ns1:id="R5ceceeff4aae4761"/>
    <ns0:sldId id="296" ns1:id="R2f943b20b50d4316"/>
    <ns0:sldId id="297" ns1:id="R9ff6f27083c54b28"/>
    <ns0:sldId id="298" ns1:id="R419e8d2c64a646f5"/>
    <ns0:sldId id="299" ns1:id="R702e8c3033c740a7"/>
    <ns0:sldId id="300" ns1:id="R274e2636f3ba4352"/>
    <ns0:sldId id="301" ns1:id="R4fe629743d234d71"/>
    <ns0:sldId id="302" ns1:id="R312ff8060c8a42ea"/>
    <ns0:sldId id="303" ns1:id="R5ab7b242014b4399"/>
    <ns0:sldId id="304" ns1:id="Ra31941513578457e"/>
    <ns0:sldId id="305" ns1:id="R8ee4df49cf884f06"/>
    <ns0:sldId id="306" ns1:id="R4247264503724fb3"/>
    <ns0:sldId id="307" ns1:id="R37ec703b3de74efe"/>
    <ns0:sldId id="308" ns1:id="Rb6d7fe384d6847b6"/>
    <ns0:sldId id="309" ns1:id="R09cfba0076af49df"/>
    <ns0:sldId id="310" ns1:id="Rdde17dcaf6c64c47"/>
    <ns0:sldId id="311" ns1:id="R7a82d764ca7040fd"/>
    <ns0:sldId id="312" ns1:id="Rce9c782bc2204f6f"/>
    <ns0:sldId id="313" ns1:id="Rbac2e488c50d4eed"/>
    <ns0:sldId id="314" ns1:id="R59bd21229b804146"/>
    <ns0:sldId id="315" ns1:id="Rdeba64b9ab694f64"/>
    <ns0:sldId id="316" ns1:id="R53618a4e62104f63"/>
    <ns0:sldId id="317" ns1:id="R073db3175b0a4d92"/>
    <ns0:sldId id="318" ns1:id="R253349a5565d4095"/>
    <ns0:sldId id="319" ns1:id="R2dd93ab3b91344af"/>
    <ns0:sldId id="320" ns1:id="R99c193f8a22d43d8"/>
    <ns0:sldId id="321" ns1:id="R085a73a91ec54b34"/>
    <ns0:sldId id="322" ns1:id="R42e2ba209f7f4c71"/>
    <ns0:sldId id="323" ns1:id="Rc64b4aa056e94722"/>
    <ns0:sldId id="324" ns1:id="R826c7914877f46a6"/>
    <ns0:sldId id="325" ns1:id="Re844f024dca6463e"/>
    <ns0:sldId id="326" ns1:id="Rc76253c8b1ef4a8c"/>
    <ns0:sldId id="327" ns1:id="R6744d9613ee947e0"/>
    <ns0:sldId id="328" ns1:id="R6527703664434c0c"/>
    <ns0:sldId id="329" ns1:id="R43c73be9813e48ba"/>
    <ns0:sldId id="330" ns1:id="R6d4e403a8a0042e2"/>
    <ns0:sldId id="331" ns1:id="Rf7742a3311dd4cd6"/>
    <ns0:sldId id="332" ns1:id="R2c20b76678974f86"/>
    <ns0:sldId id="333" ns1:id="R35550592f3a54792"/>
    <ns0:sldId id="334" ns1:id="R48190a6e31be49b4"/>
    <ns0:sldId id="335" ns1:id="Re34b7c9aa1ab4c1e"/>
    <ns0:sldId id="336" ns1:id="R1765a5913a594365"/>
    <ns0:sldId id="337" ns1:id="R137ee0f7dc414038"/>
    <ns0:sldId id="338" ns1:id="Rbb530abc2a684dbf"/>
    <ns0:sldId id="339" ns1:id="Re8575524e808409c"/>
    <ns0:sldId id="340" ns1:id="R4c460e234cc54331"/>
    <ns0:sldId id="341" ns1:id="R17a789ae18d94bee"/>
    <ns0:sldId id="342" ns1:id="Rd4b7f753648d4ab6"/>
    <ns0:sldId id="343" ns1:id="R35829446863143f8"/>
    <ns0:sldId id="344" ns1:id="R641a9e0f0382448f"/>
    <ns0:sldId id="345" ns1:id="Raff5330711bd4274"/>
    <ns0:sldId id="346" ns1:id="R67c4dace9edb4209"/>
    <ns0:sldId id="347" ns1:id="R5506594742bc4544"/>
    <ns0:sldId id="348" ns1:id="R1bf7b5e07b5d494e"/>
    <ns0:sldId id="349" ns1:id="R1f6ef10399ee476f"/>
    <ns0:sldId id="350" ns1:id="R495581a065234c06"/>
    <ns0:sldId id="351" ns1:id="Re7fd7bba8f614cb7"/>
    <ns0:sldId id="352" ns1:id="Ra6b808d26b4d4f5c"/>
    <ns0:sldId id="353" ns1:id="Re3c370defc4940cf"/>
    <ns0:sldId id="354" ns1:id="R1929e43f3cdd433b"/>
    <ns0:sldId id="355" ns1:id="Rdd97543605534870"/>
    <ns0:sldId id="356" ns1:id="Rb2ae76d268bd411d"/>
    <ns0:sldId id="357" ns1:id="R7a1c6cd2b9524134"/>
    <ns0:sldId id="358" ns1:id="R567d1964d2ca4a82"/>
    <ns0:sldId id="359" ns1:id="R0431bd6374714642"/>
    <ns0:sldId id="360" ns1:id="R11562cb3a7b64f95"/>
    <ns0:sldId id="361" ns1:id="Rbdc067d55f764ff7"/>
    <ns0:sldId id="362" ns1:id="R666f8855d5664dc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b8469821e3a64253" /><ns0:Relationship Type="http://schemas.openxmlformats.org/officeDocument/2006/relationships/slideMaster" Target="/ppt/slideMasters/slideMaster1.xml" Id="R2d8d348b754f48a1" /><ns0:Relationship Type="http://schemas.openxmlformats.org/officeDocument/2006/relationships/presProps" Target="/ppt/presProps.xml" Id="Rdaf7fabc259d4e48" /><ns0:Relationship Type="http://schemas.openxmlformats.org/officeDocument/2006/relationships/tableStyles" Target="/ppt/tableStyles.xml" Id="R49d85f75a5444e66" /><ns0:Relationship Type="http://schemas.openxmlformats.org/officeDocument/2006/relationships/slide" Target="/ppt/slides/slide1.xml" Id="R3e98d6041f434e10" /><ns0:Relationship Type="http://schemas.openxmlformats.org/officeDocument/2006/relationships/slide" Target="/ppt/slides/slide2.xml" Id="R6bc3ae6f4fa24de7" /><ns0:Relationship Type="http://schemas.openxmlformats.org/officeDocument/2006/relationships/slide" Target="/ppt/slides/slide3.xml" Id="Re7740905f5cc4c10" /><ns0:Relationship Type="http://schemas.openxmlformats.org/officeDocument/2006/relationships/slide" Target="/ppt/slides/slide4.xml" Id="R204e51fa79b14d41" /><ns0:Relationship Type="http://schemas.openxmlformats.org/officeDocument/2006/relationships/slide" Target="/ppt/slides/slide5.xml" Id="R6ae3e2cad9524bf4" /><ns0:Relationship Type="http://schemas.openxmlformats.org/officeDocument/2006/relationships/slide" Target="/ppt/slides/slide6.xml" Id="R3e0c6a6717784bba" /><ns0:Relationship Type="http://schemas.openxmlformats.org/officeDocument/2006/relationships/slide" Target="/ppt/slides/slide7.xml" Id="Re30c8dc2403f46d1" /><ns0:Relationship Type="http://schemas.openxmlformats.org/officeDocument/2006/relationships/slide" Target="/ppt/slides/slide8.xml" Id="R496c9d707a404126" /><ns0:Relationship Type="http://schemas.openxmlformats.org/officeDocument/2006/relationships/slide" Target="/ppt/slides/slide9.xml" Id="Ra25c7334d13540a1" /><ns0:Relationship Type="http://schemas.openxmlformats.org/officeDocument/2006/relationships/slide" Target="/ppt/slides/slide10.xml" Id="R67b64ab18af841f2" /><ns0:Relationship Type="http://schemas.openxmlformats.org/officeDocument/2006/relationships/slide" Target="/ppt/slides/slide11.xml" Id="Re28eaa54fcfb4b22" /><ns0:Relationship Type="http://schemas.openxmlformats.org/officeDocument/2006/relationships/slide" Target="/ppt/slides/slide12.xml" Id="R83e825f486e14568" /><ns0:Relationship Type="http://schemas.openxmlformats.org/officeDocument/2006/relationships/slide" Target="/ppt/slides/slide13.xml" Id="R2f32c6e93d704591" /><ns0:Relationship Type="http://schemas.openxmlformats.org/officeDocument/2006/relationships/slide" Target="/ppt/slides/slide14.xml" Id="Rbf095f3866c8479f" /><ns0:Relationship Type="http://schemas.openxmlformats.org/officeDocument/2006/relationships/slide" Target="/ppt/slides/slide15.xml" Id="R1adab9e8a737458d" /><ns0:Relationship Type="http://schemas.openxmlformats.org/officeDocument/2006/relationships/slide" Target="/ppt/slides/slide16.xml" Id="R8b56592288564d58" /><ns0:Relationship Type="http://schemas.openxmlformats.org/officeDocument/2006/relationships/slide" Target="/ppt/slides/slide17.xml" Id="Rb1231c8468364c57" /><ns0:Relationship Type="http://schemas.openxmlformats.org/officeDocument/2006/relationships/slide" Target="/ppt/slides/slide18.xml" Id="R65b39a10f8864659" /><ns0:Relationship Type="http://schemas.openxmlformats.org/officeDocument/2006/relationships/slide" Target="/ppt/slides/slide19.xml" Id="Rb0c1c24c3c5649db" /><ns0:Relationship Type="http://schemas.openxmlformats.org/officeDocument/2006/relationships/slide" Target="/ppt/slides/slide20.xml" Id="R73a2987b88594315" /><ns0:Relationship Type="http://schemas.openxmlformats.org/officeDocument/2006/relationships/slide" Target="/ppt/slides/slide21.xml" Id="Rd52694f8b9404088" /><ns0:Relationship Type="http://schemas.openxmlformats.org/officeDocument/2006/relationships/slide" Target="/ppt/slides/slide22.xml" Id="R7882d556e5124e94" /><ns0:Relationship Type="http://schemas.openxmlformats.org/officeDocument/2006/relationships/slide" Target="/ppt/slides/slide23.xml" Id="R7da1a47012fc4599" /><ns0:Relationship Type="http://schemas.openxmlformats.org/officeDocument/2006/relationships/slide" Target="/ppt/slides/slide24.xml" Id="R90fe13c3b9734b24" /><ns0:Relationship Type="http://schemas.openxmlformats.org/officeDocument/2006/relationships/slide" Target="/ppt/slides/slide25.xml" Id="R6d388a2bc579418b" /><ns0:Relationship Type="http://schemas.openxmlformats.org/officeDocument/2006/relationships/slide" Target="/ppt/slides/slide26.xml" Id="R146d04798864438e" /><ns0:Relationship Type="http://schemas.openxmlformats.org/officeDocument/2006/relationships/slide" Target="/ppt/slides/slide27.xml" Id="R5d17c29b99da45f5" /><ns0:Relationship Type="http://schemas.openxmlformats.org/officeDocument/2006/relationships/slide" Target="/ppt/slides/slide28.xml" Id="Rf2002176bb6b47ec" /><ns0:Relationship Type="http://schemas.openxmlformats.org/officeDocument/2006/relationships/slide" Target="/ppt/slides/slide29.xml" Id="R0b7c58bf3b024732" /><ns0:Relationship Type="http://schemas.openxmlformats.org/officeDocument/2006/relationships/slide" Target="/ppt/slides/slide30.xml" Id="R701e9787c4864a65" /><ns0:Relationship Type="http://schemas.openxmlformats.org/officeDocument/2006/relationships/slide" Target="/ppt/slides/slide31.xml" Id="Rced90bacfd0e4814" /><ns0:Relationship Type="http://schemas.openxmlformats.org/officeDocument/2006/relationships/slide" Target="/ppt/slides/slide32.xml" Id="R5340ae4de22b4060" /><ns0:Relationship Type="http://schemas.openxmlformats.org/officeDocument/2006/relationships/slide" Target="/ppt/slides/slide33.xml" Id="R50715b1f8bfe43e5" /><ns0:Relationship Type="http://schemas.openxmlformats.org/officeDocument/2006/relationships/slide" Target="/ppt/slides/slide34.xml" Id="R32c4e4810583423f" /><ns0:Relationship Type="http://schemas.openxmlformats.org/officeDocument/2006/relationships/slide" Target="/ppt/slides/slide35.xml" Id="Rca4dceb46dd14fd1" /><ns0:Relationship Type="http://schemas.openxmlformats.org/officeDocument/2006/relationships/slide" Target="/ppt/slides/slide36.xml" Id="R3863f8909a284729" /><ns0:Relationship Type="http://schemas.openxmlformats.org/officeDocument/2006/relationships/slide" Target="/ppt/slides/slide37.xml" Id="Rbe92b8190ab045a5" /><ns0:Relationship Type="http://schemas.openxmlformats.org/officeDocument/2006/relationships/slide" Target="/ppt/slides/slide38.xml" Id="R4d5824cde3e345f5" /><ns0:Relationship Type="http://schemas.openxmlformats.org/officeDocument/2006/relationships/slide" Target="/ppt/slides/slide39.xml" Id="R43782bd1d3a948c1" /><ns0:Relationship Type="http://schemas.openxmlformats.org/officeDocument/2006/relationships/slide" Target="/ppt/slides/slide40.xml" Id="R5ceceeff4aae4761" /><ns0:Relationship Type="http://schemas.openxmlformats.org/officeDocument/2006/relationships/slide" Target="/ppt/slides/slide41.xml" Id="R2f943b20b50d4316" /><ns0:Relationship Type="http://schemas.openxmlformats.org/officeDocument/2006/relationships/slide" Target="/ppt/slides/slide42.xml" Id="R9ff6f27083c54b28" /><ns0:Relationship Type="http://schemas.openxmlformats.org/officeDocument/2006/relationships/slide" Target="/ppt/slides/slide43.xml" Id="R419e8d2c64a646f5" /><ns0:Relationship Type="http://schemas.openxmlformats.org/officeDocument/2006/relationships/slide" Target="/ppt/slides/slide44.xml" Id="R702e8c3033c740a7" /><ns0:Relationship Type="http://schemas.openxmlformats.org/officeDocument/2006/relationships/slide" Target="/ppt/slides/slide45.xml" Id="R274e2636f3ba4352" /><ns0:Relationship Type="http://schemas.openxmlformats.org/officeDocument/2006/relationships/slide" Target="/ppt/slides/slide46.xml" Id="R4fe629743d234d71" /><ns0:Relationship Type="http://schemas.openxmlformats.org/officeDocument/2006/relationships/slide" Target="/ppt/slides/slide47.xml" Id="R312ff8060c8a42ea" /><ns0:Relationship Type="http://schemas.openxmlformats.org/officeDocument/2006/relationships/slide" Target="/ppt/slides/slide48.xml" Id="R5ab7b242014b4399" /><ns0:Relationship Type="http://schemas.openxmlformats.org/officeDocument/2006/relationships/slide" Target="/ppt/slides/slide49.xml" Id="Ra31941513578457e" /><ns0:Relationship Type="http://schemas.openxmlformats.org/officeDocument/2006/relationships/slide" Target="/ppt/slides/slide50.xml" Id="R8ee4df49cf884f06" /><ns0:Relationship Type="http://schemas.openxmlformats.org/officeDocument/2006/relationships/slide" Target="/ppt/slides/slide51.xml" Id="R4247264503724fb3" /><ns0:Relationship Type="http://schemas.openxmlformats.org/officeDocument/2006/relationships/slide" Target="/ppt/slides/slide52.xml" Id="R37ec703b3de74efe" /><ns0:Relationship Type="http://schemas.openxmlformats.org/officeDocument/2006/relationships/slide" Target="/ppt/slides/slide53.xml" Id="Rb6d7fe384d6847b6" /><ns0:Relationship Type="http://schemas.openxmlformats.org/officeDocument/2006/relationships/slide" Target="/ppt/slides/slide54.xml" Id="R09cfba0076af49df" /><ns0:Relationship Type="http://schemas.openxmlformats.org/officeDocument/2006/relationships/slide" Target="/ppt/slides/slide55.xml" Id="Rdde17dcaf6c64c47" /><ns0:Relationship Type="http://schemas.openxmlformats.org/officeDocument/2006/relationships/slide" Target="/ppt/slides/slide56.xml" Id="R7a82d764ca7040fd" /><ns0:Relationship Type="http://schemas.openxmlformats.org/officeDocument/2006/relationships/slide" Target="/ppt/slides/slide57.xml" Id="Rce9c782bc2204f6f" /><ns0:Relationship Type="http://schemas.openxmlformats.org/officeDocument/2006/relationships/slide" Target="/ppt/slides/slide58.xml" Id="Rbac2e488c50d4eed" /><ns0:Relationship Type="http://schemas.openxmlformats.org/officeDocument/2006/relationships/slide" Target="/ppt/slides/slide59.xml" Id="R59bd21229b804146" /><ns0:Relationship Type="http://schemas.openxmlformats.org/officeDocument/2006/relationships/slide" Target="/ppt/slides/slide60.xml" Id="Rdeba64b9ab694f64" /><ns0:Relationship Type="http://schemas.openxmlformats.org/officeDocument/2006/relationships/slide" Target="/ppt/slides/slide61.xml" Id="R53618a4e62104f63" /><ns0:Relationship Type="http://schemas.openxmlformats.org/officeDocument/2006/relationships/slide" Target="/ppt/slides/slide62.xml" Id="R073db3175b0a4d92" /><ns0:Relationship Type="http://schemas.openxmlformats.org/officeDocument/2006/relationships/slide" Target="/ppt/slides/slide63.xml" Id="R253349a5565d4095" /><ns0:Relationship Type="http://schemas.openxmlformats.org/officeDocument/2006/relationships/slide" Target="/ppt/slides/slide64.xml" Id="R2dd93ab3b91344af" /><ns0:Relationship Type="http://schemas.openxmlformats.org/officeDocument/2006/relationships/slide" Target="/ppt/slides/slide65.xml" Id="R99c193f8a22d43d8" /><ns0:Relationship Type="http://schemas.openxmlformats.org/officeDocument/2006/relationships/slide" Target="/ppt/slides/slide66.xml" Id="R085a73a91ec54b34" /><ns0:Relationship Type="http://schemas.openxmlformats.org/officeDocument/2006/relationships/slide" Target="/ppt/slides/slide67.xml" Id="R42e2ba209f7f4c71" /><ns0:Relationship Type="http://schemas.openxmlformats.org/officeDocument/2006/relationships/slide" Target="/ppt/slides/slide68.xml" Id="Rc64b4aa056e94722" /><ns0:Relationship Type="http://schemas.openxmlformats.org/officeDocument/2006/relationships/slide" Target="/ppt/slides/slide69.xml" Id="R826c7914877f46a6" /><ns0:Relationship Type="http://schemas.openxmlformats.org/officeDocument/2006/relationships/slide" Target="/ppt/slides/slide70.xml" Id="Re844f024dca6463e" /><ns0:Relationship Type="http://schemas.openxmlformats.org/officeDocument/2006/relationships/slide" Target="/ppt/slides/slide71.xml" Id="Rc76253c8b1ef4a8c" /><ns0:Relationship Type="http://schemas.openxmlformats.org/officeDocument/2006/relationships/slide" Target="/ppt/slides/slide72.xml" Id="R6744d9613ee947e0" /><ns0:Relationship Type="http://schemas.openxmlformats.org/officeDocument/2006/relationships/slide" Target="/ppt/slides/slide73.xml" Id="R6527703664434c0c" /><ns0:Relationship Type="http://schemas.openxmlformats.org/officeDocument/2006/relationships/slide" Target="/ppt/slides/slide74.xml" Id="R43c73be9813e48ba" /><ns0:Relationship Type="http://schemas.openxmlformats.org/officeDocument/2006/relationships/slide" Target="/ppt/slides/slide75.xml" Id="R6d4e403a8a0042e2" /><ns0:Relationship Type="http://schemas.openxmlformats.org/officeDocument/2006/relationships/slide" Target="/ppt/slides/slide76.xml" Id="Rf7742a3311dd4cd6" /><ns0:Relationship Type="http://schemas.openxmlformats.org/officeDocument/2006/relationships/slide" Target="/ppt/slides/slide77.xml" Id="R2c20b76678974f86" /><ns0:Relationship Type="http://schemas.openxmlformats.org/officeDocument/2006/relationships/slide" Target="/ppt/slides/slide78.xml" Id="R35550592f3a54792" /><ns0:Relationship Type="http://schemas.openxmlformats.org/officeDocument/2006/relationships/slide" Target="/ppt/slides/slide79.xml" Id="R48190a6e31be49b4" /><ns0:Relationship Type="http://schemas.openxmlformats.org/officeDocument/2006/relationships/slide" Target="/ppt/slides/slide80.xml" Id="Re34b7c9aa1ab4c1e" /><ns0:Relationship Type="http://schemas.openxmlformats.org/officeDocument/2006/relationships/slide" Target="/ppt/slides/slide81.xml" Id="R1765a5913a594365" /><ns0:Relationship Type="http://schemas.openxmlformats.org/officeDocument/2006/relationships/slide" Target="/ppt/slides/slide82.xml" Id="R137ee0f7dc414038" /><ns0:Relationship Type="http://schemas.openxmlformats.org/officeDocument/2006/relationships/slide" Target="/ppt/slides/slide83.xml" Id="Rbb530abc2a684dbf" /><ns0:Relationship Type="http://schemas.openxmlformats.org/officeDocument/2006/relationships/slide" Target="/ppt/slides/slide84.xml" Id="Re8575524e808409c" /><ns0:Relationship Type="http://schemas.openxmlformats.org/officeDocument/2006/relationships/slide" Target="/ppt/slides/slide85.xml" Id="R4c460e234cc54331" /><ns0:Relationship Type="http://schemas.openxmlformats.org/officeDocument/2006/relationships/slide" Target="/ppt/slides/slide86.xml" Id="R17a789ae18d94bee" /><ns0:Relationship Type="http://schemas.openxmlformats.org/officeDocument/2006/relationships/slide" Target="/ppt/slides/slide87.xml" Id="Rd4b7f753648d4ab6" /><ns0:Relationship Type="http://schemas.openxmlformats.org/officeDocument/2006/relationships/slide" Target="/ppt/slides/slide88.xml" Id="R35829446863143f8" /><ns0:Relationship Type="http://schemas.openxmlformats.org/officeDocument/2006/relationships/slide" Target="/ppt/slides/slide89.xml" Id="R641a9e0f0382448f" /><ns0:Relationship Type="http://schemas.openxmlformats.org/officeDocument/2006/relationships/slide" Target="/ppt/slides/slide90.xml" Id="Raff5330711bd4274" /><ns0:Relationship Type="http://schemas.openxmlformats.org/officeDocument/2006/relationships/slide" Target="/ppt/slides/slide91.xml" Id="R67c4dace9edb4209" /><ns0:Relationship Type="http://schemas.openxmlformats.org/officeDocument/2006/relationships/slide" Target="/ppt/slides/slide92.xml" Id="R5506594742bc4544" /><ns0:Relationship Type="http://schemas.openxmlformats.org/officeDocument/2006/relationships/slide" Target="/ppt/slides/slide93.xml" Id="R1bf7b5e07b5d494e" /><ns0:Relationship Type="http://schemas.openxmlformats.org/officeDocument/2006/relationships/slide" Target="/ppt/slides/slide94.xml" Id="R1f6ef10399ee476f" /><ns0:Relationship Type="http://schemas.openxmlformats.org/officeDocument/2006/relationships/slide" Target="/ppt/slides/slide95.xml" Id="R495581a065234c06" /><ns0:Relationship Type="http://schemas.openxmlformats.org/officeDocument/2006/relationships/slide" Target="/ppt/slides/slide96.xml" Id="Re7fd7bba8f614cb7" /><ns0:Relationship Type="http://schemas.openxmlformats.org/officeDocument/2006/relationships/slide" Target="/ppt/slides/slide97.xml" Id="Ra6b808d26b4d4f5c" /><ns0:Relationship Type="http://schemas.openxmlformats.org/officeDocument/2006/relationships/slide" Target="/ppt/slides/slide98.xml" Id="Re3c370defc4940cf" /><ns0:Relationship Type="http://schemas.openxmlformats.org/officeDocument/2006/relationships/slide" Target="/ppt/slides/slide99.xml" Id="R1929e43f3cdd433b" /><ns0:Relationship Type="http://schemas.openxmlformats.org/officeDocument/2006/relationships/slide" Target="/ppt/slides/slide100.xml" Id="Rdd97543605534870" /><ns0:Relationship Type="http://schemas.openxmlformats.org/officeDocument/2006/relationships/slide" Target="/ppt/slides/slide101.xml" Id="Rb2ae76d268bd411d" /><ns0:Relationship Type="http://schemas.openxmlformats.org/officeDocument/2006/relationships/slide" Target="/ppt/slides/slide102.xml" Id="R7a1c6cd2b9524134" /><ns0:Relationship Type="http://schemas.openxmlformats.org/officeDocument/2006/relationships/slide" Target="/ppt/slides/slide103.xml" Id="R567d1964d2ca4a82" /><ns0:Relationship Type="http://schemas.openxmlformats.org/officeDocument/2006/relationships/slide" Target="/ppt/slides/slide104.xml" Id="R0431bd6374714642" /><ns0:Relationship Type="http://schemas.openxmlformats.org/officeDocument/2006/relationships/slide" Target="/ppt/slides/slide105.xml" Id="R11562cb3a7b64f95" /><ns0:Relationship Type="http://schemas.openxmlformats.org/officeDocument/2006/relationships/slide" Target="/ppt/slides/slide106.xml" Id="Rbdc067d55f764ff7" /><ns0:Relationship Type="http://schemas.openxmlformats.org/officeDocument/2006/relationships/slide" Target="/ppt/slides/slide107.xml" Id="R666f8855d5664dc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dcfd099d86b445f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ac6231311889429f" /><ns0:Relationship Type="http://schemas.openxmlformats.org/officeDocument/2006/relationships/slideLayout" Target="/ppt/slideLayouts/slideLayout1.xml" Id="R3236c58eb2614d7a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36c58eb2614d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6f1cd1ab484253" /><ns0:Relationship Type="http://schemas.openxmlformats.org/officeDocument/2006/relationships/image" Target="/ppt/media/image.png" Id="Rbc232d7e9d38401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4d2492ba004330" /><ns0:Relationship Type="http://schemas.openxmlformats.org/officeDocument/2006/relationships/image" Target="/ppt/media/image2.png" Id="R89772505113240c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0ade728d524203" /><ns0:Relationship Type="http://schemas.openxmlformats.org/officeDocument/2006/relationships/image" Target="../media/image2.png" Id="R50987e0423904ab1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04b4912a914952" /><ns0:Relationship Type="http://schemas.openxmlformats.org/officeDocument/2006/relationships/image" Target="../media/image2.png" Id="Rb3cf7a8b3b2b4ada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c47538b6b24542" /><ns0:Relationship Type="http://schemas.openxmlformats.org/officeDocument/2006/relationships/image" Target="../media/image.png" Id="R9cf056e255ba4296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62402f019f4933" /><ns0:Relationship Type="http://schemas.openxmlformats.org/officeDocument/2006/relationships/image" Target="../media/image2.png" Id="R89b348246f3347d8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91330b521e428b" /><ns0:Relationship Type="http://schemas.openxmlformats.org/officeDocument/2006/relationships/image" Target="../media/image2.png" Id="R6bfa020601d741df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b129bdf4914521" /><ns0:Relationship Type="http://schemas.openxmlformats.org/officeDocument/2006/relationships/image" Target="../media/image2.png" Id="R9db6d2161acf421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336f3f52ac4dbc" /><ns0:Relationship Type="http://schemas.openxmlformats.org/officeDocument/2006/relationships/image" Target="../media/image2.png" Id="Rb92f7db7000f4e55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19d63cbe5c44d5" /><ns0:Relationship Type="http://schemas.openxmlformats.org/officeDocument/2006/relationships/image" Target="../media/image.png" Id="Rf0ad2745612f4cce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e9a06e854b42cb" /><ns0:Relationship Type="http://schemas.openxmlformats.org/officeDocument/2006/relationships/image" Target="../media/image2.png" Id="Recbeffd360584b8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952a7df64a4633" /><ns0:Relationship Type="http://schemas.openxmlformats.org/officeDocument/2006/relationships/image" Target="../media/image2.png" Id="R8960d0ce591b4331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80f37b5dc043f4" /><ns0:Relationship Type="http://schemas.openxmlformats.org/officeDocument/2006/relationships/image" Target="../media/image2.png" Id="Rdbcf632153804b6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4f7e1db9234604" /><ns0:Relationship Type="http://schemas.openxmlformats.org/officeDocument/2006/relationships/image" Target="../media/image2.png" Id="R23170342b45d4b2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0719469f98411e" /><ns0:Relationship Type="http://schemas.openxmlformats.org/officeDocument/2006/relationships/image" Target="../media/image.png" Id="R308d89bc29a14af6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e43bc3283e43f1" /><ns0:Relationship Type="http://schemas.openxmlformats.org/officeDocument/2006/relationships/image" Target="../media/image2.png" Id="R25651a1cf6084e6b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88cf7767f2486b" /><ns0:Relationship Type="http://schemas.openxmlformats.org/officeDocument/2006/relationships/image" Target="../media/image2.png" Id="Re373c28f5e8a4ded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24a4b0575e4d0c" /><ns0:Relationship Type="http://schemas.openxmlformats.org/officeDocument/2006/relationships/image" Target="../media/image2.png" Id="R4cda0d215f2949d5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67a806358c42d9" /><ns0:Relationship Type="http://schemas.openxmlformats.org/officeDocument/2006/relationships/image" Target="../media/image2.png" Id="R4f35c308a4c24008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2a962327c34069" /><ns0:Relationship Type="http://schemas.openxmlformats.org/officeDocument/2006/relationships/image" Target="../media/image.png" Id="R4c78fd26b08a492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5501984553468f" /><ns0:Relationship Type="http://schemas.openxmlformats.org/officeDocument/2006/relationships/image" Target="../media/image2.png" Id="R25b8ca17641e4f8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57c9e806e24cf2" /><ns0:Relationship Type="http://schemas.openxmlformats.org/officeDocument/2006/relationships/image" Target="../media/image2.png" Id="R686065cd5a1b428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f59179b0b045cf" /><ns0:Relationship Type="http://schemas.openxmlformats.org/officeDocument/2006/relationships/image" Target="../media/image2.png" Id="Rca15d3e23b45483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f80d0ef5b34202" /><ns0:Relationship Type="http://schemas.openxmlformats.org/officeDocument/2006/relationships/image" Target="../media/image2.png" Id="R2ae25e9e7ff2423d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f82b7df0bb4efe" /><ns0:Relationship Type="http://schemas.openxmlformats.org/officeDocument/2006/relationships/image" Target="../media/image2.png" Id="R09a2afbb489542a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4b3cb151824e63" /><ns0:Relationship Type="http://schemas.openxmlformats.org/officeDocument/2006/relationships/image" Target="../media/image.png" Id="R271ad03dd211497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b6f0bf35594ed5" /><ns0:Relationship Type="http://schemas.openxmlformats.org/officeDocument/2006/relationships/image" Target="../media/image2.png" Id="Rd3b2260934864e0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21ef01959d4a67" /><ns0:Relationship Type="http://schemas.openxmlformats.org/officeDocument/2006/relationships/image" Target="../media/image2.png" Id="R0b2db853b90e4009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53123aab3442c2" /><ns0:Relationship Type="http://schemas.openxmlformats.org/officeDocument/2006/relationships/image" Target="../media/image2.png" Id="R79e26bf115ed4688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0026a93bb94ada" /><ns0:Relationship Type="http://schemas.openxmlformats.org/officeDocument/2006/relationships/image" Target="../media/image2.png" Id="R5fcc6ded7f2a4607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5e50158d5e4050" /><ns0:Relationship Type="http://schemas.openxmlformats.org/officeDocument/2006/relationships/image" Target="../media/image2.png" Id="Ra926f40e70534302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ca2ddda6e743df" /><ns0:Relationship Type="http://schemas.openxmlformats.org/officeDocument/2006/relationships/image" Target="../media/image2.png" Id="R291ea76f7a914a1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50ce61016447c5" /><ns0:Relationship Type="http://schemas.openxmlformats.org/officeDocument/2006/relationships/image" Target="../media/image.png" Id="R5e016bcbb9364f09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42216868324956" /><ns0:Relationship Type="http://schemas.openxmlformats.org/officeDocument/2006/relationships/image" Target="../media/image2.png" Id="R57bf5c1306c84ff9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ad005526f8406f" /><ns0:Relationship Type="http://schemas.openxmlformats.org/officeDocument/2006/relationships/image" Target="../media/image.png" Id="Ra8193995f06d461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a5cca4e2d845f2" /><ns0:Relationship Type="http://schemas.openxmlformats.org/officeDocument/2006/relationships/image" Target="../media/image2.png" Id="R38a8db30bac444f8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c0b43e74b54e27" /><ns0:Relationship Type="http://schemas.openxmlformats.org/officeDocument/2006/relationships/image" Target="../media/image.png" Id="R8e5c350467d94566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548a0087114c22" /><ns0:Relationship Type="http://schemas.openxmlformats.org/officeDocument/2006/relationships/image" Target="../media/image2.png" Id="R2f65f77fc0fd41f0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01f3773d2b4d1c" /><ns0:Relationship Type="http://schemas.openxmlformats.org/officeDocument/2006/relationships/image" Target="../media/image2.png" Id="R91ccf57793e6439a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e812cf3fc14a3b" /><ns0:Relationship Type="http://schemas.openxmlformats.org/officeDocument/2006/relationships/image" Target="../media/image2.png" Id="R8071b9ff076a4b06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c51997ec044e12" /><ns0:Relationship Type="http://schemas.openxmlformats.org/officeDocument/2006/relationships/image" Target="../media/image2.png" Id="R1b65265802dd41ae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9553f68f0a4d3f" /><ns0:Relationship Type="http://schemas.openxmlformats.org/officeDocument/2006/relationships/image" Target="../media/image2.png" Id="R003bbde747534cb7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39433a7fe040a0" /><ns0:Relationship Type="http://schemas.openxmlformats.org/officeDocument/2006/relationships/image" Target="../media/image2.png" Id="R9d04dead50424567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246aafa8e54c92" /><ns0:Relationship Type="http://schemas.openxmlformats.org/officeDocument/2006/relationships/image" Target="../media/image2.png" Id="R4041a60187ba48ac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766ff0a22d4e09" /><ns0:Relationship Type="http://schemas.openxmlformats.org/officeDocument/2006/relationships/image" Target="../media/image.png" Id="Rfee164b3cc434d2a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0b3bb7795e4a5e" /><ns0:Relationship Type="http://schemas.openxmlformats.org/officeDocument/2006/relationships/image" Target="../media/image2.png" Id="R86a866603619435d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8aec4de35d4d99" /><ns0:Relationship Type="http://schemas.openxmlformats.org/officeDocument/2006/relationships/image" Target="../media/image2.png" Id="Rc09a752aa11440c2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f4839eb38c4216" /><ns0:Relationship Type="http://schemas.openxmlformats.org/officeDocument/2006/relationships/image" Target="../media/image2.png" Id="Ra1e954e0ff33421b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22a5efa44148c8" /><ns0:Relationship Type="http://schemas.openxmlformats.org/officeDocument/2006/relationships/image" Target="../media/image2.png" Id="R324fd05fd26c44d3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d77fa1dd11458c" /><ns0:Relationship Type="http://schemas.openxmlformats.org/officeDocument/2006/relationships/image" Target="../media/image2.png" Id="R4905f86855aa47c4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9cc9c9fc4d44c4" /><ns0:Relationship Type="http://schemas.openxmlformats.org/officeDocument/2006/relationships/image" Target="../media/image.png" Id="Rda8bdc13261e49a4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a51c88f7e547e5" /><ns0:Relationship Type="http://schemas.openxmlformats.org/officeDocument/2006/relationships/image" Target="../media/image2.png" Id="Rfb3d44ebba1e4adc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c5f01d042d4628" /><ns0:Relationship Type="http://schemas.openxmlformats.org/officeDocument/2006/relationships/image" Target="../media/image.png" Id="R3c56562f06ef4f2b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d30bd9f1944430" /><ns0:Relationship Type="http://schemas.openxmlformats.org/officeDocument/2006/relationships/image" Target="../media/image2.png" Id="Rf76ceb22986c426c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eccbfd780c4bc5" /><ns0:Relationship Type="http://schemas.openxmlformats.org/officeDocument/2006/relationships/image" Target="../media/image2.png" Id="Rfb694601f6144cc1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a358dbb1f544e3" /><ns0:Relationship Type="http://schemas.openxmlformats.org/officeDocument/2006/relationships/image" Target="../media/image2.png" Id="Rbb1eb92539dd4b2e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6d9a8312804776" /><ns0:Relationship Type="http://schemas.openxmlformats.org/officeDocument/2006/relationships/image" Target="../media/image2.png" Id="Rfe1727f68d734827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1666cee8e34ac1" /><ns0:Relationship Type="http://schemas.openxmlformats.org/officeDocument/2006/relationships/image" Target="../media/image2.png" Id="Re07bf7ffbcb6444f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67fffb3bff4f4b" /><ns0:Relationship Type="http://schemas.openxmlformats.org/officeDocument/2006/relationships/image" Target="../media/image2.png" Id="Rc94f424ce15542ed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66964a31d84994" /><ns0:Relationship Type="http://schemas.openxmlformats.org/officeDocument/2006/relationships/image" Target="../media/image2.png" Id="Rfa731e1d3a5c4c6d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9865b15b8d4b86" /><ns0:Relationship Type="http://schemas.openxmlformats.org/officeDocument/2006/relationships/image" Target="../media/image2.png" Id="R26234b2142974efa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a1c91e6c514f6d" /><ns0:Relationship Type="http://schemas.openxmlformats.org/officeDocument/2006/relationships/image" Target="../media/image.png" Id="R78fbdea9c42f4e73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2630f910464999" /><ns0:Relationship Type="http://schemas.openxmlformats.org/officeDocument/2006/relationships/image" Target="../media/image2.png" Id="R126de6f8a9b34e50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c870b7b6824647" /><ns0:Relationship Type="http://schemas.openxmlformats.org/officeDocument/2006/relationships/image" Target="../media/image2.png" Id="R178f1bbf4ede48ba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b7dbb6079432a" /><ns0:Relationship Type="http://schemas.openxmlformats.org/officeDocument/2006/relationships/image" Target="../media/image2.png" Id="R9fcde91063584283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72e35066294a1b" /><ns0:Relationship Type="http://schemas.openxmlformats.org/officeDocument/2006/relationships/image" Target="../media/image2.png" Id="Rbb1caf8c1f2f4804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5e8f8dc2cb4686" /><ns0:Relationship Type="http://schemas.openxmlformats.org/officeDocument/2006/relationships/image" Target="../media/image2.png" Id="R0adb6843afc342fb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725f16a2c94704" /><ns0:Relationship Type="http://schemas.openxmlformats.org/officeDocument/2006/relationships/image" Target="../media/image2.png" Id="Re28b593ab5bd436c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3c6b82c52b4c6c" /><ns0:Relationship Type="http://schemas.openxmlformats.org/officeDocument/2006/relationships/image" Target="../media/image2.png" Id="R50aa04b4f0f64438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3358f7e18d496d" /><ns0:Relationship Type="http://schemas.openxmlformats.org/officeDocument/2006/relationships/image" Target="../media/image2.png" Id="R0f5a1dfca8f943f2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e0e036de24a31" /><ns0:Relationship Type="http://schemas.openxmlformats.org/officeDocument/2006/relationships/image" Target="../media/image2.png" Id="R91c8fb29d5e94024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f6dbf0dadf471e" /><ns0:Relationship Type="http://schemas.openxmlformats.org/officeDocument/2006/relationships/image" Target="../media/image.png" Id="R8c7cff63ca0f4409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52da5932cd4edf" /><ns0:Relationship Type="http://schemas.openxmlformats.org/officeDocument/2006/relationships/image" Target="../media/image2.png" Id="R30ca9b17819a4efe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74702aa02b4200" /><ns0:Relationship Type="http://schemas.openxmlformats.org/officeDocument/2006/relationships/image" Target="../media/image.png" Id="R5d528e0d6ceb4ec0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4a40cb45d84c3d" /><ns0:Relationship Type="http://schemas.openxmlformats.org/officeDocument/2006/relationships/image" Target="../media/image2.png" Id="R4a3c67ba17c547ce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a5d6dc73164cb1" /><ns0:Relationship Type="http://schemas.openxmlformats.org/officeDocument/2006/relationships/image" Target="../media/image2.png" Id="Rc6b73c63fc6941ac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80f8e230d4fc4" /><ns0:Relationship Type="http://schemas.openxmlformats.org/officeDocument/2006/relationships/image" Target="../media/image2.png" Id="R444342872a3f4c43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70a847af524ad7" /><ns0:Relationship Type="http://schemas.openxmlformats.org/officeDocument/2006/relationships/image" Target="../media/image2.png" Id="Ra538ff29477a45cb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ffbbe60cb0463b" /><ns0:Relationship Type="http://schemas.openxmlformats.org/officeDocument/2006/relationships/image" Target="../media/image2.png" Id="R3c18c88c324d4bac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b4d55d51004e0e" /><ns0:Relationship Type="http://schemas.openxmlformats.org/officeDocument/2006/relationships/image" Target="../media/image.png" Id="Rcd45da1cb28c4030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e4e92406604d29" /><ns0:Relationship Type="http://schemas.openxmlformats.org/officeDocument/2006/relationships/image" Target="../media/image2.png" Id="R8e3562d2c5cb4e23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2d7fd4f5814a5c" /><ns0:Relationship Type="http://schemas.openxmlformats.org/officeDocument/2006/relationships/image" Target="../media/image.png" Id="R07f5580dda8f4713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fec6c1bd494e8d" /><ns0:Relationship Type="http://schemas.openxmlformats.org/officeDocument/2006/relationships/image" Target="../media/image2.png" Id="R9c8359712d8244cf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2124ae089e4809" /><ns0:Relationship Type="http://schemas.openxmlformats.org/officeDocument/2006/relationships/image" Target="../media/image2.png" Id="Rd2fbb71716ef4115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e8f319bd2d4dc8" /><ns0:Relationship Type="http://schemas.openxmlformats.org/officeDocument/2006/relationships/image" Target="../media/image2.png" Id="R87af88ad7c984bb8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de45e5915c4007" /><ns0:Relationship Type="http://schemas.openxmlformats.org/officeDocument/2006/relationships/image" Target="../media/image2.png" Id="Ra61cc6fd24ab44fb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2dad4badd9498a" /><ns0:Relationship Type="http://schemas.openxmlformats.org/officeDocument/2006/relationships/image" Target="../media/image.png" Id="Ra032090f51fa4d2a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0225acf4b747a7" /><ns0:Relationship Type="http://schemas.openxmlformats.org/officeDocument/2006/relationships/image" Target="../media/image2.png" Id="R24f21eb88bbc4022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23e8298f434485" /><ns0:Relationship Type="http://schemas.openxmlformats.org/officeDocument/2006/relationships/image" Target="../media/image.png" Id="R8569eea1e3104e13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6738e7481c4a15" /><ns0:Relationship Type="http://schemas.openxmlformats.org/officeDocument/2006/relationships/image" Target="../media/image2.png" Id="Rd0c1ab3e2655437d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52cd3bbab44db4" /><ns0:Relationship Type="http://schemas.openxmlformats.org/officeDocument/2006/relationships/image" Target="../media/image2.png" Id="Rb29229f2753c4e26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0272d0adc3499a" /><ns0:Relationship Type="http://schemas.openxmlformats.org/officeDocument/2006/relationships/image" Target="../media/image2.png" Id="R394333dc54f24ac4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1dc137a4c943e6" /><ns0:Relationship Type="http://schemas.openxmlformats.org/officeDocument/2006/relationships/image" Target="../media/image2.png" Id="R81ec6fd8358c427a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2d92b01cba41b6" /><ns0:Relationship Type="http://schemas.openxmlformats.org/officeDocument/2006/relationships/image" Target="../media/image2.png" Id="R80d745d26fbb4062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3e963af22f4d9a" /><ns0:Relationship Type="http://schemas.openxmlformats.org/officeDocument/2006/relationships/image" Target="../media/image2.png" Id="R53af669a52c147c7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29162465a64e95" /><ns0:Relationship Type="http://schemas.openxmlformats.org/officeDocument/2006/relationships/image" Target="../media/image2.png" Id="Rf70c7c15b59b4b93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40327fcdb4b83" /><ns0:Relationship Type="http://schemas.openxmlformats.org/officeDocument/2006/relationships/image" Target="../media/image2.png" Id="R211ba9f4323649de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dd3e4a54d642b9" /><ns0:Relationship Type="http://schemas.openxmlformats.org/officeDocument/2006/relationships/image" Target="../media/image.png" Id="R0af2d41eb6194478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1dd405516d4b58" /><ns0:Relationship Type="http://schemas.openxmlformats.org/officeDocument/2006/relationships/image" Target="../media/image2.png" Id="R5a5f39753ee642c2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e7258989d54a32" /><ns0:Relationship Type="http://schemas.openxmlformats.org/officeDocument/2006/relationships/image" Target="../media/image.png" Id="R3f602e8a03074bcf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7bd916df0748be" /><ns0:Relationship Type="http://schemas.openxmlformats.org/officeDocument/2006/relationships/image" Target="../media/image2.png" Id="Re15b9b58b48042b1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9115d3f5d4b11" /><ns0:Relationship Type="http://schemas.openxmlformats.org/officeDocument/2006/relationships/image" Target="../media/image2.png" Id="R64c50b46451b4618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7e1a3d296140f6" /><ns0:Relationship Type="http://schemas.openxmlformats.org/officeDocument/2006/relationships/image" Target="../media/image2.png" Id="Re924a2d05e3043ab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83040e537b4fcd" /><ns0:Relationship Type="http://schemas.openxmlformats.org/officeDocument/2006/relationships/image" Target="../media/image.png" Id="R30ea071419b44f62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7be469318d4c78" /><ns0:Relationship Type="http://schemas.openxmlformats.org/officeDocument/2006/relationships/image" Target="../media/image2.png" Id="R8ec4833b6eb74214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27a2bb5b874d70" /><ns0:Relationship Type="http://schemas.openxmlformats.org/officeDocument/2006/relationships/image" Target="../media/image2.png" Id="Rb321782345954a07" /><ns0:Relationship Id="rIdLink1" Type="http://schemas.openxmlformats.org/officeDocument/2006/relationships/hyperlink" Target="https://docs.python.org/3/builtins/functions.html#type" TargetMode="External" /><ns0:Relationship Id="rIdLink2" Type="http://schemas.openxmlformats.org/officeDocument/2006/relationships/hyperlink" Target="https://docs.python.org/3/builtins/functions.html#type" TargetMode="External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0a73c95e454b40" /><ns0:Relationship Type="http://schemas.openxmlformats.org/officeDocument/2006/relationships/image" Target="../media/image2.png" Id="R27b0c2c6fd214814" /><ns0:Relationship Id="rIdLink1" Type="http://schemas.openxmlformats.org/officeDocument/2006/relationships/hyperlink" Target="https://docs.github.com/en/copilot/concepts/agents/cloud-agent/about-cloud-agent" TargetMode="External" /><ns0:Relationship Id="rIdLink2" Type="http://schemas.openxmlformats.org/officeDocument/2006/relationships/hyperlink" Target="https://docs.github.com/en/copilot/concepts/agents/cloud-agent/about-cloud-agent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c232d7e9d3840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1E33E3-4314-46F0-90BA-7997075A0BA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5756F45B-F65F-4604-99DD-0B2F9C8EF8B3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 코드에이전트 · 요청하고 검사하기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C1255375-3F35-4DFE-AC9D-24A252DE3F5E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2026-10-20 · AI 코드에이전트</a:t>
            </a:r>
          </a:p>
        </p:txBody>
      </p:sp>
      <p:sp>
        <p:nvSpPr>
          <p:cNvPr id="5" name="">
            <a:extLst>
              <a:ext uri="{FF2B5EF4-FFF2-40B4-BE49-F238E27FC236}">
                <ns3:creationId id="{DE3FF462-10DC-438B-90EE-AC4DC8BAA746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무엇을 바꿀지 정하고, 바뀐 코드와 실제 출력을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CDBA44-FBE1-426C-BF93-49481A163DE5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오늘은 계정 없이 제공 응답과 Python 예제로 연습합니다.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5BBA8B1-5611-45D2-ADF5-4205E6D1F5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347E92D8-2208-488B-9E8D-D5CA92786D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579849281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9772505113240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01C122-A95D-4D9D-B1CE-AB1322FAFBC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82B39ED-C80B-41E7-9823-FDF52D1FA4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만들 결과물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08C7551A-082F-466F-BA60-427C234A59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B06362-088A-49FA-818A-9EF8AA654C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수업은 50분씩 여섯 교시, 중식은 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9B197B-E266-4102-BCC6-AA60C566E7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7FCFEFC-AD91-49C7-85B6-EA56762F81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326356542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0987e0423904a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7828FC-F264-4BB7-9393-8A0B397A9C8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8476CDF-4E0A-4B37-8022-04140518D3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만들 결과물</a:t>
            </a:r>
          </a:p>
        </p:txBody>
      </p:sp>
      <p:sp>
        <p:nvSpPr>
          <p:cNvPr id="4" name="">
            <a:extLst>
              <a:ext uri="{FF2B5EF4-FFF2-40B4-BE49-F238E27FC236}">
                <ns3:creationId id="{79E435EF-8CBD-4AC2-B951-EDF547FCB7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024397"/>
                <a:gridCol w="4443551"/>
                <a:gridCol w="435245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작성할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맡길 작업·자료 선택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작업 범위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입력·출력 약속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요청서와 예상표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응답·변경 검토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수락·보류 의견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실행·수정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 코드와 출력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보고·재검사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재현 보고서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요구·인계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기준 결과와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E3638CA7-683C-4CD5-8B8C-5EE48DF037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0883B96C-3161-40AD-8E17-27B66C3745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2143955099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3cf7a8b3b2b4a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C319A1-1D2B-496C-A319-203A73D627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48CEA3-A965-48EA-8FE8-7CAE691F26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파일의 세 폴더</a:t>
            </a:r>
          </a:p>
        </p:txBody>
      </p:sp>
      <p:sp>
        <p:nvSpPr>
          <p:cNvPr id="4" name="">
            <a:extLst>
              <a:ext uri="{FF2B5EF4-FFF2-40B4-BE49-F238E27FC236}">
                <ns3:creationId id="{3DCA27D0-6F15-4086-BD71-5D77A1C704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77D33B-B865-43ED-A8BC-ACC080438B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ZIP을 모두 풀고 course를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65F759-B8A4-47CF-B795-36F550C244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data에는 요청서·가상 입력·검토용 응답이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A550F2-F476-47F4-9080-4CEE1238112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code에는 비교할 완성 예제와 검사 프로그램이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03F0A8-601D-459D-8913-1359875D4A5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work에는 내가 고칠 classifier.py와 작성할 문서가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2D271B2-E2A7-4E4C-8602-5923336406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41F350C9-B322-4DB9-BE06-230D4330B4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200538453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cf056e255ba429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0C4890-3EE3-4D9B-B705-5C640FE3FB7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73419656-3545-4441-9C09-90B40F22631A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작업과 자료를 고르기</a:t>
            </a:r>
          </a:p>
        </p:txBody>
      </p:sp>
      <p:sp>
        <p:nvSpPr>
          <p:cNvPr id="4" name="">
            <a:extLst>
              <a:ext uri="{FF2B5EF4-FFF2-40B4-BE49-F238E27FC236}">
                <ns3:creationId id="{0FD44A59-9B47-4C12-A1AF-A63BD437D12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AI가 할 일과 사람이 결정할 일을 나눕니다.</a:t>
            </a:r>
          </a:p>
        </p:txBody>
      </p:sp>
      <p:sp>
        <p:nvSpPr>
          <p:cNvPr id="5" name="">
            <a:extLst>
              <a:ext uri="{FF2B5EF4-FFF2-40B4-BE49-F238E27FC236}">
                <ns3:creationId id="{8A03291D-E5F7-4BE7-BC4E-15B2C68CB01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요청에 필요한 자료만 골라 작은 작업을 정의합니다.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214EC8A-BD66-452A-9153-A760900B403F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204D9B-EB7A-49DC-BD2B-D37B58E75E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B8C87CDD-9096-4E9B-970E-E437360E26E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361549915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9b348246f3347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4512C4-421E-489A-BE83-46C56976AE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60D9ABF1-908D-4B74-AC62-EB37C4C6FD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답변 도구와 코드에이전트</a:t>
            </a:r>
          </a:p>
        </p:txBody>
      </p:sp>
      <p:sp>
        <p:nvSpPr>
          <p:cNvPr id="4" name="">
            <a:extLst>
              <a:ext uri="{FF2B5EF4-FFF2-40B4-BE49-F238E27FC236}">
                <ns3:creationId id="{EA1C7DDF-58E2-49AA-8573-63F4F88513A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181EAC-E05D-461A-9C21-CF98BD9F2389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대화로 답변</a:t>
            </a:r>
          </a:p>
        </p:txBody>
      </p:sp>
      <p:sp>
        <p:nvSpPr>
          <p:cNvPr id="6" name="">
            <a:extLst>
              <a:ext uri="{FF2B5EF4-FFF2-40B4-BE49-F238E27FC236}">
                <ns3:creationId id="{D22593C8-9E85-496F-9FCD-C3D9B0465B73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도구로 작업</a:t>
            </a:r>
          </a:p>
        </p:txBody>
      </p:sp>
      <p:sp>
        <p:nvSpPr>
          <p:cNvPr id="7" name="">
            <a:extLst>
              <a:ext uri="{FF2B5EF4-FFF2-40B4-BE49-F238E27FC236}">
                <ns3:creationId id="{4F228C61-8635-4BE8-9F2A-9901D0824BCE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설명이나 코드 문장을 제안</a:t>
            </a:r>
          </a:p>
        </p:txBody>
      </p:sp>
      <p:sp>
        <p:nvSpPr>
          <p:cNvPr id="8" name="">
            <a:extLst>
              <a:ext uri="{FF2B5EF4-FFF2-40B4-BE49-F238E27FC236}">
                <ns3:creationId id="{DEA66CEF-0DC3-40E1-8A98-0B6C60313DA5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사람이 직접 옮길 수 있음</a:t>
            </a:r>
          </a:p>
        </p:txBody>
      </p:sp>
      <p:sp>
        <p:nvSpPr>
          <p:cNvPr id="9" name="">
            <a:extLst>
              <a:ext uri="{FF2B5EF4-FFF2-40B4-BE49-F238E27FC236}">
                <ns3:creationId id="{2EDA8FAB-8C49-4A7E-9DF7-3A96417582F7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허용된 파일을 읽고 수정</a:t>
            </a:r>
          </a:p>
        </p:txBody>
      </p:sp>
      <p:sp>
        <p:nvSpPr>
          <p:cNvPr id="10" name="">
            <a:extLst>
              <a:ext uri="{FF2B5EF4-FFF2-40B4-BE49-F238E27FC236}">
                <ns3:creationId id="{BFEB3301-F575-4B61-8296-01C0BD122924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실행 결과도 확인 가능</a:t>
            </a:r>
          </a:p>
        </p:txBody>
      </p:sp>
      <p:sp>
        <p:nvSpPr>
          <p:cNvPr id="11" name="">
            <a:extLst>
              <a:ext uri="{FF2B5EF4-FFF2-40B4-BE49-F238E27FC236}">
                <ns3:creationId id="{29FF7C14-D9F1-4640-A0FD-BE6738B57E4A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에이전트도 허용된 도구가 있어야 파일을 고치고 실행합니다.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53403D7-49E4-491F-97FF-28E43BD629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FDB7FD6E-4C2B-4A7D-97E0-02809BB94D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775318646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fa020601d741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0DE247-923C-4D66-8875-39A19B7A50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0B8FC79-7715-437E-A15B-90290F07A4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사람이 먼저 정할 세 가지</a:t>
            </a:r>
          </a:p>
        </p:txBody>
      </p:sp>
      <p:sp>
        <p:nvSpPr>
          <p:cNvPr id="4" name="">
            <a:extLst>
              <a:ext uri="{FF2B5EF4-FFF2-40B4-BE49-F238E27FC236}">
                <ns3:creationId id="{F823505E-05C1-4566-82FD-E87DFC8062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FF3F3A-C23F-4E87-B529-3A015E1ADB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목적: 가상 온도 기록을 상태 문구로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DE7410E1-A3AB-46FC-94BB-7D9984CEAC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범위: work/classifier.py의 분류 함수만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E5272E2-D49E-4623-A259-623D597D7F7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완료 조건: 같은 아홉 입력이 요청한 출력과 맞아야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93455D6-61D5-4A6F-A6F3-BA691A5EF47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AI의 “완료”라는 말도 이 조건으로 다시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D652295-F959-464F-AF38-ABEBAD2D42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AFC10AA-E5AF-4FB3-BE2F-E8A0B8159B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822716705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db6d2161acf42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5509C83-049B-4D3F-8B53-30E6F4C5BA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D8C27AE-F0F6-4478-82B7-2543D349524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역할을 나눠 봅시다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687CBF35-4E63-4450-A33B-618FDE9BC8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D0A9AD-A165-4BF2-B89C-E41F01B92C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작업에서 결정과 실행을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685040E-21F7-4563-AF84-428BD30051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ECDE655-84AD-4837-A729-3C60FDA34D5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348984099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92f7db7000f4e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2BB658-06A9-43C4-BBA8-C5100B6517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8FA34BC-5C94-40FD-93AD-3D8A622E43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역할을 나눠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7B996D13-0BB2-4EF2-AA20-640EEB4CCF4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3815522"/>
                <a:gridCol w="3522921"/>
                <a:gridCol w="348195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누가 책임지나요?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 기준 28 정하기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요청하는 사람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업무 기준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 파일 지정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요청하는 사람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코드 제안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또는 제공 예제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 후보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입력별 출력 대조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사람이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 충족 여부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배포 결정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담당자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뒤 별도 판단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645456B4-196D-488C-9B9B-23FAF18758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1FBE8CEF-E432-4E01-ABF6-41A09A9967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190948220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0ad2745612f4c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EF92D9-45D4-4D8B-A3E9-AD7E71508C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A7BAC28-DF86-4423-863A-AB1FD4A107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246DB2C-9C11-4D56-8DEC-E1A90E03F4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너무 큰 부탁을 줄이기</a:t>
            </a:r>
          </a:p>
        </p:txBody>
      </p:sp>
      <p:sp>
        <p:nvSpPr>
          <p:cNvPr id="5" name="">
            <a:extLst>
              <a:ext uri="{FF2B5EF4-FFF2-40B4-BE49-F238E27FC236}">
                <ns3:creationId id="{314C9608-960E-4A72-A59D-D545E67A33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002320C-F4BA-4A51-98FA-B0A87DB9A4F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FC9F68C-A440-4ABD-9E96-FC1B59907F2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“프로그램을 전부 더 안전하게 만들어 줘”라는 요청이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608757-68F3-4415-8176-EFE857E8D718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092CDD7-E84A-4CBA-A3A2-CFC154F45F6E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파일·한 함수·한 조건으로 작업을 좁혀 작성합니다.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8CBA78F-778A-4E0B-B134-7D66777A26BE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7EC1921-89D1-415C-83FB-49DA8024BF94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기준값과 반환 문구처럼 유지할 것도 두 개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D1E7C19-D1E7-40CE-BBA8-C8D8C7D0C995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485E7E2-166E-40CC-94F8-FEB6F04E16F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course/work/task.md에 요청 문장을 저장합니다.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A3ACE332-00D5-4239-9809-836FA2DDB4A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7961288C-C3CE-4C45-946E-71CA7B425C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80767409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cbeffd360584b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9A0D8A-6A6A-4AA8-A3DB-19F78FEA14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20B6372-723C-4250-8CE2-A2A57DACB7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요청의 예</a:t>
            </a:r>
          </a:p>
        </p:txBody>
      </p:sp>
      <p:sp>
        <p:nvSpPr>
          <p:cNvPr id="4" name="">
            <a:extLst>
              <a:ext uri="{FF2B5EF4-FFF2-40B4-BE49-F238E27FC236}">
                <ns3:creationId id="{F77A8483-1717-4E58-B5A5-730027ED96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1B4039-354F-4797-A06D-977CF078D0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work/classifier.py의 classify 함수에서 28의 경계를 수정합니다.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3C9766-7F40-47BA-A551-20A232AA896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이름과 기본 기준 threshold=28은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CC2A78F-99E7-4EC4-88C8-CABADFD59FB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입력과 기대 결과는 바꾸지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61EFE70-11FD-4563-9A2A-3A605DE7C72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전체를 새로 쓰거나 기준을 임의로 낮추지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F616EDB-820D-4696-AF29-7E61DC7050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F4E3C8F-0DD8-4616-871F-3CAD1BD516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87978417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60d0ce591b43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68BD41-274E-4BF4-A5DD-61B4E066E3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783F100-1490-467C-AD08-620D31914E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컨텍스트는 관련된 참고 자료</a:t>
            </a:r>
          </a:p>
        </p:txBody>
      </p:sp>
      <p:sp>
        <p:nvSpPr>
          <p:cNvPr id="4" name="">
            <a:extLst>
              <a:ext uri="{FF2B5EF4-FFF2-40B4-BE49-F238E27FC236}">
                <ns3:creationId id="{B143B2F4-B003-4589-B012-276DFF4BBA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600C17-25B4-4A55-B5C5-0058186ADC8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코드를 고치려면 지금 파일과 기대 결과가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6B90AAB-E667-4864-97E0-BA2C83172CE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오류를 재현할 입력과 실행 명령도 도움이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56F5CB2-23EF-4D98-8DFB-6A0EF12A51B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프로젝트의 화면 전체는 이번 함수 수정과 무관할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272FA2E-26C6-47E3-BCB0-65425D3699C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많이 보내는 것보다 필요한 부분을 정확히 고릅니다.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AB0574A-A7BB-48C0-845C-759905C9884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5B353F7-51A2-41A0-9B3C-FF8C89673E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908870160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dbcf632153804b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81D3F3-80DC-4B46-BF66-262FFEF50A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C94EA42-D700-4E22-8DE6-D5EE0D4474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카드에서 필요한 것 고르기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BEF1E7FB-EFA8-4F24-8326-E0C7BA1077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3328DF-A55C-483B-B402-FEE9E9B858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course/data/context_cards.md의 항목을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380CC73-574B-4314-9CAC-09849521C6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A0B1D689-AAA4-4BE5-A458-53496984C7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383589672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3170342b45d4b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063761-7140-4DFC-B1A9-AA7ED025E3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B466F62-8BB8-4A68-B2CA-E3300BF7B2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카드에서 필요한 것 고르기</a:t>
            </a:r>
          </a:p>
        </p:txBody>
      </p:sp>
      <p:sp>
        <p:nvSpPr>
          <p:cNvPr id="4" name="">
            <a:extLst>
              <a:ext uri="{FF2B5EF4-FFF2-40B4-BE49-F238E27FC236}">
                <ns3:creationId id="{2BFFC380-D0A8-4ECE-9C4E-A97CD287D4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4129048"/>
                <a:gridCol w="3248255"/>
                <a:gridCol w="344309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이번 작업에 필요?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함수와 한 문장 목적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cases.json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명단·계정 암호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불필요·공유 위험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다른 프로젝트의 화면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 이름·기준 유지 조건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재현 입력·오류 마지막 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정보 없이 포함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04EECF3-62F2-4239-A79A-80DF9E3FFF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226A8C9B-C8C5-4400-95F0-A1B784205D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42243140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08d89bc29a14a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0CB3AC0-8337-40F1-A511-56C4E9CD2E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8993A32-3AC2-4D00-9756-2D6D00F3A1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9ED3F9D-2601-4F41-8ACE-003EF3E9465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요청에 넣을 자료 선정</a:t>
            </a:r>
          </a:p>
        </p:txBody>
      </p:sp>
      <p:sp>
        <p:nvSpPr>
          <p:cNvPr id="5" name="">
            <a:extLst>
              <a:ext uri="{FF2B5EF4-FFF2-40B4-BE49-F238E27FC236}">
                <ns3:creationId id="{57190382-6842-423A-96C4-1D86F2B33F8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5991DA7-F63A-4FE3-AE1D-DCFEA209A9B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6FE69CF-8CC7-421A-AA32-283CBCE11DE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 오류를 고치려 합니다. 위 카드에서 필요한 자료를 고릅니다.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FBC4E9-BA34-4829-BFC5-5E4942EDC415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C554C16-A7DA-40A0-9176-75891BEFC51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자료를 고른 이유를 작업과 연결해 한 문장씩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7DEBC82-03A4-49D0-B736-63747EC43375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908FB94-5329-4818-80C3-1E3299FE4CF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고객 명단이나 암호는 파일이나 외부 AI에 넣지 않습니다.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B51FDF1-ADCD-49FD-A816-946C1C82E18D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288EFEC-A4A3-4F2E-BF3C-8E9BBB6D3900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공유하면 안 되는 값은 가상 값으로 바꿔도 작업 가능한지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153FA43-8F59-4C83-940B-912B435D38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A48D91AE-0279-4C6F-874B-1B610B4D24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880866369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651a1cf6084e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37EF9F-DE23-4AFD-9FA3-A66770D9D8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15908CD-0722-483F-B95A-89F069F88A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함수·사례·제약·오류가 필요합니다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7B65AF6E-601E-4A39-B9BA-255742A4E7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10ECB0-F6DD-4D38-BBD9-24B243CCBE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함수로 어느 조건이 잘못됐는지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98616DC-3952-4B2D-BFE3-66B9CBDE6E6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사례로 기대 결과를 정하고 수정 뒤 다시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B0F046-F883-403F-80AC-321788FB93C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유지할 조건이 있어야 요청 밖 변경을 찾을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1348C71-AF30-4F8A-A3E4-6BCD0C95AFF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고객 명단과 암호는 이 판정 규칙을 고치는 데 필요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3724EFA-19E9-4E06-897C-06ABBEB8B7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5AA3C0B8-9AD7-4CB2-8406-70D9F62EA1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560952944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373c28f5e8a4d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284B7D-EB80-40DB-A5A1-24486627EF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CAB59B9-BCD3-4513-A44C-5A1455E4B6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폴더와 Python 확인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8855BC6-DD35-4F91-AEA5-F351FC3647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861F1D-F8EA-46FE-A5F4-8A905772EEB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PowerShell의 현재 폴더를 압축을 푼 course로 맞춥니다.</a:t>
            </a:r>
          </a:p>
        </p:txBody>
      </p:sp>
      <p:sp>
        <p:nvSpPr>
          <p:cNvPr id="6" name="">
            <a:extLst>
              <a:ext uri="{FF2B5EF4-FFF2-40B4-BE49-F238E27FC236}">
                <ns3:creationId id="{85B29E0D-7E70-465A-ADE5-0E68C2D5CF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Get-Location으로 현재 위치를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0F6F866-EF66-4F84-AF6B-22E5E61BD94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버전이 나오면 이후 검사 명령을 사용할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8CC6A2-D392-487D-ACB5-5486C24F98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A36740E-253D-43E0-AA46-CF746A04FFB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308451880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4cda0d215f2949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E0B046-76CA-42D4-ABEE-9E37B7A1CC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9BFBF16-14C1-43C9-B662-E280B4B6F5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폴더와 Python 확인</a:t>
            </a:r>
          </a:p>
        </p:txBody>
      </p:sp>
      <p:sp>
        <p:nvSpPr>
          <p:cNvPr id="4" name="">
            <a:extLst>
              <a:ext uri="{FF2B5EF4-FFF2-40B4-BE49-F238E27FC236}">
                <ns3:creationId id="{59D63907-77F5-4DB1-8F91-9F011A92F3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C7C9B66-DACD-4FD8-B821-A4D143800F1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BA14A24-B547-4C4C-9457-ABFE142E09D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74517EE-E1A2-4E11-8BDA-4CCE881A71F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Get-Location</a:t>
            </a:r>
          </a:p>
        </p:txBody>
      </p:sp>
      <p:sp>
        <p:nvSpPr>
          <p:cNvPr id="8" name="">
            <a:extLst>
              <a:ext uri="{FF2B5EF4-FFF2-40B4-BE49-F238E27FC236}">
                <ns3:creationId id="{301C32EF-2130-401B-92EA-6E960F1C2A6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1F99908-5DD2-4261-82BC-1361ABF6182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--version</a:t>
            </a:r>
          </a:p>
        </p:txBody>
      </p:sp>
      <p:sp>
        <p:nvSpPr>
          <p:cNvPr id="10" name="">
            <a:extLst>
              <a:ext uri="{FF2B5EF4-FFF2-40B4-BE49-F238E27FC236}">
                <ns3:creationId id="{E9B80FAC-A7E8-4C29-AA84-E005D2715F5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2747670-7CAD-4049-B47F-59F1C4E3E39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Get-ChildItem code</a:t>
            </a:r>
          </a:p>
        </p:txBody>
      </p:sp>
      <p:sp>
        <p:nvSpPr>
          <p:cNvPr id="12" name="">
            <a:extLst>
              <a:ext uri="{FF2B5EF4-FFF2-40B4-BE49-F238E27FC236}">
                <ns3:creationId id="{7C6B2DAE-099D-4593-9ECF-A851DE35222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2D0C49D-6893-4E0D-91A5-4E651A66482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Get-ChildItem work</a:t>
            </a:r>
          </a:p>
        </p:txBody>
      </p:sp>
      <p:sp>
        <p:nvSpPr>
          <p:cNvPr id="14" name="">
            <a:extLst>
              <a:ext uri="{FF2B5EF4-FFF2-40B4-BE49-F238E27FC236}">
                <ns3:creationId id="{8C00F592-1E63-4050-9918-F122AC71713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C4BFE3B1-6B39-454E-A378-083A9CAABC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519957652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f35c308a4c240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5981EC-D377-4BFD-9153-8E4583690B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C910A60-89C0-4590-91EA-BE1967D87B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저장과 실행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ED8A85AD-1AEC-4222-A36C-D2CD6A1366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E560437-9432-4EA9-9407-23B1598C99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.py는 Python 코드 파일이고 편집기에서 글자를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192293-1832-4804-8A05-1412CF28E8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저장은 파일에 수정 내용을 남기는 행동입니다.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E783614-47D7-4D05-91C0-BE5A24C7240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명령은 그 파일을 읽어 실행하는 행동입니다.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6A586A-118D-45A1-B8D2-BC1E3664E65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Python이 없다면 제공 출력표로 판단하되 직접 실행과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74DEA9A-A5C5-44BE-B6FF-F25C65B43A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D1A20B2-57F9-45AF-BC5E-99A5FE2F8D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728574175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c78fd26b08a49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5E250C-0795-4542-9AE2-3A3022879E0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DDEFB81E-429B-4191-BA1D-6ED5A56946E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검사할 수 있는 요청서</a:t>
            </a:r>
          </a:p>
        </p:txBody>
      </p:sp>
      <p:sp>
        <p:nvSpPr>
          <p:cNvPr id="4" name="">
            <a:extLst>
              <a:ext uri="{FF2B5EF4-FFF2-40B4-BE49-F238E27FC236}">
                <ns3:creationId id="{76FA5031-19C4-41E9-A73D-DFEA5E24806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종류와 기대 출력 문구를 정합니다.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48A6317C-B583-482A-865E-CBE72EDAA09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 아래·같음·위를 골라 요청서에 넣습니다.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7067D58-0104-4585-A26F-373680BEEC39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58C4DD7-7ECD-47A0-A646-0BBE8C7573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1AA9387-2A88-4783-AF97-3B03EBAD7C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581279038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b8ca17641e4f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7F81B4-EA60-4041-A798-43893E4DB1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46E683A-3BAB-49A1-AAEC-4DF534BB35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입력과 출력의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4E0465C0-F85E-463F-9914-D517381B501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5B4707D-2DE1-4054-948C-4BC917A71AF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계약은 이 함수가 어떤 값을 받고 무엇을 돌려줄지 정한 약속입니다.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EF969B4-CCE7-4FB4-A6C1-99FD39F7C6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유효 온도는 0~50 범위의 정수 또는 실수입니다.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AE00BF-58E8-45D2-849A-572CE0A30B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 이상은 주의, 28 미만은 정상입니다.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EE860E8-44BD-4005-9D55-B50E187040D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측정값 없음과 잘못된 입력은 다른 문구로 돌려줍니다.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682A1ECE-9444-496E-88AB-8E3C2086B2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D0A91EE-535B-4654-8788-A785AFB9B4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084109577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86065cd5a1b42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CF95C5-3270-4990-BF86-E80639EC8E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C01C050-5117-414A-AB6E-6EFEA824B5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0은 값이 없는 상태가 아닙니다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A0B1BB4A-F00E-402A-9EC1-BC237D7A28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91D07A-3268-46E1-AA7E-A1A0D7168B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course/data/request.md의 요청을 기준으로 판단합니다.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E2DC06-7C63-495C-8630-F42DFB38164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D5C9FF50-3F53-4A0B-9D7D-C49A162AE4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979406512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a15d3e23b4548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C5CAA6-503E-4B32-9021-2211CCE701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725DA724-5EB6-41B7-873C-5638326F635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0은 값이 없는 상태가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2538CEF5-4CA2-4F6C-9528-A65C958A430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4048117"/>
                <a:gridCol w="4240303"/>
                <a:gridCol w="253198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출력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유효한 측정값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아래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기준과 같음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뜨거움·True·-1·51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또는 범위가 틀림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오류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ECCB501-4E4F-49B3-86BE-93AA0681F49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5BDD5CE2-0758-4927-9226-CA154AF22A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420250204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ae25e9e7ff242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91CE9AA-333B-4299-9F7D-5395FA7D77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1EFAC7C-03D0-4090-AB8B-03376D835A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JSON과 Python의 값 이름</a:t>
            </a:r>
          </a:p>
        </p:txBody>
      </p:sp>
      <p:sp>
        <p:nvSpPr>
          <p:cNvPr id="4" name="">
            <a:extLst>
              <a:ext uri="{FF2B5EF4-FFF2-40B4-BE49-F238E27FC236}">
                <ns3:creationId id="{FBC3A7F3-D80D-44AF-BE30-D2756D34FA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FF3CCC9-61C7-42FB-A99B-2FE77CD92FF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data/cases.json에는 미측정을 null로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9EDCCF-25B4-4D58-A085-D6067D0458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Python이 JSON을 읽으면 null은 None으로 바뀝니다.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30B71F-51E8-4DC6-A388-54AC6AD1F34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JSON의 true는 Python의 True가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BB8335-FF7B-4320-91C5-17E16C39BB2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따옴표 안의 “28”은 숫자 28이 아니라 문자입니다.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E4C176-C43F-4982-99E0-3E7D4A4CAB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D4727A2-CE70-47E9-8BC7-5C3D38C0D2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868755385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9a2afbb489542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86E676-AF40-4E64-9957-AAAFDC4806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174F7893-62BF-4D26-80E1-D6F284E206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&gt;와 &gt;=의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81F3BB87-5D00-4B8B-A326-DD81ADE450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E088206-D269-41CB-870D-E63489F17EAA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value &gt; 28</a:t>
            </a:r>
          </a:p>
        </p:txBody>
      </p:sp>
      <p:sp>
        <p:nvSpPr>
          <p:cNvPr id="6" name="">
            <a:extLst>
              <a:ext uri="{FF2B5EF4-FFF2-40B4-BE49-F238E27FC236}">
                <ns3:creationId id="{2F94033F-3554-4927-B5DF-A42AF6758F7C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value &gt;= 28</a:t>
            </a:r>
          </a:p>
        </p:txBody>
      </p:sp>
      <p:sp>
        <p:nvSpPr>
          <p:cNvPr id="7" name="">
            <a:extLst>
              <a:ext uri="{FF2B5EF4-FFF2-40B4-BE49-F238E27FC236}">
                <ns3:creationId id="{DB14851A-A417-458E-8A06-75730B39C22C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28보다 클 때만 참</a:t>
            </a:r>
          </a:p>
        </p:txBody>
      </p:sp>
      <p:sp>
        <p:nvSpPr>
          <p:cNvPr id="8" name="">
            <a:extLst>
              <a:ext uri="{FF2B5EF4-FFF2-40B4-BE49-F238E27FC236}">
                <ns3:creationId id="{81E977FE-6386-4D77-BA9B-BB7A9EAEE7AA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28은 이 조건에 들어가지 않음</a:t>
            </a:r>
          </a:p>
        </p:txBody>
      </p:sp>
      <p:sp>
        <p:nvSpPr>
          <p:cNvPr id="9" name="">
            <a:extLst>
              <a:ext uri="{FF2B5EF4-FFF2-40B4-BE49-F238E27FC236}">
                <ns3:creationId id="{423E7844-BBA2-479D-9CFC-ABF31893E704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28과 같거나 클 때 참</a:t>
            </a:r>
          </a:p>
        </p:txBody>
      </p:sp>
      <p:sp>
        <p:nvSpPr>
          <p:cNvPr id="10" name="">
            <a:extLst>
              <a:ext uri="{FF2B5EF4-FFF2-40B4-BE49-F238E27FC236}">
                <ns3:creationId id="{FFDA7874-2F10-411A-9385-DB3A7F176B53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28도 주의로 분류할 수 있음</a:t>
            </a:r>
          </a:p>
        </p:txBody>
      </p:sp>
      <p:sp>
        <p:nvSpPr>
          <p:cNvPr id="11" name="">
            <a:extLst>
              <a:ext uri="{FF2B5EF4-FFF2-40B4-BE49-F238E27FC236}">
                <ns3:creationId id="{894D517D-132E-4991-86DB-BF09663E7D11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같은 입력 28에서 결과가 갈리는 조건을 읽습니다.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46D6C1A-46EC-43A9-98AE-C300A6D671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0F46C58-F4E5-457F-AEE5-40ADAABB2A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472394592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71ad03dd21149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C351C9-837E-46D1-AA7C-82A1CC9118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6B33ECD-82E9-40AD-A297-FFC28559CA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15C3024-125D-417A-B2C1-D82CAC72E5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 세 값의 예상표 만들기</a:t>
            </a:r>
          </a:p>
        </p:txBody>
      </p:sp>
      <p:sp>
        <p:nvSpPr>
          <p:cNvPr id="5" name="">
            <a:extLst>
              <a:ext uri="{FF2B5EF4-FFF2-40B4-BE49-F238E27FC236}">
                <ns3:creationId id="{7E774EF5-D889-4B36-AAD8-4D28B18877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BB461A8-90B2-42C5-99BA-DD5610BF91C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365BE70-63D2-45C1-BE61-D58E9931E0C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요청은 28 이상일 때 주의입니다.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BAF20A-BFCC-4551-91E5-681C2B41FE5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1DC552B-83EF-4ADB-B196-73DAF0250E2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27.9·28·28.1의 기대 결과를 먼저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E54C888-C73E-40DA-90F5-8300751CB3A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4C2F93E-ADAB-4D52-A752-08737F9E465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0·None·“뜨거움”도 추가하여 총 여섯 사례를 작성합니다.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9E8EEE7-8B05-4481-9E36-746D4A21D44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E819A96-92DB-4C79-8747-1B2432C639EA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 코드의 출력에 맞춰 기대 결과를 바꾸지 않습니다.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67FB97D-7806-4175-8CFB-97DC4ACDBEC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C3611129-A71E-469E-8200-36C64FA56D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558478218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3b2260934864e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0A1EEE-BC96-49B8-BC52-522E07DCD1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B6D653F-FCF3-4D86-A250-6BD8DFE9B7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기대값은 요청에서 정합니다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6DF8039B-BB30-4358-85F7-66942734AB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3B115F-3AFB-4048-8B53-DF72FB2E121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27.9와 0은 정상, 28과 28.1은 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96D392E-3D26-4B32-854E-68CFF0403E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미측정, “뜨거움”은 입력 오류입니다.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98C296-0616-4565-8F35-8A942B62F38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잘못된 코드의 결과를 정답으로 바꾸면 오류가 가려집니다.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B1C480-0D9A-4350-A248-95DF26D48FC1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기준과 같은 입력을 빼면 &gt;와 &gt;=의 차이를 놓칠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50511B60-D39E-483C-9056-7E03232828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742D650-2157-4B83-98D1-93CB43B75B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709587494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b2db853b90e40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663525-0F8C-4E3E-9B10-E1015F4DD0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207436D-E41B-4FD2-962A-3BE953BA4D6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요청서에 넣을 여섯 칸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9ADBA64C-97C3-4115-A3B9-E8708D4CB3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C403C50-ED31-48F7-9D6B-9186A308655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course/work/task.md를 편집기로 열어 채웁니다.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A25B86-190D-4519-B3EE-8C7A6A3FC0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FCCFFB5-EF9E-453B-A72E-7104EFDA7C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22502351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9e26bf115ed46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A116FA-E9F4-4C59-9F9A-3E3A83AFB8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40E6F8B-0550-4E5E-ACF4-193AA29250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요청서에 넣을 여섯 칸</a:t>
            </a:r>
          </a:p>
        </p:txBody>
      </p:sp>
      <p:sp>
        <p:nvSpPr>
          <p:cNvPr id="4" name="">
            <a:extLst>
              <a:ext uri="{FF2B5EF4-FFF2-40B4-BE49-F238E27FC236}">
                <ns3:creationId id="{3E7668E8-776B-4005-B121-AC71D1F4E8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3170114"/>
                <a:gridCol w="765028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이번 요청의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온도 기록의 상태 분류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0~50 숫자·미측정·잘못된 종류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정상·주의·미측정·입력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work/classifier.py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 조건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classify·threshold=28·기대 사례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 아홉 사례 실행·변경 줄 설명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71F49DD-4A67-415E-95FA-53BA12277E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FC62D936-C4A2-4BF6-856D-007F3667C6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671552413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fcc6ded7f2a46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E07741-8CCF-482B-B477-338B21816C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8FA978-6696-4404-B969-EEFB7036B1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첫 줄을 읽어 봅시다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F99E794-3246-4FB4-ADBD-1DF3AAA7D12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F33A1B-99DB-4283-A41B-FD095602701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course/work/classifier.py의 함수 선언입니다.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42CB34B-E0D2-4008-A988-F3ED9A2206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전체 함수가 아닌 첫 줄 발췌입니다.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1A6B31B-50F8-4584-8572-AC353A10A14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함수를 선언하는 것과 함수를 호출하는 것은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A5153A3-396C-45A8-BFD3-CBA8AAE023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1E6F83A-C3BA-4691-9F61-4CC3E48782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976203965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926f40e705343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3B80D0-499E-4ACA-A54F-C12943BF8F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F6B6A85-497A-4FAB-A147-2994A0DE5D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첫 줄을 읽어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396DE073-64CB-4949-94B4-8D059D9FA0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DD370B-4B19-4212-BA08-B0984523EB2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DE3E68B-0FDE-411E-85A9-3E97FB085F8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D8BCF14-5E7A-4076-B6B9-9373972BDE1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threshold=28):</a:t>
            </a:r>
          </a:p>
        </p:txBody>
      </p:sp>
      <p:sp>
        <p:nvSpPr>
          <p:cNvPr id="8" name="">
            <a:extLst>
              <a:ext uri="{FF2B5EF4-FFF2-40B4-BE49-F238E27FC236}">
                <ns3:creationId id="{DAEE73DD-6759-4867-AA54-BA3AFADE587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F91559E-0517-49D7-80A9-7C63AECA55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2127881424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91ea76f7a914a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33152D-861E-4CF5-87B0-3CD8628B927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D803F9C-534D-4499-AA81-C294619772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선언의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8C11F92A-7080-4AE8-BB0D-742AA921CD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C33ABF-1496-454E-BB3C-6135D0B693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def는 함수를 정의한다는 Python 단어입니다.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936EC1-4045-4A51-A9E6-3EFFFCB6B1F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classify는 이 함수의 이름이고 괄호 안은 받을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5C39C4E-23C0-40A9-8D69-6899561B3A8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value는 이번에 판정할 값, threshold=28은 기본 기준입니다.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6224195-5D85-4B1B-914B-31943654AB2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: 다음의 들여쓴 줄들이 이 함수 안에서 실행됩니다.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A0A72AE-8F3D-4134-8F2F-53A7DD38C9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90C6E9F-2B5A-4E30-8D4C-BF2CB278EF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13451547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5e016bcbb9364f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BE0E1C4-40B5-4AC9-A586-3D8C1ABC9D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73D016E-45F4-4307-B201-B0D4F29698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9A90E41-F4E9-4097-9F69-9D72627FB2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 문장을 직접 완성하기</a:t>
            </a:r>
          </a:p>
        </p:txBody>
      </p:sp>
      <p:sp>
        <p:nvSpPr>
          <p:cNvPr id="5" name="">
            <a:extLst>
              <a:ext uri="{FF2B5EF4-FFF2-40B4-BE49-F238E27FC236}">
                <ns3:creationId id="{3AFEE4EE-FD42-46F4-8E56-542D2FF81E6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CE4DC6D-92CC-4399-B250-920C4CA7848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C3E630D-4F33-40C9-B87E-E28E47D04FF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파일·유지 조건·경계 사례를 포함해 네 문장을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792C0CE3-13D8-44F5-A5CC-3E2E6B760B0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897C63B-0A50-4202-A35E-75D7AFBE1AB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무엇을 바꿨고 무엇을 검사했는지도 답하도록 요청합니다.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556B2BE-149D-44B0-A0ED-4DA4E4A6897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10C2A43-1D53-4ED9-AC5C-A24783D2092B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불명확한 “더 좋게”를 입력과 출력 조건으로 바꿉니다.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7B17CB7-0898-40CB-BBF7-A6B859A8D47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81A6DE6-BC2E-46C9-B346-E56919793D9E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외부 서비스 전송 없이 work/task.md에 저장합니다.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14AD52D-1905-417B-A17C-639149C87C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FA941F23-A3B8-4AC5-9E22-72E0138D42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911294364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7bf5c1306c84f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8DB881-75AD-40A3-9B6D-8C9198B49C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7B43B6B-B81D-4391-88EB-446D5B96A2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가능한 요청의 예</a:t>
            </a:r>
          </a:p>
        </p:txBody>
      </p:sp>
      <p:sp>
        <p:nvSpPr>
          <p:cNvPr id="4" name="">
            <a:extLst>
              <a:ext uri="{FF2B5EF4-FFF2-40B4-BE49-F238E27FC236}">
                <ns3:creationId id="{EE4EC67C-591A-48A5-B40A-2A64CA046B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9E94D70-760E-4A45-961D-96C3C203591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work/classifier.py에서 28을 주의로 분류하도록 수정해 주세요.</a:t>
            </a:r>
          </a:p>
        </p:txBody>
      </p:sp>
      <p:sp>
        <p:nvSpPr>
          <p:cNvPr id="6" name="">
            <a:extLst>
              <a:ext uri="{FF2B5EF4-FFF2-40B4-BE49-F238E27FC236}">
                <ns3:creationId id="{1059004C-D202-4FF9-BC0C-BE45C778B35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이름·기준 28·반환 문구·검사 사례는 유지해 주세요.</a:t>
            </a:r>
          </a:p>
        </p:txBody>
      </p:sp>
      <p:sp>
        <p:nvSpPr>
          <p:cNvPr id="7" name="">
            <a:extLst>
              <a:ext uri="{FF2B5EF4-FFF2-40B4-BE49-F238E27FC236}">
                <ns3:creationId id="{E456D0D2-0F5E-48B5-A979-74E1DB1FF56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None·문자·불리언·범위 밖 입력도 약속한 문구로 처리해 주세요.</a:t>
            </a:r>
          </a:p>
        </p:txBody>
      </p:sp>
      <p:sp>
        <p:nvSpPr>
          <p:cNvPr id="8" name="">
            <a:extLst>
              <a:ext uri="{FF2B5EF4-FFF2-40B4-BE49-F238E27FC236}">
                <ns3:creationId id="{B150A562-986D-4A2C-8CDB-DA3E8614BB6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줄과 같은 아홉 사례의 실제 결과를 알려 주세요.</a:t>
            </a:r>
          </a:p>
        </p:txBody>
      </p:sp>
      <p:sp>
        <p:nvSpPr>
          <p:cNvPr id="9" name="">
            <a:extLst>
              <a:ext uri="{FF2B5EF4-FFF2-40B4-BE49-F238E27FC236}">
                <ns3:creationId id="{16BAACE4-F84C-475A-8C66-9BCA16C94A2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9C9A70BF-A366-4F46-BEC1-0B25369CFF0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5969888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8193995f06d46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21780F0-9878-4CBA-B826-806CEC1A35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35A0BE-ED0F-4135-8C25-44A088590F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4CF1D2-05D8-4284-943C-018778B4C0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“초과”라면?</a:t>
            </a:r>
          </a:p>
        </p:txBody>
      </p:sp>
      <p:sp>
        <p:nvSpPr>
          <p:cNvPr id="5" name="">
            <a:extLst>
              <a:ext uri="{FF2B5EF4-FFF2-40B4-BE49-F238E27FC236}">
                <ns3:creationId id="{83CF40EA-D0A5-491E-99C2-163E391031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DCD65C4-8B66-4133-B1A3-C9F93DF3BFC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A61F5E8-830C-493D-8034-A0FF76DDF1A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요청은 값이 5를 초과하면 점검이라고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9643274-FF29-4D96-91FB-7E43992643A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FDC314F-5D71-4AAC-B06A-F3C104F5682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4.9·5·5.1에서 사용할 비교 기호와 기대 문구를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B4E076F-0744-4AE1-9760-1C528B3E7215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1AE1D44-E6BD-40AD-ADB3-424BC662851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값이 없을 때의 문구는 별도 약속이 필요함을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D8979E7-C1F6-440E-B54B-B73D58B171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76EE0B62-4B33-4497-B791-DE8766DC7F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600813778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8a8db30bac444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54D7EF-727E-490F-911C-E870A2A2D6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6C8507F-E24F-407D-BE9F-2190EC7ECB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이상과 초과를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4932F9A9-E93C-4EAF-9FC2-F2F42AB457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E2F2924-9E5F-4F66-90BC-CEB6D0FA09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 초과는 &gt; 5이며 5.1만 점검입니다.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8E2C97-F01E-4D4A-B98B-8C9C97B59B0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 자체는 초과가 아니므로 일반 상태입니다.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8DAF904-4869-41F0-ABBE-8B65F36103D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없음은 0이나 일반 상태로 임의 처리하지 않고 요청을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3D94DE-DC61-45DF-9872-DD0E548829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2637FD92-CB8E-4C95-A9A9-68740F6FDC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650860018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e5c350467d9456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814607-D77E-4C4E-8100-F12187E6CFB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808EBB4-08C5-49A3-A7A7-51FA6532FAD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응답과 실제 변경을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1187EDE9-7B72-4E31-8202-7B2BC85D422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응답의 주장과 코드에서 바뀐 줄을 대조합니다.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9D452E5A-EF11-4025-BE9A-0404B54DC3F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원본을 남기고 작업 사본에서 수정합니다.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BDCD72A-1946-4D1C-B0C1-B6A26979B5B5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F884B32-17F4-4635-9A36-7A210131846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4CE9FCBC-863A-49F3-9F6C-C4687257BE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692402593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f65f77fc0fd41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DFB15C-D7C9-449D-9E1A-44D575B3A9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932CEF-D0F3-4C8C-AB2E-4C6B44FB89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AI 응답은 비교 자료입니다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BB8DA08F-302C-473F-9E7F-D7C54D3355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FFDE26-6038-4175-82C5-E66F8D8C7A0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data/agent_response_a.md와 agent_response_b.md를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FE88E68-07B7-4991-932F-991F0BC1814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문서는 실제 AI 계정의 실행 기록이 아닌 제공 비교 응답입니다.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809339-3D49-4596-B618-7464AAFEAE9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계정이나 유료 API를 사용할 필요는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105BB1-0327-4A1D-BDA5-896309F8F94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응답을 읽는 연습과 실제 도구 실행 여부를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90C0B5B-ADED-4190-8BD1-682DF0B6B6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BF52A51-12DC-4F06-A518-D51CA6016B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049748970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1ccf57793e643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72D127-D43A-41CF-BB61-98D13320B4D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836524D-AC26-4F71-B461-B4A3D89F17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diff에서 바뀐 줄 읽기</a:t>
            </a:r>
          </a:p>
        </p:txBody>
      </p:sp>
      <p:sp>
        <p:nvSpPr>
          <p:cNvPr id="4" name="">
            <a:extLst>
              <a:ext uri="{FF2B5EF4-FFF2-40B4-BE49-F238E27FC236}">
                <ns3:creationId id="{9C969EFF-355B-450E-AA93-BB7A11D60A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11EB6B-FAC1-4881-AAAC-EF9AEF2F1F17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data/changes.diff는 baseline과 reviewed를 비교한 파일입니다.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476669"/>
                <a:gridCol w="4207933"/>
                <a:gridCol w="413579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이전 파일의 빠진 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return "정상"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파일의 들어온 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return "미측정"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공백으로 시작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 위치를 보여 주는 기존 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def classify(...)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@@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비교한 줄 범위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내용을 실행하는 줄 아님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E41BA7A9-2C73-47C7-B0A4-65834ED8B4B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56BCF086-0568-43F5-ADB0-F8032BC856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356102662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071b9ff076a4b0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5AC5AC-C972-4CEC-AE7A-16EDC6ACF5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9A7C77-E73A-4699-9D52-5615F0DC04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경계와 미측정 변경 발췌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E890454-2295-43AC-9151-B419034CDC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A946DE-E514-4D80-AEEC-32BF6D0B104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data/changes.diff에서 관련 줄만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B7D2CE1-3D42-4CCB-8999-F2426306DA7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+와 -는 비교 표시이므로 Python 파일에 붙여 넣지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2950763-3469-4D4C-9FAB-5EF84580FF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발췌 외에 종류와 범위 검사도 새로 추가됐습니다.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4A5EE1-AE18-4E96-B449-CE0E0F7326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E9C39FDA-63E6-42C6-BB57-D5FBE8AB7A3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824935819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1b65265802dd41a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AA1363-282B-4A78-A378-B96778B5C3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C54E33B-1DC3-4D46-8787-BA4EAAC162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경계와 미측정 변경 발췌</a:t>
            </a:r>
          </a:p>
        </p:txBody>
      </p:sp>
      <p:sp>
        <p:nvSpPr>
          <p:cNvPr id="4" name="">
            <a:extLst>
              <a:ext uri="{FF2B5EF4-FFF2-40B4-BE49-F238E27FC236}">
                <ns3:creationId id="{94F12F39-6E27-4EA9-8A67-812208021D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451703-61C1-4A01-A99F-82D1B150FED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4C78C34-EB31-407D-BA9C-130B3BE37CD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A846EF0-FF7B-454C-9F58-AD49563DFFF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-        return "정상"</a:t>
            </a:r>
          </a:p>
        </p:txBody>
      </p:sp>
      <p:sp>
        <p:nvSpPr>
          <p:cNvPr id="8" name="">
            <a:extLst>
              <a:ext uri="{FF2B5EF4-FFF2-40B4-BE49-F238E27FC236}">
                <ns3:creationId id="{22A24741-AC15-4650-952B-33035E9189F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0640744-EFE6-4CFD-BDC5-F3218600B79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-    if value &gt; threshold:</a:t>
            </a:r>
          </a:p>
        </p:txBody>
      </p:sp>
      <p:sp>
        <p:nvSpPr>
          <p:cNvPr id="10" name="">
            <a:extLst>
              <a:ext uri="{FF2B5EF4-FFF2-40B4-BE49-F238E27FC236}">
                <ns3:creationId id="{C66A6194-E8E9-48F1-8028-96EA8580EFE4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EF991E8-A20D-450D-BAE8-CBD7EE42538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    return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975A9959-9DB3-4966-8F0F-F59D9F942990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F4F9B31-1D4D-4EC6-A003-44364B9258D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if type(value) not in (int, float):</a:t>
            </a:r>
          </a:p>
        </p:txBody>
      </p:sp>
      <p:sp>
        <p:nvSpPr>
          <p:cNvPr id="14" name="">
            <a:extLst>
              <a:ext uri="{FF2B5EF4-FFF2-40B4-BE49-F238E27FC236}">
                <ns3:creationId id="{A43B4AC8-F025-4102-B36C-87D7AB8FE1A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4D3010A5-1A35-4907-AC02-81246A06002F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    return "입력 오류"</a:t>
            </a:r>
          </a:p>
        </p:txBody>
      </p:sp>
      <p:sp>
        <p:nvSpPr>
          <p:cNvPr id="16" name="">
            <a:extLst>
              <a:ext uri="{FF2B5EF4-FFF2-40B4-BE49-F238E27FC236}">
                <ns3:creationId id="{CA809C0A-6917-4769-A76B-0F736B4276DA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B477C26C-9F41-4D7E-BF0A-A12D2294F575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if not 0 &lt;= value &lt;= 50:</a:t>
            </a:r>
          </a:p>
        </p:txBody>
      </p:sp>
      <p:sp>
        <p:nvSpPr>
          <p:cNvPr id="18" name="">
            <a:extLst>
              <a:ext uri="{FF2B5EF4-FFF2-40B4-BE49-F238E27FC236}">
                <ns3:creationId id="{B6CBABC6-90B8-4BF7-B147-F15CE2626229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C36A61FC-BF9E-4732-8492-7FBE5F060A9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    return "입력 오류"</a:t>
            </a:r>
          </a:p>
        </p:txBody>
      </p:sp>
      <p:sp>
        <p:nvSpPr>
          <p:cNvPr id="20" name="">
            <a:extLst>
              <a:ext uri="{FF2B5EF4-FFF2-40B4-BE49-F238E27FC236}">
                <ns3:creationId id="{768EA861-9809-4242-B2DD-AA99E24D1A02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C7C0DCB9-8F6E-4D05-9743-7B23AFC55B60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if value &gt;= threshold:</a:t>
            </a:r>
          </a:p>
        </p:txBody>
      </p:sp>
      <p:sp>
        <p:nvSpPr>
          <p:cNvPr id="22" name="">
            <a:extLst>
              <a:ext uri="{FF2B5EF4-FFF2-40B4-BE49-F238E27FC236}">
                <ns3:creationId id="{36DEC8A8-87B6-439A-9162-24D7154D5C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3" name="">
            <a:extLst>
              <a:ext uri="{FF2B5EF4-FFF2-40B4-BE49-F238E27FC236}">
                <ns3:creationId id="{59BA72EB-D5AB-46D8-BAAE-F7FFEF268E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1537714382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03bbde747534c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C8CCB9-3A1E-446F-988F-B1D663E791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BBCC9AB-7891-4F3B-BC43-795E4FA636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A가 말한 변경</a:t>
            </a:r>
          </a:p>
        </p:txBody>
      </p:sp>
      <p:sp>
        <p:nvSpPr>
          <p:cNvPr id="4" name="">
            <a:extLst>
              <a:ext uri="{FF2B5EF4-FFF2-40B4-BE49-F238E27FC236}">
                <ns3:creationId id="{5C9CF028-7EC8-45A9-865C-AD98024E3B1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36579A3-5598-40A9-8E7B-2E473780DA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“기준을 27로 낮추고, 값이 없으면 0으로 처리했습니다.”</a:t>
            </a:r>
          </a:p>
        </p:txBody>
      </p:sp>
      <p:sp>
        <p:nvSpPr>
          <p:cNvPr id="6" name="">
            <a:extLst>
              <a:ext uri="{FF2B5EF4-FFF2-40B4-BE49-F238E27FC236}">
                <ns3:creationId id="{BC9C7315-F26E-4E52-9B17-220AB64E20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“모든 문제를 해결했습니다.”라는 주장도 적혀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D7B6746-601A-4341-BEE0-33A4AE0E2E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요청은 기준 28 유지, 없음은 미측정입니다.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398F60-6876-4692-8EF0-38803F52CAF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설명이 자신 있게 쓰여 있어도 요청과 다른 변경입니다.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1BF1C09-796A-4D20-B304-97A0476AAA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7DBE74E-C312-44CF-8126-348DFB2925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174953186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d04dead504245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02C2BD-7942-4617-9B96-78A98D0543C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8186DBB-B782-488E-9DD7-9A47FB4CCD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A에 대응하는 실제 코드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43B624D2-E2AF-4BD2-83D7-8216AF71D0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120D242-5D65-4A89-8530-411DCE066C7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짧은 예제: code/proposal_a.py입니다.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EB75F1-72D1-4699-BFB3-499A022174F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기준 27과 None을 0으로 바꾸는 줄을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0E358A4-B0EE-4C40-A21A-0067634C274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읽는 것만으로 시험까지 했다고 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613503-F9E8-4018-A0E6-9D402D2AC3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41F53A0-0970-4D52-8106-3D4C2DACD76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984450262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4041a60187ba48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5CE76A-38DA-4D39-83BE-F59FEFCE41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DC86593-AC7D-4576-A756-E4A64DED02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A에 대응하는 실제 코드</a:t>
            </a:r>
          </a:p>
        </p:txBody>
      </p:sp>
      <p:sp>
        <p:nvSpPr>
          <p:cNvPr id="4" name="">
            <a:extLst>
              <a:ext uri="{FF2B5EF4-FFF2-40B4-BE49-F238E27FC236}">
                <ns3:creationId id="{B63CEEAD-9C66-4016-9E27-F007DAA95E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207C0D-6666-469E-AF8A-00E19C1A121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852D5B2-3E22-4BB1-8CCE-FD02997EA32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AC8CFDB-61EF-4045-9DD7-08B4763BB4B1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threshold=27):</a:t>
            </a:r>
          </a:p>
        </p:txBody>
      </p:sp>
      <p:sp>
        <p:nvSpPr>
          <p:cNvPr id="8" name="">
            <a:extLst>
              <a:ext uri="{FF2B5EF4-FFF2-40B4-BE49-F238E27FC236}">
                <ns3:creationId id="{B3BD9951-4999-4029-B6FD-3977E157729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3E9AF96-F321-4CB7-8AF3-A793016F61F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0570C2CF-BF0D-42B1-831D-A9077A0CC53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ECB7DC9-B090-42DA-B505-D42CB779002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value = 0</a:t>
            </a:r>
          </a:p>
        </p:txBody>
      </p:sp>
      <p:sp>
        <p:nvSpPr>
          <p:cNvPr id="12" name="">
            <a:extLst>
              <a:ext uri="{FF2B5EF4-FFF2-40B4-BE49-F238E27FC236}">
                <ns3:creationId id="{5F215DB3-D25C-4F18-BD54-776A74F0C17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5C78AE6-C979-4156-BACF-E537F6F06358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threshold:</a:t>
            </a:r>
          </a:p>
        </p:txBody>
      </p:sp>
      <p:sp>
        <p:nvSpPr>
          <p:cNvPr id="14" name="">
            <a:extLst>
              <a:ext uri="{FF2B5EF4-FFF2-40B4-BE49-F238E27FC236}">
                <ns3:creationId id="{DAE2A999-1E8B-46E3-B986-897409735CF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69A34696-AB05-42E7-AD34-231E8A30E3FD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"주의"</a:t>
            </a:r>
          </a:p>
        </p:txBody>
      </p:sp>
      <p:sp>
        <p:nvSpPr>
          <p:cNvPr id="16" name="">
            <a:extLst>
              <a:ext uri="{FF2B5EF4-FFF2-40B4-BE49-F238E27FC236}">
                <ns3:creationId id="{A6320358-8A22-4977-82AF-1E24661B9CD3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E1D2336F-8305-488F-8E49-7FF97AA3C9D4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18" name="">
            <a:extLst>
              <a:ext uri="{FF2B5EF4-FFF2-40B4-BE49-F238E27FC236}">
                <ns3:creationId id="{37086228-1E02-4828-9C27-725780A2EC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FD1D08EC-26C5-4B70-8892-F9F59226B33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442043338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ee164b3cc434d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ECB4E6-38A3-42EF-9C53-D4325A5A47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9E78983-AFD6-44DD-962B-B8F80CDB31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4ADD8AE-91A6-40D2-AB60-1E0141F0A3B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 A를 바로 채택할까요?</a:t>
            </a:r>
          </a:p>
        </p:txBody>
      </p:sp>
      <p:sp>
        <p:nvSpPr>
          <p:cNvPr id="5" name="">
            <a:extLst>
              <a:ext uri="{FF2B5EF4-FFF2-40B4-BE49-F238E27FC236}">
                <ns3:creationId id="{53B05891-D626-46D4-8206-75E95C87F5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B82152D-86A7-4B67-AAE4-51FAC5A6434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E304C95-383D-44F8-9B70-344D0CE2F61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27.9와 None에 이 코드가 돌려줄 문구를 예상합니다.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A0E171A-4446-41CA-A84E-8D5C453C90C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D136072-2221-4C05-8D18-2A02A550FD0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요청서의 기대 문구와 비교합니다.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F116594-3F88-48BE-83E8-665B5CF8260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3907A29-C575-4CB8-8F69-06B027D0AE1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범위를 벗어난 두 줄을 지적하고 보류 의견을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8AF5D9D-9DD2-4E94-AFAA-FF87A30F0451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86A46DC-3831-4B84-B39C-9E18BEEA8DD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“더 안전하게”라는 주장만으로 기준을 바꾸지 않습니다.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A0F6EF1-38E7-4520-A972-C8B4BA72C31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F7715059-E1BD-415D-9DAB-EF0B5582ECE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1759391381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6a86660361943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FE544F-42FB-4FA6-9697-FCA2D32372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FFE75E9-3F87-4D9A-A549-026F4D8A71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27.9와 None에서 요청을 어깁니다</a:t>
            </a:r>
          </a:p>
        </p:txBody>
      </p:sp>
      <p:sp>
        <p:nvSpPr>
          <p:cNvPr id="4" name="">
            <a:extLst>
              <a:ext uri="{FF2B5EF4-FFF2-40B4-BE49-F238E27FC236}">
                <ns3:creationId id="{1F0CAB3F-BF3B-4AEC-93E1-4AFD4395C6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8FED709-AC79-4EF1-A784-0904BEA0B5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 27이므로 27.9를 주의로 분류합니다.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D700F8-81BC-448C-A045-5E638D0260D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0으로 바뀌어 정상이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BEDBAA-0DAD-45AD-BE48-EFBA2D07614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요청은 각각 정상과 미측정이므로 이 후보는 보류합니다.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16F8AFA-7D28-4FCC-9E67-6DF92B52943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28과 미측정 문구를 유지하도록 다시 요청합니다.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0F07465-93D5-43A8-B7FD-C6B6EF6475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AAF5252-E662-49FF-B1EE-88A5939C69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36500424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9a752aa11440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9DE600-5224-48D7-A75A-EE42DF2349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29ED9AD-7471-4C06-ABFF-D29D9D11A7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B도 실제 결과가 필요합니다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3CB7BE28-963F-49DF-BC94-8B21B51299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B6E029-DC34-4F5B-88B7-8CB147BBB6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B는 이름·기준 유지와 종류·범위 검사를 설명합니다.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BFEDDE-F6E6-4763-B5D7-B9D4BEE2C67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설명은 요청과 맞는 방향입니다.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1714E48-00C5-4CBA-B6A9-99843EAC9F4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code/reviewed.py의 실제 줄과 같은 입력의 출력을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1665F96-BDDE-4C29-87B9-AFE1DBA9EC8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그럴듯한 설명은 실행 결과를 대신하지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874ED55-6B95-4D9E-AA28-413FBA09C7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CFCF0BC-BC28-4D2F-B983-CE44383E13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144823034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1e954e0ff3342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414671-3CD8-45AD-9F2B-D4A1F14C8E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E23298-75FF-46B8-9990-BA4666BB163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원본과 작업 사본 구별하기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E4380D24-4A7B-4321-A416-D65B13684B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4F67C8-071E-402E-A7F9-AEC0C2BA94D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42B731-F62E-4732-93D9-1D10471BE96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work/classifier.py는 고칠 학생 작업본입니다.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5734458-54FB-46E0-B498-FABC6FB7AA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전에 별도 사본을 남겨 처음 코드와 비교할 수 있게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AEFE16-A60B-4DCC-872C-8CFC49B659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0DF14AA-2269-4D3B-BF21-1F65FA11D9B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89351572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324fd05fd26c44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3E200F-2E05-458F-9C0C-A478E88BC5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344700B-3E54-4D76-8A5C-6F2868C572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원본과 작업 사본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1FC0815F-88DA-4D5D-9C55-226C986DF7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FE59D6-0A46-451C-90B4-1CC97C4CA88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5781B69-C4F9-4352-92E6-9A9FA764DEC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B038BDF-C1F0-45A9-B1AF-2E895DA26E9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Copy-Item work/classifier.py work/classifier-before.py</a:t>
            </a:r>
          </a:p>
        </p:txBody>
      </p:sp>
      <p:sp>
        <p:nvSpPr>
          <p:cNvPr id="8" name="">
            <a:extLst>
              <a:ext uri="{FF2B5EF4-FFF2-40B4-BE49-F238E27FC236}">
                <ns3:creationId id="{31275185-784A-4D0E-A4A5-5D737673EE76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DA0727E-A0D9-4740-B35C-FC0ACA01AF0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work/classifier.py</a:t>
            </a:r>
          </a:p>
        </p:txBody>
      </p:sp>
      <p:sp>
        <p:nvSpPr>
          <p:cNvPr id="10" name="">
            <a:extLst>
              <a:ext uri="{FF2B5EF4-FFF2-40B4-BE49-F238E27FC236}">
                <ns3:creationId id="{85C58E36-A056-470E-B448-82B5B4758ED4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B0AE7D0-434D-4300-9A6A-9C690F2EE91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code/baseline.py</a:t>
            </a:r>
          </a:p>
        </p:txBody>
      </p:sp>
      <p:sp>
        <p:nvSpPr>
          <p:cNvPr id="12" name="">
            <a:extLst>
              <a:ext uri="{FF2B5EF4-FFF2-40B4-BE49-F238E27FC236}">
                <ns3:creationId id="{7DB834BE-8EDB-4E7D-B4D6-012755A608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6F09A6BC-C15F-4CE6-95D9-279A4673C4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279859528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905f86855aa47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35B6BA-9F1F-42A0-BF2B-A4FAFE64B0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5DD68F-3AAC-43AE-981B-6D234979A3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사본을 만들 때의 주의</a:t>
            </a:r>
          </a:p>
        </p:txBody>
      </p:sp>
      <p:sp>
        <p:nvSpPr>
          <p:cNvPr id="4" name="">
            <a:extLst>
              <a:ext uri="{FF2B5EF4-FFF2-40B4-BE49-F238E27FC236}">
                <ns3:creationId id="{09AF42A8-3A72-46C9-BA4A-95DD269440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F1E158-CFA9-472C-9C60-95EFFB8E819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이름으로 복사하면 기존 파일을 덮어쓸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9B4ED9-59D9-4444-ADE9-C3CD43CD972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classifier-before.py가 이미 있으면 다른 사본 이름을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4D75AAF-1903-430E-89DB-1332651281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code와 data의 원본이나 기대값은 수정하지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134B4A-4092-4147-95D5-D8211AB4C5B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복구할 때는 남겨 둔 사본과 지금 변경을 먼저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746F31-75EA-40C6-93FD-7CF35855B8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632DA88-A438-4249-A604-97A0C4E842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456106348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a8bdc13261e49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625E9B-5488-47B7-B889-C25D3C71FC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AB814B1-4FFB-4AB8-AA82-042404740D7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FE0272-0629-44BD-B6B4-9233C6B297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채택·보류 의견을 작성하기</a:t>
            </a:r>
          </a:p>
        </p:txBody>
      </p:sp>
      <p:sp>
        <p:nvSpPr>
          <p:cNvPr id="5" name="">
            <a:extLst>
              <a:ext uri="{FF2B5EF4-FFF2-40B4-BE49-F238E27FC236}">
                <ns3:creationId id="{B56A22F7-CEDF-41B6-857B-C1F6FE1C11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CB85314-FE53-45E7-A371-B0174D9B070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D292E2F-9253-45E2-B44F-ABA4FCA8AC7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A와 B 중 어떤 후보를 먼저 검사할지 고릅니다.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6AAF7ED-DD8C-4EB6-9B48-B792C18ADED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4F95F42-5F6A-4469-99D2-64923401E0C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고른 이유를 바뀐 조건과 기대 출력으로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0A752DB-9457-47B9-89F0-428CBAF96221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DF4ED25-CC78-4148-836A-BDF74024859E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아직 직접 실행하지 않았다면 그 사실도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25D07ED-C8F3-47AD-BF67-B625C3E55AD0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B001590-A44E-4564-9C69-6F76B44525A0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work/review.md에 다음 검사 명령까지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4144895-F2C3-416B-B57B-A0480C289A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29F9277B-9FA9-451D-BFBA-994AAABE6F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482639675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b3d44ebba1e4ad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0DE51E-06BA-4413-8F25-3D5D031A72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825B2BC-BADA-460E-97A0-F9E8E9EA1B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검사할 후보와 완료 판단은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5C2D8AAE-C461-4A00-9B70-96EBBB258A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91C9CE-6897-4EF1-A16E-6F927ED3A5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B는 요청과 맞는 조건을 갖춰 먼저 검사할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16A7D77-EB99-4783-9A88-F7499DB973B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A는 기준과 미측정 처리가 달라 그대로 채택하기 어렵습니다.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D228FE7-F387-48E4-9DC6-25F0B38EC4A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아직 실행 전이면 “B를 검사할 예정”이라고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109B352-CCE9-41BA-9583-D27A0DC4989E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대상·입력·출력 없이 “전부 완료”라고 적지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CED53FF-F8A6-44A0-8ABA-77BD454EA8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33691D39-FD5E-425A-8CB1-CF610B4BD5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564128422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56562f06ef4f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F7E4F9-0B18-442A-BDD3-650A44319FF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E4C495A-F07E-4E45-B1D5-0A3EE55E8055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실행하고 작은 변경을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1E118B1C-1533-458F-AEDC-946CBC2B589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검사 프로그램으로 세 후보를 비교합니다.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FC7CA004-CB2A-4645-A936-CD0C1E2EBAF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경계만 고치는 것과 입력 종류까지 고치는 것을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3E3B21F-6C53-4F22-9F2E-611CF040DA38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BA21C4-7707-478B-982D-24C5D0C322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CC1B0C8-5CA1-4CD3-809E-172624D82F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228294040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76ceb22986c42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81D834-9FD8-4A97-BBA2-695878BB0F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CB48D2-EBFE-4F4A-B78E-1445C3640C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코드를 검사하는 명령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E458124-1F25-4860-98E2-D17D58C9FB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E01BC94-6889-45CD-8A1C-CE7BE4A28A2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course, PowerShell입니다.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3E8E752-7C18-4976-8834-A250A44936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check_cases.py는 검사 프로그램이고 마지막 경로는 검사할 코드입니다.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8744C61-70C3-4B5B-A5FC-55F0A5935C2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-X utf8은 Python의 입출력 문자 인코딩을 UTF-8로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639A799-D78A-4DF3-8E25-08621AEC89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94B868F-F910-4D8F-9808-14CB8F2EC6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121221670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b694601f6144c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A34462-1327-4B7D-B422-062639C942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2D99A8D-9CF3-4803-AD05-5ECF3CBA4A1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코드를 검사하는 명령</a:t>
            </a:r>
          </a:p>
        </p:txBody>
      </p:sp>
      <p:sp>
        <p:nvSpPr>
          <p:cNvPr id="4" name="">
            <a:extLst>
              <a:ext uri="{FF2B5EF4-FFF2-40B4-BE49-F238E27FC236}">
                <ns3:creationId id="{5289AC99-C88F-489C-9073-A4EB0C3FCE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3D961B4-2E77-427C-8A00-08AC67F7257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D6FBF63-F765-4DD9-B3A3-02061126EC7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3A11527-4DB7-42BF-898F-C640803BAD5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code/baseline.py</a:t>
            </a:r>
          </a:p>
        </p:txBody>
      </p:sp>
      <p:sp>
        <p:nvSpPr>
          <p:cNvPr id="8" name="">
            <a:extLst>
              <a:ext uri="{FF2B5EF4-FFF2-40B4-BE49-F238E27FC236}">
                <ns3:creationId id="{D327841C-D59C-4653-850B-B9DBE04E18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3AA19BD-6754-4923-A780-D35148B66F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2022242668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b1eb92539dd4b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E4CD41-1C94-4818-8DA3-D80D6D8967B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7D3855-B969-4322-8F8B-1F101173C9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코드의 실제 출력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70F46B3-52B8-4702-891F-3618E60BA2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B71084-85EF-49FA-BF0D-6C825317B3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입력은 data/cases.json의 아홉 사례입니다.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E0F0C7-4F44-461A-AA7E-DBE49A73DE9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FAIL 뒤 문구는 이 코드가 실제로 반환한 값 또는 예외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D43D015-EF06-4D16-9665-42D9C96E0C5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실패는 배우기 위한 예이므로 즉시 설치 오류로 판단하지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82FE40C-C3F3-4C34-AE44-516BC02C05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E4F8C054-FBB3-428C-ADD9-21803469B2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2083211270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fe1727f68d7348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682293-3E84-4D84-8BC0-0E2622E15C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FF2B95C-3DAB-4046-9D2C-06907FBA51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코드의 실제 출력</a:t>
            </a:r>
          </a:p>
        </p:txBody>
      </p:sp>
      <p:sp>
        <p:nvSpPr>
          <p:cNvPr id="4" name="">
            <a:extLst>
              <a:ext uri="{FF2B5EF4-FFF2-40B4-BE49-F238E27FC236}">
                <ns3:creationId id="{A9BCFDB6-CEDD-4869-8436-A8AB5D64BA1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3673DC5-60E0-4492-9F60-E2EEB6CDE91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95F5FBF-A6D9-4F7B-82BD-18A72F78631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E2CD2BE-1782-4410-98FC-972150C5AD7A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zero PASS 정상</a:t>
            </a:r>
          </a:p>
        </p:txBody>
      </p:sp>
      <p:sp>
        <p:nvSpPr>
          <p:cNvPr id="8" name="">
            <a:extLst>
              <a:ext uri="{FF2B5EF4-FFF2-40B4-BE49-F238E27FC236}">
                <ns3:creationId id="{4ADECCA8-2BE6-4E73-A2A4-84691571C9E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844C01-120F-4B08-8BA1-00F93E34C4F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below PASS 정상</a:t>
            </a:r>
          </a:p>
        </p:txBody>
      </p:sp>
      <p:sp>
        <p:nvSpPr>
          <p:cNvPr id="10" name="">
            <a:extLst>
              <a:ext uri="{FF2B5EF4-FFF2-40B4-BE49-F238E27FC236}">
                <ns3:creationId id="{1DEF97D2-E503-423C-9D56-7F287E55765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F47FFB2-2B17-4753-AD68-F52A3A74C2A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boundary FAIL 정상</a:t>
            </a:r>
          </a:p>
        </p:txBody>
      </p:sp>
      <p:sp>
        <p:nvSpPr>
          <p:cNvPr id="12" name="">
            <a:extLst>
              <a:ext uri="{FF2B5EF4-FFF2-40B4-BE49-F238E27FC236}">
                <ns3:creationId id="{892C605A-D4CF-45F8-8205-76F13565363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039267A-3342-46C2-9196-47DE55D58180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above PASS 주의</a:t>
            </a:r>
          </a:p>
        </p:txBody>
      </p:sp>
      <p:sp>
        <p:nvSpPr>
          <p:cNvPr id="14" name="">
            <a:extLst>
              <a:ext uri="{FF2B5EF4-FFF2-40B4-BE49-F238E27FC236}">
                <ns3:creationId id="{EE7B31D6-71DF-4AB2-8275-F033C0E0735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71BF4B6A-8C00-4C61-9A80-7095235BD180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missing FAIL 정상</a:t>
            </a:r>
          </a:p>
        </p:txBody>
      </p:sp>
      <p:sp>
        <p:nvSpPr>
          <p:cNvPr id="16" name="">
            <a:extLst>
              <a:ext uri="{FF2B5EF4-FFF2-40B4-BE49-F238E27FC236}">
                <ns3:creationId id="{0C94A22F-B968-4D84-A7D2-D221EA35C90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B806CD8C-54C9-41D8-AEA2-DA3F5349082F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FAIL TypeError</a:t>
            </a:r>
          </a:p>
        </p:txBody>
      </p:sp>
      <p:sp>
        <p:nvSpPr>
          <p:cNvPr id="18" name="">
            <a:extLst>
              <a:ext uri="{FF2B5EF4-FFF2-40B4-BE49-F238E27FC236}">
                <ns3:creationId id="{9C28FC13-1D49-454B-9359-000D4B1D4B7E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A72E66C6-46AE-48DC-9A2C-F023C6EC52A7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boolean FAIL 정상</a:t>
            </a:r>
          </a:p>
        </p:txBody>
      </p:sp>
      <p:sp>
        <p:nvSpPr>
          <p:cNvPr id="20" name="">
            <a:extLst>
              <a:ext uri="{FF2B5EF4-FFF2-40B4-BE49-F238E27FC236}">
                <ns3:creationId id="{02DD77BE-855A-4EFA-AB93-76936D183A1F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924021DB-FD44-4FC7-9525-1E4E45B0E7F5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negative FAIL 정상</a:t>
            </a:r>
          </a:p>
        </p:txBody>
      </p:sp>
      <p:sp>
        <p:nvSpPr>
          <p:cNvPr id="22" name="">
            <a:extLst>
              <a:ext uri="{FF2B5EF4-FFF2-40B4-BE49-F238E27FC236}">
                <ns3:creationId id="{2AEE99C2-1E91-429A-BF79-6A062F4B1B1D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E0D1E68A-1F90-4825-9398-A245B7EF8F90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high FAIL 주의</a:t>
            </a:r>
          </a:p>
        </p:txBody>
      </p:sp>
      <p:sp>
        <p:nvSpPr>
          <p:cNvPr id="24" name="">
            <a:extLst>
              <a:ext uri="{FF2B5EF4-FFF2-40B4-BE49-F238E27FC236}">
                <ns3:creationId id="{4E761157-322B-4075-A754-57B31EF87275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33D5850C-3353-4961-808E-7966F243F4AC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통과 3/9</a:t>
            </a:r>
          </a:p>
        </p:txBody>
      </p:sp>
      <p:sp>
        <p:nvSpPr>
          <p:cNvPr id="26" name="">
            <a:extLst>
              <a:ext uri="{FF2B5EF4-FFF2-40B4-BE49-F238E27FC236}">
                <ns3:creationId id="{95FDDCB0-5D7D-4B88-B7CA-DFC898DB0A0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E3B8FCB9-8252-4740-BE0A-2A5BFF5963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606053441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07bf7ffbcb644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CA9CA6F-6377-4026-8207-1666F90DE8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187AE2C-D485-412F-BC60-97FF97E561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결과를 읽는 순서</a:t>
            </a:r>
          </a:p>
        </p:txBody>
      </p:sp>
      <p:sp>
        <p:nvSpPr>
          <p:cNvPr id="4" name="">
            <a:extLst>
              <a:ext uri="{FF2B5EF4-FFF2-40B4-BE49-F238E27FC236}">
                <ns3:creationId id="{09B5C02D-3EA6-4C4C-B2F7-7DCA9965B04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BE37AF-CCFC-443C-B65E-2FF9DAB2CF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boundary는 입력 28이며 기대는 주의인데 실제는 정상입니다.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3F112AD-E944-400A-AAD2-4F5EE65767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missing은 미측정인데 실제는 정상입니다.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E45DFEB-F636-4292-A517-9CC0601C549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text는 문자와 숫자를 비교하다 TypeError가 발생했습니다.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0D1FBA0-670B-40A7-A2D6-F421A5C3CE9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종료 코드 1은 기대와 다른 사례가 있었다는 뜻입니다.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A5CC93C-E781-412F-920F-057558B7AAA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00E564B-2ED2-48E9-A4BC-DB217553B8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684589175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94f424ce15542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125EA0-993D-41B6-9F7E-549F59A71E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E224B13-C213-4B65-B1F3-E381C9C465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고칠 작업 함수 전체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EC07A3C-CBC1-4C55-AC75-D823B2B8DE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12E87B-9496-4093-9824-D33CC6AAB86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work/classifier.py의 초기 함수입니다.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29FBFF-2496-4DFE-8A41-D470566F58E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파일에서 함수를 새로 쓰는 과제가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13D5AE24-E490-4B04-B5A6-8EDDFF48A3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짧은 함수의 조건을 읽고 지정한 부분부터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C673D2-3D34-475C-9036-BBE999BEE3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A289231-3C53-49CE-9856-8322D03056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568560834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fa731e1d3a5c4c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6951FB-5121-45E1-B354-CB33AEC81D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ACC563D-F0AC-4095-B959-EBBEB03CF6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고칠 작업 함수 전체</a:t>
            </a:r>
          </a:p>
        </p:txBody>
      </p:sp>
      <p:sp>
        <p:nvSpPr>
          <p:cNvPr id="4" name="">
            <a:extLst>
              <a:ext uri="{FF2B5EF4-FFF2-40B4-BE49-F238E27FC236}">
                <ns3:creationId id="{42CBCAB4-2805-4CAD-B06E-BBFB5400EE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120F7C-3AE2-422F-9715-F6385431D9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1000B84-62D8-4E09-80F7-D5256BC2CC3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77DC9D4-084B-4EFA-BE40-A97BC642F07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threshold=28):</a:t>
            </a:r>
          </a:p>
        </p:txBody>
      </p:sp>
      <p:sp>
        <p:nvSpPr>
          <p:cNvPr id="8" name="">
            <a:extLst>
              <a:ext uri="{FF2B5EF4-FFF2-40B4-BE49-F238E27FC236}">
                <ns3:creationId id="{C6A24F96-B961-4530-9ED7-713D0121813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C183EBB-E155-4CDD-AA96-69828ADDFD6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ACB0A5D2-4D43-48DA-9943-C732ED95D77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F19E8E5-0D3D-4F77-99D5-CE0146C5D2C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"정상"</a:t>
            </a:r>
          </a:p>
        </p:txBody>
      </p:sp>
      <p:sp>
        <p:nvSpPr>
          <p:cNvPr id="12" name="">
            <a:extLst>
              <a:ext uri="{FF2B5EF4-FFF2-40B4-BE49-F238E27FC236}">
                <ns3:creationId id="{B730C6E1-024B-4B53-82E6-C5AAB6BA0269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B0EE46E-A73C-4961-AB64-884AE7B6BFC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 threshold:</a:t>
            </a:r>
          </a:p>
        </p:txBody>
      </p:sp>
      <p:sp>
        <p:nvSpPr>
          <p:cNvPr id="14" name="">
            <a:extLst>
              <a:ext uri="{FF2B5EF4-FFF2-40B4-BE49-F238E27FC236}">
                <ns3:creationId id="{811BFDC9-2D2A-4C5F-97CE-5142BEE89C0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679E583D-2103-4AB5-A730-B4DF0A513E33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"주의"</a:t>
            </a:r>
          </a:p>
        </p:txBody>
      </p:sp>
      <p:sp>
        <p:nvSpPr>
          <p:cNvPr id="16" name="">
            <a:extLst>
              <a:ext uri="{FF2B5EF4-FFF2-40B4-BE49-F238E27FC236}">
                <ns3:creationId id="{795E9E61-2F3C-4DF8-B65B-D61A24272381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431EEEF1-ACC8-4CD2-A386-DAD4D95B6197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18" name="">
            <a:extLst>
              <a:ext uri="{FF2B5EF4-FFF2-40B4-BE49-F238E27FC236}">
                <ns3:creationId id="{B416790D-58A2-4114-ACE9-AB8C0B1C9B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66FDAD74-894B-4EC3-9DE7-70EF6FCBE4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52355213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234b2142974ef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745C30-30D7-4F5F-8F37-847BC7BDB4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A19B900-B78A-446E-BE49-7F7E4F338B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if와 return을 한 줄씩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8EBBC76E-0D4F-4588-A8F5-F169D37119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5E1890-EC1F-4994-B0FA-046C925B65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조건이 참일 때 아래 들여쓴 문장을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AACFFB-1806-4B07-A870-26BBAD2CB91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 is None은 측정값 없음인지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6580615-C590-47AD-9FB5-917165D5B52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return은 결과 문구를 돌려주고 이번 함수 호출을 끝냅니다.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4E3821E-611B-4D57-9D66-DDDF930E07F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return은 앞 조건에 걸리지 않은 경우의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C1DC046-AB53-4F62-A323-12861F2806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21C1312-03C7-4B31-892A-676E07FB25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754314011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78fbdea9c42f4e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76EB33-208B-4677-AC01-F4623ABBB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C2378F5-060B-42FD-8205-24EE7ECD18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EBE2437-A78C-411D-AB91-3D3EFA27A5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기호만 바꾸고 다시 검사</a:t>
            </a:r>
          </a:p>
        </p:txBody>
      </p:sp>
      <p:sp>
        <p:nvSpPr>
          <p:cNvPr id="5" name="">
            <a:extLst>
              <a:ext uri="{FF2B5EF4-FFF2-40B4-BE49-F238E27FC236}">
                <ns3:creationId id="{A7A5B236-82A7-4C78-B5E3-72268A5CAE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986840-B663-4C11-B7A0-58F8C13489E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5AFE9AC-52B9-48FC-B48D-DAF953E5AD5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work/classifier.py에서 &gt;를 &gt;=로 고쳐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6D8670-1036-4099-9D85-3E324A87DB1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A97F484-54D5-4AFC-A1AA-64CE1DF2BC9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 28과 다른 줄은 그대로 둡니다.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6F91605-AF9B-4583-8B49-7E1C7A58916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E40E81E-4684-4806-B140-0B1C1D2D59A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다음 명령으로 작업본을 검사하고 바뀐 사례를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9E88128-0DEB-44B2-8F31-8955982BCD19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4A3B3E7-A9E9-4066-AAEF-C365B40C7C6B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미측정과 문자 문제도 함께 해결됐는지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A5F37E67-6CF3-4A4B-AC09-E3B327CC1DD8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code/check_cases.py work/classifier.py</a:t>
            </a:r>
          </a:p>
        </p:txBody>
      </p:sp>
      <p:sp>
        <p:nvSpPr>
          <p:cNvPr id="15" name="">
            <a:extLst>
              <a:ext uri="{FF2B5EF4-FFF2-40B4-BE49-F238E27FC236}">
                <ns3:creationId id="{0282F70A-0DEB-408A-80EA-24D6D68724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6" name="">
            <a:extLst>
              <a:ext uri="{FF2B5EF4-FFF2-40B4-BE49-F238E27FC236}">
                <ns3:creationId id="{30D58618-4786-48DB-A81B-9C2307A06B5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860801080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26de6f8a9b34e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31BF09-656E-46B1-ADBC-91A83C0614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2D2BDCD-7636-4679-ADAE-FCF12789AF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경계는 고쳤지만 전체는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D40D11BC-FEB8-444E-9229-04279FE7F8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17BF32-7C0E-46AE-9FB1-9CFC1471A00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28이 정상에서 주의로 바뀌어 boundary가 PASS가 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4936B65-C088-4488-B398-FE1FBF3BBFD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변경만 하면 제공 사례는 4/9 통과입니다.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029524-3806-4382-A194-08A8C4C792C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None·문자·불리언·범위 밖 처리는 여전히 잘못되어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CD18C8-C31B-48C8-A07F-8D417233EE9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기호 하나의 성공을 전체 기능 완료로 확대하지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476781B-2120-4068-A98D-F708248EF0E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782B65C-A2DB-4600-B6E2-BCCFD8053F7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486719629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78f1bbf4ede48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237705-9DBD-41AD-BDBC-3AFAA944CFC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E5FFAF8-8FD6-4973-94D1-31A0529F438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종류와 범위까지 확인한 함수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8C92868B-012A-4B15-B0AE-1903C9C6073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3F34F5-6D63-4058-86BC-362116318C7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완성 예제: code/reviewed.py입니다.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26EAA2-42B8-4112-9B70-0211FC58C3A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work/classifier.py에 이 조건을 적용해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2438A5-8279-4708-8793-98DAC1A6891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기준과 반환 문자열은 요청서와 같은지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C1D408D-D481-4C9C-BD89-7849BF8203E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F51CBDF-1FEB-443A-B2BF-87F6635FD7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651934738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9fcde910635842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83B02F-0FD2-4B3B-AFC8-FBB556E762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EDDC449-F740-446D-88DB-E096B52E9A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종류와 범위까지 확인한 함수</a:t>
            </a:r>
          </a:p>
        </p:txBody>
      </p:sp>
      <p:sp>
        <p:nvSpPr>
          <p:cNvPr id="4" name="">
            <a:extLst>
              <a:ext uri="{FF2B5EF4-FFF2-40B4-BE49-F238E27FC236}">
                <ns3:creationId id="{F7892A5E-96FD-4AC3-8488-A8E515AE307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672389-CCBA-41C7-9F60-2155E9E5574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94937D6-6F0B-48C7-AA28-6533A5D574F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8569874-5DD7-4642-AD0E-53374AF8AE9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threshold=28):</a:t>
            </a:r>
          </a:p>
        </p:txBody>
      </p:sp>
      <p:sp>
        <p:nvSpPr>
          <p:cNvPr id="8" name="">
            <a:extLst>
              <a:ext uri="{FF2B5EF4-FFF2-40B4-BE49-F238E27FC236}">
                <ns3:creationId id="{2ABD989A-CE87-4E33-A328-EE2BD4217DC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338199B-B507-44F4-AD5B-033C1060E06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407FCCF5-E089-4600-9D6C-61D0AF0804B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839462C-743D-47A8-93F8-D42E0C7C3C7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0BAB08D6-591C-4E94-BA9C-4CF9C6C16ED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3F71B39-AE4C-4F55-8476-E1F48ECF22A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type(value) not in (int, float):</a:t>
            </a:r>
          </a:p>
        </p:txBody>
      </p:sp>
      <p:sp>
        <p:nvSpPr>
          <p:cNvPr id="14" name="">
            <a:extLst>
              <a:ext uri="{FF2B5EF4-FFF2-40B4-BE49-F238E27FC236}">
                <ns3:creationId id="{0BEDFE1E-CE4E-42FC-B36C-C17050969B7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EC896CC4-B817-4E84-BCB3-B082CD02B2D2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"입력 오류"</a:t>
            </a:r>
          </a:p>
        </p:txBody>
      </p:sp>
      <p:sp>
        <p:nvSpPr>
          <p:cNvPr id="16" name="">
            <a:extLst>
              <a:ext uri="{FF2B5EF4-FFF2-40B4-BE49-F238E27FC236}">
                <ns3:creationId id="{1DE9A976-6698-4CE6-B62D-7014EE289F9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F3ACE243-D001-425C-933B-7CD60C59E871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not 0 &lt;= value &lt;= 50:</a:t>
            </a:r>
          </a:p>
        </p:txBody>
      </p:sp>
      <p:sp>
        <p:nvSpPr>
          <p:cNvPr id="18" name="">
            <a:extLst>
              <a:ext uri="{FF2B5EF4-FFF2-40B4-BE49-F238E27FC236}">
                <ns3:creationId id="{0CB0B5BF-693F-430E-8A6C-B4ADAD49286C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4213E9DA-E0D8-47EC-A3F1-1D1BC7EFE549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"입력 오류"</a:t>
            </a:r>
          </a:p>
        </p:txBody>
      </p:sp>
      <p:sp>
        <p:nvSpPr>
          <p:cNvPr id="20" name="">
            <a:extLst>
              <a:ext uri="{FF2B5EF4-FFF2-40B4-BE49-F238E27FC236}">
                <ns3:creationId id="{41E81702-0650-4E62-B921-0BE8C505504B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B7899ADE-1820-4E09-9965-1D79D303A167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threshold:</a:t>
            </a:r>
          </a:p>
        </p:txBody>
      </p:sp>
      <p:sp>
        <p:nvSpPr>
          <p:cNvPr id="22" name="">
            <a:extLst>
              <a:ext uri="{FF2B5EF4-FFF2-40B4-BE49-F238E27FC236}">
                <ns3:creationId id="{20522F75-0CA4-440F-AA87-E23FFBA87C59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99FDBF91-087C-4AE2-99AC-13D5B81E79C5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"주의"</a:t>
            </a:r>
          </a:p>
        </p:txBody>
      </p:sp>
      <p:sp>
        <p:nvSpPr>
          <p:cNvPr id="24" name="">
            <a:extLst>
              <a:ext uri="{FF2B5EF4-FFF2-40B4-BE49-F238E27FC236}">
                <ns3:creationId id="{E9608400-12FB-42EC-8C8A-2ADD6645D0B2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ADA99847-641D-4855-8F8D-57AA13355258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26" name="">
            <a:extLst>
              <a:ext uri="{FF2B5EF4-FFF2-40B4-BE49-F238E27FC236}">
                <ns3:creationId id="{8094B9FF-0449-4859-B215-A1D2AE918A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BAF2A702-B1E9-4570-8EB7-3DBFA391B87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828983830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b1caf8c1f2f48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F755B5-6BEE-4886-AE03-F53BB8D137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0F9340-B666-4725-AE0F-121AF0416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가지 검사가 먼저 필요한 이유</a:t>
            </a:r>
          </a:p>
        </p:txBody>
      </p:sp>
      <p:sp>
        <p:nvSpPr>
          <p:cNvPr id="4" name="">
            <a:extLst>
              <a:ext uri="{FF2B5EF4-FFF2-40B4-BE49-F238E27FC236}">
                <ns3:creationId id="{0048FC4C-F7D7-4596-8380-C240373922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A26389-320F-49FD-875D-24721939E3E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숫자를 비교하기 전에 미측정으로 끝냅니다.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D60FF4-33A9-42EF-AA80-65BFE4E3458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type은 값의 종류를 읽고 int·float만 허용합니다.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8EAA6DA-E0FC-4858-AA70-5DC0BF06AE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not in은 이 두 종류에 포함되지 않으면 참이라는 뜻입니다.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4BA081C-035D-47B6-87FA-38F07B86CC8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종류 확인 뒤 0 &lt;= value &lt;= 50으로 범위를 검사합니다.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088F85C-A152-41CF-BE88-19FE864757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8E6C6FD9-147C-4AD3-AF74-CE92F3B700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319260544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adb6843afc342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AEA2A6-4D67-465C-B581-109C7CE751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9A95FDC-7DF8-4435-96A5-42429FD221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True를 숫자로 받지 않는 이유</a:t>
            </a:r>
          </a:p>
        </p:txBody>
      </p:sp>
      <p:sp>
        <p:nvSpPr>
          <p:cNvPr id="4" name="">
            <a:extLst>
              <a:ext uri="{FF2B5EF4-FFF2-40B4-BE49-F238E27FC236}">
                <ns3:creationId id="{821B932F-27CC-45CB-A632-B0D9BA502F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07B97EE-FAA6-4784-97E4-89B3FCE2C12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True는 참·거짓 값이며 이번 요청에서 온도가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A7C87642-7CD2-4642-B53B-01D7D673B2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Python에서 불리언은 정수처럼 다뤄질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C981BB4-8ED8-4713-B6A5-9A6F161552F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정확한 type이 int 또는 float인지 확인해 True를 제외합니다.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02C0104-6196-4E7C-B0BF-019D94C36F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0은 int인 유효 측정값이므로 None과 섞지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14C7AEC-D5A6-4307-A1F6-8075DAC081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941F63E-C46C-4062-88CF-1094B7EA97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798839441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28b593ab5bd43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9BBDD9-D587-462A-A580-543DC1A21A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7DCBC1F-A03F-4617-9B2A-95E4118953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후보를 같은 사례로 검사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E3D5A7B-7AA4-4FD5-9BB3-26DB1A8E26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5B571D-5303-4C33-9BE7-B771E2AC19E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E8AB79-C85D-4256-B2D1-C3836E63B19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완성 코드와 내가 수정한 작업본을 각각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E2CE61-829E-43BF-A53F-4994290672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파일을 검사하는 명령의 마지막 경로만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FDD30E-5022-4195-A3EC-F5C637B2A6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614F85CE-CD92-40EF-9F1E-288C1DA294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37970568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0aa04b4f0f644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ABACE9-6BD7-4E9B-91E6-A47C120397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EEDE739-0C88-4EDD-AFEB-AA5ED9C9E6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후보를 같은 사례로 검사</a:t>
            </a:r>
          </a:p>
        </p:txBody>
      </p:sp>
      <p:sp>
        <p:nvSpPr>
          <p:cNvPr id="4" name="">
            <a:extLst>
              <a:ext uri="{FF2B5EF4-FFF2-40B4-BE49-F238E27FC236}">
                <ns3:creationId id="{E2171BC9-2381-479C-8EE8-024A9BA807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50FF5C-B2EB-4520-89C8-2558BFF962F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D1DF56A-5181-410C-A7E7-3AC300AFA46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DDE3F5F-203D-4D5C-90EC-5CA791C3D6B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code/reviewed.py</a:t>
            </a:r>
          </a:p>
        </p:txBody>
      </p:sp>
      <p:sp>
        <p:nvSpPr>
          <p:cNvPr id="8" name="">
            <a:extLst>
              <a:ext uri="{FF2B5EF4-FFF2-40B4-BE49-F238E27FC236}">
                <ns3:creationId id="{E0E84EA2-DCF4-4ADA-9303-373DF005483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8A7E843-6FFD-493D-853A-3AA046829ED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work/classifier.py</a:t>
            </a:r>
          </a:p>
        </p:txBody>
      </p:sp>
      <p:sp>
        <p:nvSpPr>
          <p:cNvPr id="10" name="">
            <a:extLst>
              <a:ext uri="{FF2B5EF4-FFF2-40B4-BE49-F238E27FC236}">
                <ns3:creationId id="{0C7E46B4-E14D-4045-89B2-0A85661428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FAE1BF77-C5B0-4492-A1B4-8FFEB3B6FB5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268896081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f5a1dfca8f943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E7A208-BE71-4B76-98B1-CE8977888E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533A720-E3AA-460D-BA58-57F1AA326AC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코드의 실제 출력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7F601F7-794B-4965-85BE-83586819F6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27A09B0-76D8-4AF9-91D7-932240944EE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아홉 입력의 기대값과 실제 출력이 일치합니다.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C846F5-7B8E-4F86-87B9-6E719BAEBFF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통과 9/9는 이 아홉 사례의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0DC911-6E87-4434-9957-4097907757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미래 입력과 실제 장비의 안전까지 뜻하지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A69D975-6016-46F9-9122-1823F52321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0CC13DB1-8A8C-45A9-8739-92480E6F9B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614897732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91c8fb29d5e940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F450F7-61F5-4E6F-9EB5-7B923D2830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BFD1FC9-26FF-428D-BBA5-39A486E18E6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코드의 실제 출력</a:t>
            </a:r>
          </a:p>
        </p:txBody>
      </p:sp>
      <p:sp>
        <p:nvSpPr>
          <p:cNvPr id="4" name="">
            <a:extLst>
              <a:ext uri="{FF2B5EF4-FFF2-40B4-BE49-F238E27FC236}">
                <ns3:creationId id="{EC338238-E062-49F7-84DC-DD9FC7C12A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5F35F79-459C-47FD-A2AF-261E08B878D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2794EC6-FBC8-45E6-B36C-E35258AFBF1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9E51678-2360-4670-AD70-15699D49E31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zero PASS 정상</a:t>
            </a:r>
          </a:p>
        </p:txBody>
      </p:sp>
      <p:sp>
        <p:nvSpPr>
          <p:cNvPr id="8" name="">
            <a:extLst>
              <a:ext uri="{FF2B5EF4-FFF2-40B4-BE49-F238E27FC236}">
                <ns3:creationId id="{F2A79F24-980C-4597-A66C-CBF7913FA2E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5C88441-9708-45D2-8C9D-B95D08BE26D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below PASS 정상</a:t>
            </a:r>
          </a:p>
        </p:txBody>
      </p:sp>
      <p:sp>
        <p:nvSpPr>
          <p:cNvPr id="10" name="">
            <a:extLst>
              <a:ext uri="{FF2B5EF4-FFF2-40B4-BE49-F238E27FC236}">
                <ns3:creationId id="{E55A3929-D7BC-421D-9A36-3F139276802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C7D1786-5027-437C-AA06-DB7DB6AC10F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boundary PASS 주의</a:t>
            </a:r>
          </a:p>
        </p:txBody>
      </p:sp>
      <p:sp>
        <p:nvSpPr>
          <p:cNvPr id="12" name="">
            <a:extLst>
              <a:ext uri="{FF2B5EF4-FFF2-40B4-BE49-F238E27FC236}">
                <ns3:creationId id="{2DB6546F-A178-492B-9833-A21C727A9C8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20E53BD-9509-4508-AC1B-F3650C0CDC0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above PASS 주의</a:t>
            </a:r>
          </a:p>
        </p:txBody>
      </p:sp>
      <p:sp>
        <p:nvSpPr>
          <p:cNvPr id="14" name="">
            <a:extLst>
              <a:ext uri="{FF2B5EF4-FFF2-40B4-BE49-F238E27FC236}">
                <ns3:creationId id="{FF385F1D-9BCC-47BD-A7DA-35C3F495EA3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FCE3C92-60DC-47FC-B8C2-362DE76D6BF8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missing PASS 미측정</a:t>
            </a:r>
          </a:p>
        </p:txBody>
      </p:sp>
      <p:sp>
        <p:nvSpPr>
          <p:cNvPr id="16" name="">
            <a:extLst>
              <a:ext uri="{FF2B5EF4-FFF2-40B4-BE49-F238E27FC236}">
                <ns3:creationId id="{A8D9F1E6-CF6A-4741-BE90-9F7B5D23725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6394F05-F48E-42FE-A356-65FD19816F68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PASS 입력 오류</a:t>
            </a:r>
          </a:p>
        </p:txBody>
      </p:sp>
      <p:sp>
        <p:nvSpPr>
          <p:cNvPr id="18" name="">
            <a:extLst>
              <a:ext uri="{FF2B5EF4-FFF2-40B4-BE49-F238E27FC236}">
                <ns3:creationId id="{D52C56BD-F181-448E-B42B-D5692468E234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C8098C31-2F3A-419F-A57D-F064D11270FA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boolean PASS 입력 오류</a:t>
            </a:r>
          </a:p>
        </p:txBody>
      </p:sp>
      <p:sp>
        <p:nvSpPr>
          <p:cNvPr id="20" name="">
            <a:extLst>
              <a:ext uri="{FF2B5EF4-FFF2-40B4-BE49-F238E27FC236}">
                <ns3:creationId id="{A9D5548E-95C9-43A9-8308-51D590B6CA7E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F46EC1F-F060-4F78-831D-3CE6CB8B797C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negative PASS 입력 오류</a:t>
            </a:r>
          </a:p>
        </p:txBody>
      </p:sp>
      <p:sp>
        <p:nvSpPr>
          <p:cNvPr id="22" name="">
            <a:extLst>
              <a:ext uri="{FF2B5EF4-FFF2-40B4-BE49-F238E27FC236}">
                <ns3:creationId id="{0731A234-7064-463B-B371-16CC401C809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1D885F7B-3F74-49BE-80F8-262CAB7B9BEC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high PASS 입력 오류</a:t>
            </a:r>
          </a:p>
        </p:txBody>
      </p:sp>
      <p:sp>
        <p:nvSpPr>
          <p:cNvPr id="24" name="">
            <a:extLst>
              <a:ext uri="{FF2B5EF4-FFF2-40B4-BE49-F238E27FC236}">
                <ns3:creationId id="{A1C36347-613C-44B8-ADC9-558DE5BFBBAB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36A472C0-E279-4830-A700-31D218610313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통과 9/9</a:t>
            </a:r>
          </a:p>
        </p:txBody>
      </p:sp>
      <p:sp>
        <p:nvSpPr>
          <p:cNvPr id="26" name="">
            <a:extLst>
              <a:ext uri="{FF2B5EF4-FFF2-40B4-BE49-F238E27FC236}">
                <ns3:creationId id="{09FB2407-035E-41B2-9B4F-D0659CEA37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10C8B9F5-460E-4D25-9091-C817CE9E48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472526670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c7cff63ca0f44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686C9B-EEEA-4135-9211-74B1A91CC1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4151FF1-768E-44F3-A82B-81307597AE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9D1B325-7835-436A-A4B4-D99AB32709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종류와 조건 순서 판단하기</a:t>
            </a:r>
          </a:p>
        </p:txBody>
      </p:sp>
      <p:sp>
        <p:nvSpPr>
          <p:cNvPr id="5" name="">
            <a:extLst>
              <a:ext uri="{FF2B5EF4-FFF2-40B4-BE49-F238E27FC236}">
                <ns3:creationId id="{66E87E70-D1EF-44D0-8A66-ABEF6FD1062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BF6FDB6-50A1-4365-8038-46F48E39EC3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D0F8167-0507-4403-87B1-63014876616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0·None·True·“28”·50·51의 기대 문구를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C3D5B1-4B81-4479-A507-3020B71E2B4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E11B9A9-1988-4E5E-869A-718D370D7C0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값이 어느 조건에서 함수 호출을 끝내는지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F9304C-AA6D-4524-AE36-00A7AA43A18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1D221CE-7134-48CF-9E87-6B85B7BF880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문자에서 먼저 &gt;=를 비교하면 생길 문제를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F358D50-E0B9-4BC1-B7A2-4387CCD49D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672C7B38-FAB0-4D04-8636-9A630C46FF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1238404092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ca9b17819a4e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D156D0-8B87-4182-A5A2-517939E15D1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0A23829-6695-4590-B26E-3F222378E8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종류를 확인하고 비교합니다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92D190BD-CC5A-49CC-81AA-E6E9014EC3E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313074-700C-4088-B956-9335AC7528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0은 정상, None은 미측정입니다.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71B15B8-2C41-40AB-A491-0023336F10E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True와 “28”은 입력 오류입니다.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794E781-5F69-4C40-83DB-1237C99E7EE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50은 유효한 숫자이면서 기준 이상이므로 주의입니다.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208A06-3ADF-44DA-9652-707C3F6AA54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51은 범위 밖이어서 입력 오류이며 문자 비교는 예외를 낼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B9BDCB4-9BF4-48BF-96CF-0855AC43AB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A177831-276A-4B81-9E83-91664EBCE9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700991855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d528e0d6ceb4e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C64518A-93E5-41E4-B126-92E7E2B30FE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0696BA4-09D7-428F-BA00-43E64AA0953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오류를 재현하고 다시 검사하기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0CB9DAD8-1BE0-4D24-A2BF-84DA700DB77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사람이 같은 실패를 볼 수 있도록 보고서를 씁니다.</a:t>
            </a:r>
          </a:p>
        </p:txBody>
      </p:sp>
      <p:sp>
        <p:nvSpPr>
          <p:cNvPr id="5" name="">
            <a:extLst>
              <a:ext uri="{FF2B5EF4-FFF2-40B4-BE49-F238E27FC236}">
                <ns3:creationId id="{5DF1777D-650D-45C4-B94A-2ED13742805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문제를 고친 뒤 이전 사례도 다시 검사합니다.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BBD711-E06D-4634-8234-97BFDC84C835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B3A9DA0-66D1-4557-94AC-0D2DF813B3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DD18D580-1BC5-4F5C-B1D6-ADB50946FBF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1833959705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a3c67ba17c547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D8E497-125F-40AA-95D9-EF03D2CAB5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99E9B83-5CC2-46C4-A7FB-3A560C2985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A의 실패 다시 보기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4C07549-0C4B-4C7B-8A59-76810874F8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2DB3C4-01E5-46E3-98B8-7023E5372F5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52B0C3-5DF8-45E7-A859-9148F6B583D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입력과 기대값은 바꾸지 않고 실행 대상만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58A67766-AFF7-4E07-8174-DDDCF1FDC14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27.9와 None 사례를 중심으로 출력표를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7C83333-BD35-4FB9-8132-68508449C6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6BAEE70-280F-4C11-BB3B-A477AA0DCB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686573016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6b73c63fc6941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389FCC-DC16-4D01-816E-2465353D37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5AB661D-9D66-4C59-9A5B-444A58362E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A의 실패 다시 보기</a:t>
            </a:r>
          </a:p>
        </p:txBody>
      </p:sp>
      <p:sp>
        <p:nvSpPr>
          <p:cNvPr id="4" name="">
            <a:extLst>
              <a:ext uri="{FF2B5EF4-FFF2-40B4-BE49-F238E27FC236}">
                <ns3:creationId id="{FD3BCB41-4FFA-422D-92E0-8683259066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5C327D-477A-45F9-98D7-ED7C03079BF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C3351A4-E682-41AA-B6FE-6CB30C89336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3AF61A9-0CE1-48DA-AEE5-984C0FD7F73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code/proposal_a.py</a:t>
            </a:r>
          </a:p>
        </p:txBody>
      </p:sp>
      <p:sp>
        <p:nvSpPr>
          <p:cNvPr id="8" name="">
            <a:extLst>
              <a:ext uri="{FF2B5EF4-FFF2-40B4-BE49-F238E27FC236}">
                <ns3:creationId id="{C98B728B-EFAB-4D26-9451-72EDC64CE1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C5A611E-51AE-46BA-B03C-58AF8A97E0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739224899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44342872a3f4c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0F61EA-BD1C-4DD5-AB6D-D0F60E0B7E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D07A04D-438A-4BA4-AB1B-9F9DCC2D41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보고서에 적을 재현 정보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92E7268B-B4A5-4B67-8F03-F63B4B21BCF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7B1AC4A-26DF-4673-BEA4-7A85927F44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work/review.md에 구체적인 값과 문구를 남깁니다.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8F314DB1-81AF-4673-8421-1A74F4B464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EB015DDB-A5CB-4344-BC5A-FFADE497A8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954608878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38ff29477a45c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BFC16D-93DC-4829-9D8D-1EFE68473E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7367B5A-73A8-4316-B46A-A00FB97CC9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보고서에 적을 재현 정보</a:t>
            </a:r>
          </a:p>
        </p:txBody>
      </p:sp>
      <p:sp>
        <p:nvSpPr>
          <p:cNvPr id="4" name="">
            <a:extLst>
              <a:ext uri="{FF2B5EF4-FFF2-40B4-BE49-F238E27FC236}">
                <ns3:creationId id="{1C03E2AA-4DE1-4976-88EE-F9DF943530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515075"/>
                <a:gridCol w="830532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제목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27.9가 주의로 분류됨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code/proposal_a.py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course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code/check_cases.py code/proposal_a.py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입력·기대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 → 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below FAIL 주의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E3A09B12-FAC3-4491-9A5B-E77C45886C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E0129A92-30E0-4FF8-8CF0-63FFCD127B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812136925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c18c88c324d4b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0EFF29-7F97-437D-9A33-8DD8308AE3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9044EF7-D1B9-4982-96B6-CADDB849D0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관찰한 것과 추정한 것</a:t>
            </a:r>
          </a:p>
        </p:txBody>
      </p:sp>
      <p:sp>
        <p:nvSpPr>
          <p:cNvPr id="4" name="">
            <a:extLst>
              <a:ext uri="{FF2B5EF4-FFF2-40B4-BE49-F238E27FC236}">
                <ns3:creationId id="{C3924A9F-6E99-4FCC-B43A-937FD7D55E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975CBC-89D0-41AB-85E6-F64FBA89A0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관찰: below 사례의 실제 출력은 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6F0F4E1-9FD1-4642-91BE-32F59A673A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추정: threshold가 27로 바뀐 것이 원인으로 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4D619F4-D55F-4B8B-A1CE-924A284804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추정은 코드 줄을 읽고 같은 입력을 다시 넣어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4E1A647-6C5F-437E-A496-72E896C4AE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“뭔가 안 돼요”만 적으면 다른 사람이 같은 실패를 만들기 어렵습니다.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97AB335-C8BC-48B9-9E24-191AC66E12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055B9EA7-F365-4ACE-B140-C07FFCF9B8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628273874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cd45da1cb28c40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BCF9F9-618B-4CA8-9F4F-B5B0444ED7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4A4D84-A144-42D3-8740-C3304E4892D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EA6112A-1A9F-4D22-AEAC-A63D5B3C05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 입력 오류를 보고하기</a:t>
            </a:r>
          </a:p>
        </p:txBody>
      </p:sp>
      <p:sp>
        <p:nvSpPr>
          <p:cNvPr id="5" name="">
            <a:extLst>
              <a:ext uri="{FF2B5EF4-FFF2-40B4-BE49-F238E27FC236}">
                <ns3:creationId id="{A4399FE6-0121-4326-B9A2-BC33B6E5871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C8A4710-1616-45F5-91CA-18016B19712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95FC1B3-C427-4DAD-843B-14251DF9FCE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baseline에 “뜨거움”을 넣으면 TypeError가 나타납니다.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9CF9A2F-53B1-4978-A9FD-A66D4420173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C2DBFB6-677F-4B58-A1DD-7C9942A87E5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파일·명령·입력·기대·실제를 다섯 항목으로 작성합니다.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07A438A-EDFA-4596-9A2F-EC12997D001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A8DB3DC-E702-4C8E-A017-8A1532DF448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종류 확인이 필요하다는 추정을 실제 출력과 구별합니다.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94C2847-65A0-456C-BDFB-082A1C8DB8F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C761AB4-9C85-4B54-AE46-D02DBF6C20B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고친 뒤 다시 검사할 다른 입력을 세 개 고릅니다.</a:t>
            </a:r>
          </a:p>
        </p:txBody>
      </p:sp>
      <p:sp>
        <p:nvSpPr>
          <p:cNvPr id="14" name="">
            <a:extLst>
              <a:ext uri="{FF2B5EF4-FFF2-40B4-BE49-F238E27FC236}">
                <ns3:creationId id="{A6692948-3DC7-4E52-B67E-CA7D488385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13DDFE93-8251-464E-85B2-A241813505C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792232389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e3562d2c5cb4e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61B470-6F02-4887-9402-ED2C4A1F3A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B13C390-EEEF-4CC6-A8A4-5590032E19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재현 가능한 보고 예</a:t>
            </a:r>
          </a:p>
        </p:txBody>
      </p:sp>
      <p:sp>
        <p:nvSpPr>
          <p:cNvPr id="4" name="">
            <a:extLst>
              <a:ext uri="{FF2B5EF4-FFF2-40B4-BE49-F238E27FC236}">
                <ns3:creationId id="{5860FD5A-B92E-4D48-AD7A-077B29E4B5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A08093-7431-4D6C-8CA1-F025E84C12D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파일: code/baseline.py, 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4890CD1-2DBC-4BC9-860F-7B31B6E9CCE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명령: python code/check_cases.py code/baseline.py입니다.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DDA7290-9C7C-455B-B39A-FCB59D70207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“뜨거움”의 기대는 입력 오류, 실제는 TypeError입니다.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FB1EA0-0503-401A-B4F8-004A3DF1810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28·None·0도 검사해 이전 동작이 깨지지 않았는지 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20EEF28-54E5-4B46-ADD1-56488BB557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ED92B37-29FA-492A-8318-501AAEFD3F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143224158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7f5580dda8f47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DFED5-1722-44F5-BD2F-49DB263A4F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9E2A51-5862-49CC-B96D-6A75E3B9059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C08BE02-AAB4-4BB0-B3F9-E12FEC10A8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AI에게 다시 요청할 문장 쓰기</a:t>
            </a:r>
          </a:p>
        </p:txBody>
      </p:sp>
      <p:sp>
        <p:nvSpPr>
          <p:cNvPr id="5" name="">
            <a:extLst>
              <a:ext uri="{FF2B5EF4-FFF2-40B4-BE49-F238E27FC236}">
                <ns3:creationId id="{BA1856B3-2BD6-4959-B833-10208B5516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79F06F9-58DC-473C-8E1B-965E9B66949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16B9890-1F78-442D-AB37-6BC664F19F9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“안 되니까 다시 해 줘”를 구체적인 요청으로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11929C-C89F-415F-B6B3-508B4A4D0D3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F66E92A-4FC5-476F-B84B-C5284AE326A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실패한 입력과 기대 문구를 포함합니다.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12DEF21-E51F-4368-87C9-BDAB791D6A1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D15385-565B-4252-A2DE-AB1410631F3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기준값·함수 이름·기존 사례를 유지하라는 조건도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35CC17D-8766-468A-BD7F-DE9858640F11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AA166C7-6856-480B-8E15-961FDEFE1ADB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전체 교체보다 실패 조건을 먼저 좁힙니다.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A3C4BFE-6957-4891-BACC-0981C41F518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86BF1712-6BDF-43A1-AAC8-DE3FA31AC8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918515130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c8359712d8244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693ED6-F2C4-4F81-8B3F-7BC80F7287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FA6B5BA-5234-469D-8AED-EE6126F88C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요청을 좁히는 예</a:t>
            </a:r>
          </a:p>
        </p:txBody>
      </p:sp>
      <p:sp>
        <p:nvSpPr>
          <p:cNvPr id="4" name="">
            <a:extLst>
              <a:ext uri="{FF2B5EF4-FFF2-40B4-BE49-F238E27FC236}">
                <ns3:creationId id="{3A72F080-BDC6-4C97-ACB8-D5216F5E8E9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39C1FE-6BA9-4B29-86A8-ED9FDADFE28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“뜨거움” 입력에서 TypeError 대신 입력 오류를 반환해 주세요.</a:t>
            </a:r>
          </a:p>
        </p:txBody>
      </p:sp>
      <p:sp>
        <p:nvSpPr>
          <p:cNvPr id="6" name="">
            <a:extLst>
              <a:ext uri="{FF2B5EF4-FFF2-40B4-BE49-F238E27FC236}">
                <ns3:creationId id="{538153F0-9260-498C-9B4D-4BA2922568C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비교 전에 입력 종류를 확인해 주세요.</a:t>
            </a:r>
          </a:p>
        </p:txBody>
      </p:sp>
      <p:sp>
        <p:nvSpPr>
          <p:cNvPr id="7" name="">
            <a:extLst>
              <a:ext uri="{FF2B5EF4-FFF2-40B4-BE49-F238E27FC236}">
                <ns3:creationId id="{6EF4DA62-853B-4DF1-B8EB-9238AF3B915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이름과 기준 28, 미측정 문구는 유지해 주세요.</a:t>
            </a:r>
          </a:p>
        </p:txBody>
      </p:sp>
      <p:sp>
        <p:nvSpPr>
          <p:cNvPr id="8" name="">
            <a:extLst>
              <a:ext uri="{FF2B5EF4-FFF2-40B4-BE49-F238E27FC236}">
                <ns3:creationId id="{0640C859-6DBE-4979-9F0F-402BF9F05D8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후 문자뿐 아니라 기존 아홉 사례도 다시 실행해 주세요.</a:t>
            </a:r>
          </a:p>
        </p:txBody>
      </p:sp>
      <p:sp>
        <p:nvSpPr>
          <p:cNvPr id="9" name="">
            <a:extLst>
              <a:ext uri="{FF2B5EF4-FFF2-40B4-BE49-F238E27FC236}">
                <ns3:creationId id="{C0A62FC8-BAF4-4AB6-AE85-A548DDBECD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B380921-0AC5-4638-AFE4-A68E8422BB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348903628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2fbb71716ef41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4DEAFA-C7A4-4D5F-91CB-BB8B41CE9F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8AAFB4C-2CB7-4B27-BE92-194AFBB101A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회귀 검사는 이전 약속을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B3E1F8B9-6500-4715-8A35-73AEBD6ED9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E9E6CF6-8936-4028-81BD-6E3E189D53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오류를 고치면서 숫자 0이나 경계 28이 망가질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49007A0-998E-432A-99E3-8B2C465CD3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고친 사례만 보지 않고 이전 사례를 같은 기대값으로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E62B67A-F167-472E-9D66-18383FE9479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이렇게 이전 동작이 깨졌는지 다시 확인하는 일을 회귀 검사라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771EB7D-12C0-46C0-A152-B67752EE07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파일을 결과에 맞춰 바꾸면 비교 기준이 사라집니다.</a:t>
            </a:r>
          </a:p>
        </p:txBody>
      </p:sp>
      <p:sp>
        <p:nvSpPr>
          <p:cNvPr id="9" name="">
            <a:extLst>
              <a:ext uri="{FF2B5EF4-FFF2-40B4-BE49-F238E27FC236}">
                <ns3:creationId id="{49F01DDF-02ED-426C-A9B1-DF546BFA643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05587BC9-C898-429E-8B2E-EC4EFF40DB9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892120740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7af88ad7c984b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6CA6FB-8B89-4531-9972-356FDE9C6E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7A9EB70-ACA2-4717-95D5-79AB275AD3C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후보의 검사 비교</a:t>
            </a:r>
          </a:p>
        </p:txBody>
      </p:sp>
      <p:sp>
        <p:nvSpPr>
          <p:cNvPr id="4" name="">
            <a:extLst>
              <a:ext uri="{FF2B5EF4-FFF2-40B4-BE49-F238E27FC236}">
                <ns3:creationId id="{0D5C45AF-557E-42D3-87D9-7E5DE31F61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0B42B5-1B36-4483-A3D9-0C7950756E12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모두 같은 cases.json의 아홉 사례를 사용합니다.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57389"/>
                <a:gridCol w="2334529"/>
                <a:gridCol w="542848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차이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3/9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28·None·입력 종류·범위 실패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proposal_a.py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3/9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27·None→0·종류·범위 실패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reviewed.py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요청한 아홉 사례 일치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저장 뒤 다시 실행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D3A60317-2A1A-401B-88AE-6BF0D8B1AD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05E797BD-4E97-4076-A3B6-73FBA098645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656849932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61cc6fd24ab44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7F59AE-FBB7-478F-B27A-A228BAAE60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7F2C49B-1E0A-4863-A890-FE411A42EF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“검사했다”를 구체적으로 쓰기</a:t>
            </a:r>
          </a:p>
        </p:txBody>
      </p:sp>
      <p:sp>
        <p:nvSpPr>
          <p:cNvPr id="4" name="">
            <a:extLst>
              <a:ext uri="{FF2B5EF4-FFF2-40B4-BE49-F238E27FC236}">
                <ns3:creationId id="{2C77157D-1829-48B2-A148-C458C2B758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C856E-0576-425B-88F3-C2E0EBE2160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파일에 어떤 입력을 넣었는지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BAD8B3-BB33-413F-91FF-94BAD490987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명령과 실제 출력의 마지막 통과 수를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0021DE-AFFB-42D6-9E8E-DE0A235C4E0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결과를 읽었으면 직접 실행했다고 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B1B50B0-E3CC-4AFC-81BF-0C376D5BBD3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센서와 외부 AI 호출은 오늘의 가상 검사와 별도입니다.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82FA2FC-2132-4675-85B4-41468C6359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05172A2-0957-46B3-9FE3-BD5D71EE26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73630508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032090f51fa4d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54F886-9A2C-4D8E-9CDC-5EE8B9F21A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B8D7195-723B-4ADA-BBF9-6995C7A2C1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9357446-2DF8-4C28-BADA-862ADCDF38F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뒤 같은 검사 반복하기</a:t>
            </a:r>
          </a:p>
        </p:txBody>
      </p:sp>
      <p:sp>
        <p:nvSpPr>
          <p:cNvPr id="5" name="">
            <a:extLst>
              <a:ext uri="{FF2B5EF4-FFF2-40B4-BE49-F238E27FC236}">
                <ns3:creationId id="{1B13D9C8-733D-4AB4-972A-3B79214451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E748487-A74E-475E-87DF-FFE6945BA74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DD02B84-A82E-4178-88C8-869E17E0AA8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work/classifier.py의 문구나 들여쓰기 오류를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49BF82-45E9-49D2-9A76-32D126112BE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7D0B1BF-81BD-4140-9C67-56C7CA4EF3E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check_cases.py 명령으로 다시 실행합니다.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F669EBF-5128-417A-80A6-4F66DCDE991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03A9C15-44A6-48CE-A818-6A3B8C4E73C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기대 문자열은 공백까지 같은지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073BCB3-0701-4EBE-9011-B53064F66A5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35F05A6-2DFB-4BAA-B968-90F4381C1B7D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변경한 줄·재검사 통과 수·남은 실패를 기록합니다.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1CC772E-61AC-4CD2-A728-0195C908A2F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D4246715-0F98-43E6-87EE-73875BE084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910711457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4f21eb88bbc40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CA3EAF-49DB-4696-9F3E-4B3773871E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D0F5109-32AA-495C-9CB3-5905CDC2D4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흔한 오류를 복구하기</a:t>
            </a:r>
          </a:p>
        </p:txBody>
      </p:sp>
      <p:sp>
        <p:nvSpPr>
          <p:cNvPr id="4" name="">
            <a:extLst>
              <a:ext uri="{FF2B5EF4-FFF2-40B4-BE49-F238E27FC236}">
                <ns3:creationId id="{6BEE5F0B-BA2B-4F90-B1EC-278F14A9424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CE52B1F-2DA6-47FB-8415-604685707A5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IndentationError이면 if 아래 들여쓰기와 탭 혼용을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0F3A1BC-0A3E-44A8-89C2-C14528A3F45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못 찾으면 현재 course 위치와 경로 철자를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0B20E5F-D5BE-445C-8292-EA8A8474908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 오류이면 classify 철자를 유지했는지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1728CD8-3197-4345-AA92-70D45D2F0D91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 문구는 “입력 오류”처럼 요청된 띄어쓰기까지 맞춥니다.</a:t>
            </a:r>
          </a:p>
        </p:txBody>
      </p:sp>
      <p:sp>
        <p:nvSpPr>
          <p:cNvPr id="9" name="">
            <a:extLst>
              <a:ext uri="{FF2B5EF4-FFF2-40B4-BE49-F238E27FC236}">
                <ns3:creationId id="{375B554F-8835-450F-8B21-EE310775E5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996FE8B-57D2-49AF-B1EC-68846CE16B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1487976148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569eea1e3104e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C00630-777C-44A7-99AA-DF169657D8A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57995EF-895B-436B-BF01-49E9410344B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요구를 적용하고 전달하기</a:t>
            </a:r>
          </a:p>
        </p:txBody>
      </p:sp>
      <p:sp>
        <p:nvSpPr>
          <p:cNvPr id="4" name="">
            <a:extLst>
              <a:ext uri="{FF2B5EF4-FFF2-40B4-BE49-F238E27FC236}">
                <ns3:creationId id="{57E2E946-113F-4430-9D72-479E7ECEC73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특정 장소만 기준 30으로 판정하는 호출을 검토합니다.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C6CFBEF5-4AA8-4EAC-9A5A-AD4881EDCFA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 호출을 유지하고 같은 입력으로 동료와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C9ADD3-5185-4152-B227-2A42384D0C01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1FE334A-8B92-4784-8841-EBFDBE8A4E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B7A3B443-AA7E-48E1-98C9-5CCF03F91D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283521276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0c1ab3e265543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6F7140-3337-4BCB-8C7C-4BA49092B2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611B966-0AF6-435C-86DC-F190D8B768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요청 · 특정 장소만 기준 30</a:t>
            </a:r>
          </a:p>
        </p:txBody>
      </p:sp>
      <p:sp>
        <p:nvSpPr>
          <p:cNvPr id="4" name="">
            <a:extLst>
              <a:ext uri="{FF2B5EF4-FFF2-40B4-BE49-F238E27FC236}">
                <ns3:creationId id="{AE2F998E-1DFC-47BC-90AA-257A345FC5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CD6A25-5E42-4FA7-BBC3-69488BD522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기존 기본 기준은 28로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881E72-28C4-4C8E-923A-D77A3660376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특정 장소를 검사할 때만 threshold=30을 전달합니다.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07DAB1-F7B4-43FF-ABB4-62783959304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함수 선언을 30으로 바꾸면 다른 장소도 영향을 받습니다.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FAD016-40B7-4765-8D7D-0E99B35081D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인수로 바꿀 부분과 공통 기준을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8F7A78E-78BD-4137-A423-760841E309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973B3F1-838C-4DC3-9167-DCCF4DADEB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504729123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29229f2753c4e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51AE5A-E1B4-425F-9444-A005445BF3D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821E863-A894-4169-A249-E1E7B3D60DF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기준을 직접 전달해 호출하기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F43AAECD-43C2-42DB-9623-0532DE28A5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D4F2264-071A-490B-AB07-1843EACB43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course에서 work/check_threshold.py라는 새 파일에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0FF0FA1-62C4-43B5-95C5-AFCA52B0E93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work/classifier.py가 완성된 상태에서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A489E15-C821-4E67-BE8B-83C285A2C60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완성 호출 예이며 검사 사례 원본은 수정하지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55D75C1-D598-4B2B-B985-E747B420AE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5DD804B-6A95-4B02-BE0F-8A2ED40300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324289550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94333dc54f24a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190F0D-20DF-4497-B927-DCC3B4D74C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C142C72-4C17-4009-91BC-7989AF86AF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기준을 직접 전달해 호출하기</a:t>
            </a:r>
          </a:p>
        </p:txBody>
      </p:sp>
      <p:sp>
        <p:nvSpPr>
          <p:cNvPr id="4" name="">
            <a:extLst>
              <a:ext uri="{FF2B5EF4-FFF2-40B4-BE49-F238E27FC236}">
                <ns3:creationId id="{8A04D06C-4513-423D-9E24-19F9926879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A4D1E8B-2679-403F-93D7-63CCE069D93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3DEDEA4-8188-4D9A-8E89-7223947ADFB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B167F92-E7A1-4FC7-92B4-7FE59E35A7A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classifier import classify</a:t>
            </a:r>
          </a:p>
        </p:txBody>
      </p:sp>
      <p:sp>
        <p:nvSpPr>
          <p:cNvPr id="8" name="">
            <a:extLst>
              <a:ext uri="{FF2B5EF4-FFF2-40B4-BE49-F238E27FC236}">
                <ns3:creationId id="{90059BBD-0697-4055-97B2-2C8E9FB35E0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4B31572-903C-4375-8E64-FAF237C67D1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print(classify(28))</a:t>
            </a:r>
          </a:p>
        </p:txBody>
      </p:sp>
      <p:sp>
        <p:nvSpPr>
          <p:cNvPr id="10" name="">
            <a:extLst>
              <a:ext uri="{FF2B5EF4-FFF2-40B4-BE49-F238E27FC236}">
                <ns3:creationId id="{253F4EE2-B3E5-4F64-8835-E8B176E3ADF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1777860-941A-4967-995D-1293D3C047A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print(classify(29.9, threshold=30))</a:t>
            </a:r>
          </a:p>
        </p:txBody>
      </p:sp>
      <p:sp>
        <p:nvSpPr>
          <p:cNvPr id="12" name="">
            <a:extLst>
              <a:ext uri="{FF2B5EF4-FFF2-40B4-BE49-F238E27FC236}">
                <ns3:creationId id="{2280B982-863E-47F1-B784-B48F42CB093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3545EE06-86CB-44D8-9AC5-37ED5D283D4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print(classify(30, threshold=30))</a:t>
            </a:r>
          </a:p>
        </p:txBody>
      </p:sp>
      <p:sp>
        <p:nvSpPr>
          <p:cNvPr id="14" name="">
            <a:extLst>
              <a:ext uri="{FF2B5EF4-FFF2-40B4-BE49-F238E27FC236}">
                <ns3:creationId id="{048089AF-7028-43B8-9B1F-35F751342F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AC927E63-BA7B-44A4-8C29-EB86476E1D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243351603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1ec6fd8358c427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87CF1A-247B-4F83-9B33-F60403DEA0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445CED1-AF16-4C58-8F57-884DDEAD6D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호출 파일 실행하기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55C82A4-CDDD-4DCD-83B0-0D3E8CCFC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F1942C-6490-4253-BA07-6A2431FCB41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PowerShell의 현재 위치는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4598F9B-C49A-4EE5-9E3A-4ABBBF20BF0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줄은 기본 28 기준, 다음 두 줄은 지정한 30 기준입니다.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95D4D4B-D0CE-4E53-878E-0724D0D481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함수가 반환한 문구를 터미널에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EC5277B-089F-4CEA-A931-1715F0ECA4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905678E-2032-41B2-8D3A-8CB456A8EE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724261846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0d745d26fbb40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6C4464-7EE2-4619-83B6-DFAE94AB44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7C7CABC-1715-4200-8A80-E8E776F379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호출 파일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3571C3FA-919E-463F-865C-9E206106FB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62E6377-79CC-4C24-B10C-DF9CC6DB23E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894704D-3AA0-46D7-A62B-623606C7D38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63ABFD8-161E-4CD2-80B3-5A4A386CC4F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work/check_threshold.py</a:t>
            </a:r>
          </a:p>
        </p:txBody>
      </p:sp>
      <p:sp>
        <p:nvSpPr>
          <p:cNvPr id="8" name="">
            <a:extLst>
              <a:ext uri="{FF2B5EF4-FFF2-40B4-BE49-F238E27FC236}">
                <ns3:creationId id="{FB592E52-F3EB-4BDC-BC5C-89563868EB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FBEF785-B8F2-494B-94F0-D0C8C1F88A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683956867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3af669a52c147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DDDF8F1-C5B9-475A-87EC-4F7A94C2F48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54D7D5D-487D-47D0-8F56-8174AC331C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호출의 예상 출력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9DED9736-5533-4D22-9D60-71E7B995F7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141DB3-652B-4A7C-9C6F-A36CEB084B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28은 기본 기준과 같으므로 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7441224-46FB-4DBE-BE53-981233266E7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29.9는 지정한 30 아래이므로 정상입니다.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F967E7C-0BCA-4506-8E89-1BCB658815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30은 지정한 기준과 같으므로 주의입니다.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F5C1F3D-4F5E-4D4B-8232-D428FABB47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7A5BAA53-F7AA-4A67-AE5E-4A1E46546A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83335574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70c7c15b59b4b9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166EF2-50BF-48B4-83CB-F796E78FC0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5B38F0D-A4B5-4A03-A9AA-46D3C4105D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호출의 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13BB66A9-461C-4437-8184-E1D1198477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86933F5-3258-4FB4-BD6F-476F40689FC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FBCB5D6-1410-4AFF-A1A7-169F134ADCD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CCCF9C-13E3-49BE-B003-7BB5B171546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주의</a:t>
            </a:r>
          </a:p>
        </p:txBody>
      </p:sp>
      <p:sp>
        <p:nvSpPr>
          <p:cNvPr id="8" name="">
            <a:extLst>
              <a:ext uri="{FF2B5EF4-FFF2-40B4-BE49-F238E27FC236}">
                <ns3:creationId id="{BF747707-4E82-416A-A846-837DD3DDA2E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4F0990D-DFF7-484C-9B2B-E48D0993668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정상</a:t>
            </a:r>
          </a:p>
        </p:txBody>
      </p:sp>
      <p:sp>
        <p:nvSpPr>
          <p:cNvPr id="10" name="">
            <a:extLst>
              <a:ext uri="{FF2B5EF4-FFF2-40B4-BE49-F238E27FC236}">
                <ns3:creationId id="{8259E944-F0D4-4F8B-ACA3-03D200CC913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F93470C-DAC3-45CD-BF48-9F8E8574C41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주의</a:t>
            </a:r>
          </a:p>
        </p:txBody>
      </p:sp>
      <p:sp>
        <p:nvSpPr>
          <p:cNvPr id="12" name="">
            <a:extLst>
              <a:ext uri="{FF2B5EF4-FFF2-40B4-BE49-F238E27FC236}">
                <ns3:creationId id="{17C05CE3-2127-42E9-9192-1FC810FC41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563B0462-10AD-42B5-A37A-FCD781A4AA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132604622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1ba9f4323649d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461F79-3B8E-4499-B1F0-5C77F1F672E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45AF20-123B-46CD-8C13-412E092814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호출의 괄호와 쉼표</a:t>
            </a:r>
          </a:p>
        </p:txBody>
      </p:sp>
      <p:sp>
        <p:nvSpPr>
          <p:cNvPr id="4" name="">
            <a:extLst>
              <a:ext uri="{FF2B5EF4-FFF2-40B4-BE49-F238E27FC236}">
                <ns3:creationId id="{717F764C-F6C8-4B46-BCB0-C818DE54AA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B03FF6-AD02-4A69-8F71-DC70FF5FA15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classify(...)의 괄호 안에 이번 판정의 입력을 넣습니다.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06B43F4-6CD4-498B-B198-4B8A2A4A256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숫자는 value에 전달됩니다.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F61AB28-E5F6-4DC8-936D-67ECB756D2E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쉼표로 다음 입력을 구별하고 threshold=30을 지정합니다.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DF1FB87-E1A5-4621-B649-6B9B95BC9F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선언의 기본값은 그대로여서 인수를 생략하면 28을 사용합니다.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9510159-3AD9-4BCE-B02F-6B28459E94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3E7BBA0-37DF-49B8-B308-30D322510A4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859860064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af2d41eb61944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F32D0A-8295-4135-AF9E-4FFAA82ED3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DD90256-3893-4BE1-886B-1E0B107CABF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21794B6-0D30-4804-8594-8F16A535F7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바꾸고 결과 예상하기</a:t>
            </a:r>
          </a:p>
        </p:txBody>
      </p:sp>
      <p:sp>
        <p:nvSpPr>
          <p:cNvPr id="5" name="">
            <a:extLst>
              <a:ext uri="{FF2B5EF4-FFF2-40B4-BE49-F238E27FC236}">
                <ns3:creationId id="{21C2E956-8611-41A2-9C8F-5BF203D81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018371B-8ACD-47A5-8900-590366D4784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F8BBB60-8DD2-40CB-8670-B28C152AD2A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호출 파일의 29.9만 30.1로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167D2C2-E7ED-4A74-AFE7-14CFF813F09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AD81C1B-6ACD-4662-BB71-4EAE8BF5BD0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 전에 바뀔 출력 줄과 문구를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DD6C5F3-C863-43A4-8732-E639A063B8C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304D86E-1A81-4AB8-ACEE-A1E0C365C27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뒤 같은 명령으로 실행하여 예상과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1C39FD9-9802-4C57-A15B-B9CAADBF301A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90B17E6-FB38-4149-99D2-3A4B7961EF6B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 호출의 첫 출력도 바뀌는지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39553001-CFE0-415B-A0B6-808CDC6F75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9B665A6F-56F1-48E4-89F8-CBA127AE05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962018331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a5f39753ee642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9B1DE08-0115-4E17-ADA2-F9BB44FD7C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D735DEB-9135-4D8F-BECD-81B949165D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바뀐 입력의 호출만 달라집니다</a:t>
            </a:r>
          </a:p>
        </p:txBody>
      </p:sp>
      <p:sp>
        <p:nvSpPr>
          <p:cNvPr id="4" name="">
            <a:extLst>
              <a:ext uri="{FF2B5EF4-FFF2-40B4-BE49-F238E27FC236}">
                <ns3:creationId id="{5C3FB8AD-C9A8-436B-96EB-D206DF78B1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E5EE60-E5DE-4DBD-9B4B-45EA3221EC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번째 출력은 정상에서 주의로 바뀝니다.</a:t>
            </a:r>
          </a:p>
        </p:txBody>
      </p:sp>
      <p:sp>
        <p:nvSpPr>
          <p:cNvPr id="6" name="">
            <a:extLst>
              <a:ext uri="{FF2B5EF4-FFF2-40B4-BE49-F238E27FC236}">
                <ns3:creationId id="{FC83E622-9E97-4957-B3CA-F8DE4A31B78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30.1은 지정한 기준 30 이상입니다.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19CB45B-F36C-4783-A9F2-46F61AEFDC0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번째 기본 호출의 주의와 마지막 호출의 주의는 유지됩니다.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60B92B-5E4F-4C84-BEEB-6C7E67661FE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함수의 기본 기준을 바꾼 것이 아니라 한 입력을 바꿨기 때문입니다.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498AE49-6940-4D67-8164-F0D4A02107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343ECD8-0389-489E-8BF2-12F94A13D6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237720328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f602e8a03074b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92312D-55F1-43C0-9F45-F88D324A85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CA200B7-6667-4E03-8E80-B033718C61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A4AAB32-EB4E-4A4A-B7B6-5F360DF510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작업본의 작은 변경 읽기</a:t>
            </a:r>
          </a:p>
        </p:txBody>
      </p:sp>
      <p:sp>
        <p:nvSpPr>
          <p:cNvPr id="5" name="">
            <a:extLst>
              <a:ext uri="{FF2B5EF4-FFF2-40B4-BE49-F238E27FC236}">
                <ns3:creationId id="{2379668D-C994-4643-8A5A-309A0D60D2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73C0E27-03FF-4D00-A251-7C8AC5B33C6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222BE73-F5A9-4BB9-AE0C-62765C84EED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동료가 바꾼 work/classifier.py와 내 사본을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2C3579C-FDDB-45B1-9FE1-A3B0088570D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D7A1871-7AAF-49FD-9175-DE934C76CD1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이름·기준·문구·종류 검사 중 달라진 부분을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A7590F6-1112-41C8-BFE0-ABA396BEABD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5BE043F-0388-46D0-BD5B-65B3303ECFC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명령과 같은 cases.json으로 결과를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B22AA57-D381-451D-8134-7FAC65FEA505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0E7ABB8-4EED-46E0-B1A2-03FDD4179DD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파일을 덮어쓰기 전에 질문이나 수정 의견을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15A0BD8-E7A2-4C97-9E44-E6873E2B08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A1525749-7D5C-4D90-9E41-02400EFF60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540701144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5b9b58b48042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E4D0DE-6ACA-48D9-AED2-5064968E483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D181ACC-5439-4BE7-A04E-7B84893DB5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검토 의견의 예</a:t>
            </a:r>
          </a:p>
        </p:txBody>
      </p:sp>
      <p:sp>
        <p:nvSpPr>
          <p:cNvPr id="4" name="">
            <a:extLst>
              <a:ext uri="{FF2B5EF4-FFF2-40B4-BE49-F238E27FC236}">
                <ns3:creationId id="{DAE5AB39-9D08-4DFE-BBD1-E79D598D93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91308D-BCF2-4F0A-837A-9E038F9BCC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28의 비교가 &gt;=로 바뀐 것을 확인했습니다.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46D5600-4849-4908-AF57-ED8158A028D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검사에서 boundary가 PASS인지 다시 확인하겠습니다.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0DFA147-45AE-4671-AD61-BC63341BF6C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 처리까지 바뀌었는지 코드를 읽고 missing 출력도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CFC909-170F-4CA1-B74E-17518A81C24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“좋아요” 대신 변경 줄과 확인할 입력을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B5A0E2-1B3F-4112-89D4-9752635B9B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2914093-6676-41ED-9104-DB5861F2EF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796350589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4c50b46451b46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1B346D-A8F6-43C5-93D7-159EAE5EE7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045096E-4687-41A4-B9C7-BF8F3303F84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실행할 안내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25DC5506-B928-401E-BC68-6B434CF694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CBD667-1A84-43E6-A3EA-C858ED9D06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work/review.md에 다음 장의 내용으로 인계합니다.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DB7464-C83F-453E-B990-B04B3F48668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요청은 특정 호출 threshold=30임을 덧붙입니다.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668ED3-DA3C-44A6-B4D3-FA30E798B6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E7AAD4CE-D3CF-4305-95E5-6DBBFB4FDA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494531538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924a2d05e3043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E24941-D1AA-4527-A4D2-8EF774CB15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953283B-448B-4062-A78C-2C9666C71A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실행할 안내</a:t>
            </a:r>
          </a:p>
        </p:txBody>
      </p:sp>
      <p:sp>
        <p:nvSpPr>
          <p:cNvPr id="4" name="">
            <a:extLst>
              <a:ext uri="{FF2B5EF4-FFF2-40B4-BE49-F238E27FC236}">
                <ns3:creationId id="{52AE64CA-9C6D-4D80-BC30-07C1FFFCE9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490552"/>
                <a:gridCol w="832984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work/classifier.py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조건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&gt;=28·미측정·종류·범위 검사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압축을 푼 course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code/check_cases.py work/classifier.py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실행한 통과 수와 실패 사례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남은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다른 PC·실제 장비·외부 AI 작업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D784FDC-A678-42A4-8C3A-391DD27D19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35CC1C54-B0A8-4C03-BAB0-80F6CE4A30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2015290259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30ea071419b44f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0863A3-DF77-4B00-968C-F632ACCE01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68856B4-9EA1-4A38-ADB1-5858617561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C01383F-C7E1-474D-A3C1-050485D2A03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과장한 완료 문장 고치기</a:t>
            </a:r>
          </a:p>
        </p:txBody>
      </p:sp>
      <p:sp>
        <p:nvSpPr>
          <p:cNvPr id="5" name="">
            <a:extLst>
              <a:ext uri="{FF2B5EF4-FFF2-40B4-BE49-F238E27FC236}">
                <ns3:creationId id="{F03C2F7C-6B84-43F9-A8C1-EADFC07A27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D08482B-9E7C-4C5B-B7A7-AB07CFBE108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9606F92-2A55-483A-BE05-51CF523F104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“AI가 수정했고 모든 센서에서 안전합니다”를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2F75178-03F9-40F6-BC4B-71AF524A90D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A514411-D2EA-43BB-B67F-BA76D14AB9D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응답 검토와 내가 실행한 검사 범위를 구별합니다.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8A79DD9-55C0-4978-9806-C3319083902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AC5714-6800-4372-B842-6C38448D0FF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확인한 결과 한 문장과 남은 조건 한 문장을 작성합니다.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557422A-3654-4DA6-B2E2-78AB3D42517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B4CEB38C-8385-408D-92DE-BA5134AAF6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886280865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ec4833b6eb742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D9F3CC-268E-4EB9-A79C-CE0C072110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BF7863D-53CE-4D93-ABD3-928230E4EF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확인한 범위만 전달하기</a:t>
            </a:r>
          </a:p>
        </p:txBody>
      </p:sp>
      <p:sp>
        <p:nvSpPr>
          <p:cNvPr id="4" name="">
            <a:extLst>
              <a:ext uri="{FF2B5EF4-FFF2-40B4-BE49-F238E27FC236}">
                <ns3:creationId id="{3B8FA915-15B5-4BFC-AC17-E09FB2DC01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EBA28F-6ACF-4ED0-83C0-5B1F7F930AA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후보를 읽고 작업본의 아홉 가상 입력을 검사했습니다.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42E074-9DE5-4F2F-8D17-598BA47B8B0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실행해 9/9였다면 그 결과와 명령을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97FD39-A1EE-4D4F-8BA6-A15BC797BCB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자료는 실제 AI 호출의 실행 기록이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C430EA-F966-4BF3-87C1-54DD868A8ED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센서·추가 입력·다른 PC는 별도 확인이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A8BC0D0-332A-43AE-8FA8-B0CB9A51B2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707DA594-1193-44B5-819C-0A1855BF50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877028216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321782345954a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FD70DD-B7CE-4607-BC28-8C9AB7FB5C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4A4A1A6-CEC5-41C1-8786-90219C906B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자료형과 검사</a:t>
            </a:r>
          </a:p>
        </p:txBody>
      </p:sp>
      <p:sp>
        <p:nvSpPr>
          <p:cNvPr id="4" name="">
            <a:extLst>
              <a:ext uri="{FF2B5EF4-FFF2-40B4-BE49-F238E27FC236}">
                <ns3:creationId id="{CB58F84A-0E9C-4161-BB69-656F2AEB2A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B3612E-9B3F-47DA-9552-8C566D0DB0B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type: 값의 정확한 Python 종류를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F599BC5-9791-41D4-A43E-D44A622870E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unittest: 기대 결과와 실제 결과를 검사하는 도구를 살펴봅니다.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FD5283-E10E-43EE-AD0C-860B447261B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check_cases.py는 제공한 간단한 검사 프로그램입니다.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6887AB-7B12-4D0F-97CA-27EBA47778C9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문서 · type</a:t>
            </a:r>
          </a:p>
        </p:txBody>
      </p:sp>
      <p:sp>
        <p:nvSpPr>
          <p:cNvPr id="9" name="">
            <a:extLst>
              <a:ext uri="{FF2B5EF4-FFF2-40B4-BE49-F238E27FC236}">
                <ns3:creationId id="{BAE902ED-41CB-4A79-84B1-9670CB418D5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https://docs.python.org/3/builtins/functions.html#type</a:t>
            </a:r>
          </a:p>
        </p:txBody>
      </p:sp>
      <p:sp>
        <p:nvSpPr>
          <p:cNvPr id="10" name="">
            <a:extLst>
              <a:ext uri="{FF2B5EF4-FFF2-40B4-BE49-F238E27FC236}">
                <ns3:creationId id="{AB529B96-A963-4FA5-8393-319D6F3A76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4E4973D2-1E7B-4AB3-848F-EEF157D521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870138197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27b0c2c6fd2148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E646C4-0AB2-4024-BB24-D64E484258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CA3DBC0-32C4-4EF9-84FD-4E745CD57BD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참고 주소</a:t>
            </a:r>
          </a:p>
        </p:txBody>
      </p:sp>
      <p:sp>
        <p:nvSpPr>
          <p:cNvPr id="4" name="">
            <a:extLst>
              <a:ext uri="{FF2B5EF4-FFF2-40B4-BE49-F238E27FC236}">
                <ns3:creationId id="{01A209F8-7FEA-46B0-963A-F9BBC7DBC6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E37F187-29B0-4F74-8935-AA996844612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https://docs.python.org/3/library/unittest.html</a:t>
            </a:r>
          </a:p>
        </p:txBody>
      </p:sp>
      <p:sp>
        <p:nvSpPr>
          <p:cNvPr id="6" name="">
            <a:extLst>
              <a:ext uri="{FF2B5EF4-FFF2-40B4-BE49-F238E27FC236}">
                <ns3:creationId id="{6408332B-319C-4B71-8BC6-14611337F40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GitHub 공식 문서에서 코드에이전트의 역할을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4BEEC6E-4567-4623-B230-111F484481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에이전트 사용은 계정·권한·이용 조건을 따로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1E9508C-DCE1-4D24-BAEA-B4D616AF57C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GitHub 공식 문서 · 코드에이전트</a:t>
            </a:r>
          </a:p>
        </p:txBody>
      </p:sp>
      <p:sp>
        <p:nvSpPr>
          <p:cNvPr id="9" name="">
            <a:extLst>
              <a:ext uri="{FF2B5EF4-FFF2-40B4-BE49-F238E27FC236}">
                <ns3:creationId id="{AF4044CD-2276-4564-92F6-5CF1C78D122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https://docs.github.com/en/copilot/concepts/agents/cloud-agent/about-cloud-agent</a:t>
            </a:r>
          </a:p>
        </p:txBody>
      </p:sp>
      <p:sp>
        <p:nvSpPr>
          <p:cNvPr id="10" name="">
            <a:extLst>
              <a:ext uri="{FF2B5EF4-FFF2-40B4-BE49-F238E27FC236}">
                <ns3:creationId id="{B11D426F-054D-4DCB-B0C3-02F564630A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88661CAE-DE14-45A3-BF29-A67336F16A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42033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2026-10-05T08:13:15.6970000Z</dcterms:created>
  <dcterms:modified xsi:type="dcterms:W3CDTF">2026-10-05T08:13:15.6970000Z</dcterms:modified>
</cp:coreProperties>
</file>