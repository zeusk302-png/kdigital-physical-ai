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93cd3cc67864932" /><Relationship Type="http://schemas.openxmlformats.org/officeDocument/2006/relationships/extended-properties" Target="/docProps/app.xml" Id="Re6f1c186010d44c7" /><Relationship Type="http://schemas.openxmlformats.org/officeDocument/2006/relationships/officeDocument" Target="/ppt/presentation.xml" Id="Rc03064380adb442f" /></Relationships>
</file>

<file path=ppt/presentation.xml><?xml version="1.0" encoding="utf-8"?>
<p:presentation xmlns:p="http://schemas.openxmlformats.org/presentationml/2006/main">
  <p:sldMasterIdLst>
    <p:sldMasterId xmlns:r="http://schemas.openxmlformats.org/officeDocument/2006/relationships" id="2147483648" r:id="R52fb181dfc694b6b"/>
  </p:sldMasterIdLst>
  <p:notesMasterIdLst>
    <p:notesMasterId xmlns:r="http://schemas.openxmlformats.org/officeDocument/2006/relationships" r:id="R42f0748ae8b344e7"/>
  </p:notesMasterIdLst>
  <p:sldIdLst>
    <p:sldId xmlns:r="http://schemas.openxmlformats.org/officeDocument/2006/relationships" id="256" r:id="Rceda57f63b2f4d48"/>
    <p:sldId xmlns:r="http://schemas.openxmlformats.org/officeDocument/2006/relationships" id="257" r:id="Red692ab9bd4f4b64"/>
    <p:sldId xmlns:r="http://schemas.openxmlformats.org/officeDocument/2006/relationships" id="258" r:id="R63bb4f00223b49b8"/>
    <p:sldId xmlns:r="http://schemas.openxmlformats.org/officeDocument/2006/relationships" id="259" r:id="Rf093132a68fc4372"/>
    <p:sldId xmlns:r="http://schemas.openxmlformats.org/officeDocument/2006/relationships" id="260" r:id="R99cf503d94544aef"/>
    <p:sldId xmlns:r="http://schemas.openxmlformats.org/officeDocument/2006/relationships" id="261" r:id="Rc6efce7ea29d4a4a"/>
    <p:sldId xmlns:r="http://schemas.openxmlformats.org/officeDocument/2006/relationships" id="262" r:id="Rc6ca54102a5b46ac"/>
    <p:sldId xmlns:r="http://schemas.openxmlformats.org/officeDocument/2006/relationships" id="263" r:id="R295ba4cda3ff43bd"/>
    <p:sldId xmlns:r="http://schemas.openxmlformats.org/officeDocument/2006/relationships" id="264" r:id="Rad9d6616484b480c"/>
    <p:sldId xmlns:r="http://schemas.openxmlformats.org/officeDocument/2006/relationships" id="265" r:id="Rc816c0101f1e45cf"/>
    <p:sldId xmlns:r="http://schemas.openxmlformats.org/officeDocument/2006/relationships" id="266" r:id="R6e17f694a1954df5"/>
    <p:sldId xmlns:r="http://schemas.openxmlformats.org/officeDocument/2006/relationships" id="267" r:id="R25fc3400fa954ea8"/>
    <p:sldId xmlns:r="http://schemas.openxmlformats.org/officeDocument/2006/relationships" id="268" r:id="Raa99f13f39f74f1e"/>
    <p:sldId xmlns:r="http://schemas.openxmlformats.org/officeDocument/2006/relationships" id="269" r:id="Ra25cdeb9467a4dd5"/>
    <p:sldId xmlns:r="http://schemas.openxmlformats.org/officeDocument/2006/relationships" id="270" r:id="Rc75de4c20140418d"/>
    <p:sldId xmlns:r="http://schemas.openxmlformats.org/officeDocument/2006/relationships" id="271" r:id="R9ae6e303e5504092"/>
    <p:sldId xmlns:r="http://schemas.openxmlformats.org/officeDocument/2006/relationships" id="272" r:id="R8053ea08d6684dd3"/>
    <p:sldId xmlns:r="http://schemas.openxmlformats.org/officeDocument/2006/relationships" id="273" r:id="Rb9200aed573c42bd"/>
    <p:sldId xmlns:r="http://schemas.openxmlformats.org/officeDocument/2006/relationships" id="274" r:id="R4b0dcb1482374c1a"/>
    <p:sldId xmlns:r="http://schemas.openxmlformats.org/officeDocument/2006/relationships" id="275" r:id="R30a52a4b51ab4d31"/>
    <p:sldId xmlns:r="http://schemas.openxmlformats.org/officeDocument/2006/relationships" id="276" r:id="R7594d87937984946"/>
    <p:sldId xmlns:r="http://schemas.openxmlformats.org/officeDocument/2006/relationships" id="277" r:id="R62b6251f08b84430"/>
    <p:sldId xmlns:r="http://schemas.openxmlformats.org/officeDocument/2006/relationships" id="278" r:id="R1841a7b8e6644c47"/>
    <p:sldId xmlns:r="http://schemas.openxmlformats.org/officeDocument/2006/relationships" id="279" r:id="R4d5d38a9ace74af6"/>
    <p:sldId xmlns:r="http://schemas.openxmlformats.org/officeDocument/2006/relationships" id="280" r:id="R3a86506451bb4711"/>
    <p:sldId xmlns:r="http://schemas.openxmlformats.org/officeDocument/2006/relationships" id="281" r:id="R5ad4708222ec4be0"/>
    <p:sldId xmlns:r="http://schemas.openxmlformats.org/officeDocument/2006/relationships" id="282" r:id="Rd5151b1f0ac44a4e"/>
    <p:sldId xmlns:r="http://schemas.openxmlformats.org/officeDocument/2006/relationships" id="283" r:id="Rd92061beb41f48ab"/>
    <p:sldId xmlns:r="http://schemas.openxmlformats.org/officeDocument/2006/relationships" id="284" r:id="Rea3ef16e85f14688"/>
    <p:sldId xmlns:r="http://schemas.openxmlformats.org/officeDocument/2006/relationships" id="285" r:id="R046b8609c11444c6"/>
    <p:sldId xmlns:r="http://schemas.openxmlformats.org/officeDocument/2006/relationships" id="286" r:id="R7766b5202e934989"/>
    <p:sldId xmlns:r="http://schemas.openxmlformats.org/officeDocument/2006/relationships" id="287" r:id="R9b02c42fc47e4250"/>
    <p:sldId xmlns:r="http://schemas.openxmlformats.org/officeDocument/2006/relationships" id="288" r:id="R2a0590f60cbc40b4"/>
    <p:sldId xmlns:r="http://schemas.openxmlformats.org/officeDocument/2006/relationships" id="289" r:id="Rf9b80510328b41e4"/>
    <p:sldId xmlns:r="http://schemas.openxmlformats.org/officeDocument/2006/relationships" id="290" r:id="R8306eb883f6d4e35"/>
    <p:sldId xmlns:r="http://schemas.openxmlformats.org/officeDocument/2006/relationships" id="291" r:id="R0c45bf5040a74eb5"/>
    <p:sldId xmlns:r="http://schemas.openxmlformats.org/officeDocument/2006/relationships" id="292" r:id="R4d26babaeb3548e8"/>
    <p:sldId xmlns:r="http://schemas.openxmlformats.org/officeDocument/2006/relationships" id="293" r:id="R10c96db05e2e4a8f"/>
    <p:sldId xmlns:r="http://schemas.openxmlformats.org/officeDocument/2006/relationships" id="294" r:id="Re64979acc0a3433d"/>
    <p:sldId xmlns:r="http://schemas.openxmlformats.org/officeDocument/2006/relationships" id="295" r:id="R7b7a40112fa34a75"/>
    <p:sldId xmlns:r="http://schemas.openxmlformats.org/officeDocument/2006/relationships" id="296" r:id="R8caab058934f4de3"/>
    <p:sldId xmlns:r="http://schemas.openxmlformats.org/officeDocument/2006/relationships" id="297" r:id="Rd97926e6e3864ee9"/>
    <p:sldId xmlns:r="http://schemas.openxmlformats.org/officeDocument/2006/relationships" id="298" r:id="Rbc7300fcc5354fed"/>
    <p:sldId xmlns:r="http://schemas.openxmlformats.org/officeDocument/2006/relationships" id="299" r:id="R3520ef5351554cb7"/>
    <p:sldId xmlns:r="http://schemas.openxmlformats.org/officeDocument/2006/relationships" id="300" r:id="Ra4f55d94cfb34b37"/>
    <p:sldId xmlns:r="http://schemas.openxmlformats.org/officeDocument/2006/relationships" id="301" r:id="R1ddf97ef1f0549d5"/>
    <p:sldId xmlns:r="http://schemas.openxmlformats.org/officeDocument/2006/relationships" id="302" r:id="R1ef39dd5025b493d"/>
    <p:sldId xmlns:r="http://schemas.openxmlformats.org/officeDocument/2006/relationships" id="303" r:id="R70e29f8b544f4527"/>
    <p:sldId xmlns:r="http://schemas.openxmlformats.org/officeDocument/2006/relationships" id="304" r:id="Rd13d73feea484fa7"/>
    <p:sldId xmlns:r="http://schemas.openxmlformats.org/officeDocument/2006/relationships" id="305" r:id="R73cc66e595ab47b7"/>
    <p:sldId xmlns:r="http://schemas.openxmlformats.org/officeDocument/2006/relationships" id="306" r:id="Reb987561e53d4983"/>
    <p:sldId xmlns:r="http://schemas.openxmlformats.org/officeDocument/2006/relationships" id="307" r:id="Rda6ee67d92c44862"/>
    <p:sldId xmlns:r="http://schemas.openxmlformats.org/officeDocument/2006/relationships" id="308" r:id="R0b584b155e0d4cc3"/>
    <p:sldId xmlns:r="http://schemas.openxmlformats.org/officeDocument/2006/relationships" id="309" r:id="R781bf543289948b7"/>
    <p:sldId xmlns:r="http://schemas.openxmlformats.org/officeDocument/2006/relationships" id="310" r:id="R8ff2340266094db9"/>
    <p:sldId xmlns:r="http://schemas.openxmlformats.org/officeDocument/2006/relationships" id="311" r:id="Ra591ed8c046c420e"/>
    <p:sldId xmlns:r="http://schemas.openxmlformats.org/officeDocument/2006/relationships" id="312" r:id="Re071474cae114287"/>
    <p:sldId xmlns:r="http://schemas.openxmlformats.org/officeDocument/2006/relationships" id="313" r:id="Rb3add59aa6be4756"/>
    <p:sldId xmlns:r="http://schemas.openxmlformats.org/officeDocument/2006/relationships" id="314" r:id="R990ef96fc6a2480f"/>
    <p:sldId xmlns:r="http://schemas.openxmlformats.org/officeDocument/2006/relationships" id="315" r:id="Rbb833cafd0f444d8"/>
    <p:sldId xmlns:r="http://schemas.openxmlformats.org/officeDocument/2006/relationships" id="316" r:id="Rca82802ec8f64e16"/>
    <p:sldId xmlns:r="http://schemas.openxmlformats.org/officeDocument/2006/relationships" id="317" r:id="R94e29e00f217453c"/>
    <p:sldId xmlns:r="http://schemas.openxmlformats.org/officeDocument/2006/relationships" id="318" r:id="R9c929fba7b904b28"/>
    <p:sldId xmlns:r="http://schemas.openxmlformats.org/officeDocument/2006/relationships" id="319" r:id="R59dd6b5025784858"/>
    <p:sldId xmlns:r="http://schemas.openxmlformats.org/officeDocument/2006/relationships" id="320" r:id="R72d66586184f4aa1"/>
    <p:sldId xmlns:r="http://schemas.openxmlformats.org/officeDocument/2006/relationships" id="321" r:id="Rd0126cd670ce4bb7"/>
    <p:sldId xmlns:r="http://schemas.openxmlformats.org/officeDocument/2006/relationships" id="322" r:id="R53d9202c3cf14f61"/>
    <p:sldId xmlns:r="http://schemas.openxmlformats.org/officeDocument/2006/relationships" id="323" r:id="Re8c2e04f05824e3f"/>
    <p:sldId xmlns:r="http://schemas.openxmlformats.org/officeDocument/2006/relationships" id="324" r:id="R3b6e9e6039234e53"/>
    <p:sldId xmlns:r="http://schemas.openxmlformats.org/officeDocument/2006/relationships" id="325" r:id="R5943e3ee46244f58"/>
    <p:sldId xmlns:r="http://schemas.openxmlformats.org/officeDocument/2006/relationships" id="326" r:id="Ra60f9139a5a44b73"/>
    <p:sldId xmlns:r="http://schemas.openxmlformats.org/officeDocument/2006/relationships" id="327" r:id="Rfedb1d8a3fdf45a9"/>
    <p:sldId xmlns:r="http://schemas.openxmlformats.org/officeDocument/2006/relationships" id="328" r:id="Ra545ac154d714fa3"/>
    <p:sldId xmlns:r="http://schemas.openxmlformats.org/officeDocument/2006/relationships" id="329" r:id="R9868adb7c3784461"/>
    <p:sldId xmlns:r="http://schemas.openxmlformats.org/officeDocument/2006/relationships" id="330" r:id="Rb9bc35c488ac4048"/>
    <p:sldId xmlns:r="http://schemas.openxmlformats.org/officeDocument/2006/relationships" id="331" r:id="Rc6af24d8a14a46ab"/>
    <p:sldId xmlns:r="http://schemas.openxmlformats.org/officeDocument/2006/relationships" id="332" r:id="Re573d83866ee4ed7"/>
    <p:sldId xmlns:r="http://schemas.openxmlformats.org/officeDocument/2006/relationships" id="333" r:id="R5125020a03604a01"/>
    <p:sldId xmlns:r="http://schemas.openxmlformats.org/officeDocument/2006/relationships" id="334" r:id="Rd639d2c7a5bb4d3e"/>
    <p:sldId xmlns:r="http://schemas.openxmlformats.org/officeDocument/2006/relationships" id="335" r:id="R0058d0f7884342b2"/>
    <p:sldId xmlns:r="http://schemas.openxmlformats.org/officeDocument/2006/relationships" id="336" r:id="Rad5a4011568846e9"/>
    <p:sldId xmlns:r="http://schemas.openxmlformats.org/officeDocument/2006/relationships" id="337" r:id="Ra5a2aa5276e54b11"/>
    <p:sldId xmlns:r="http://schemas.openxmlformats.org/officeDocument/2006/relationships" id="338" r:id="Rff62d8f5a64b42b8"/>
    <p:sldId xmlns:r="http://schemas.openxmlformats.org/officeDocument/2006/relationships" id="339" r:id="Reec6ed4123b946a8"/>
    <p:sldId xmlns:r="http://schemas.openxmlformats.org/officeDocument/2006/relationships" id="340" r:id="R55e2d94bc51c4b6a"/>
    <p:sldId xmlns:r="http://schemas.openxmlformats.org/officeDocument/2006/relationships" id="341" r:id="R315e52bb52eb40b2"/>
    <p:sldId xmlns:r="http://schemas.openxmlformats.org/officeDocument/2006/relationships" id="342" r:id="R1b94c8a8e0714c0a"/>
    <p:sldId xmlns:r="http://schemas.openxmlformats.org/officeDocument/2006/relationships" id="343" r:id="R492185ed62c64ea2"/>
    <p:sldId xmlns:r="http://schemas.openxmlformats.org/officeDocument/2006/relationships" id="344" r:id="R78e006ff73444566"/>
    <p:sldId xmlns:r="http://schemas.openxmlformats.org/officeDocument/2006/relationships" id="345" r:id="R9ef408905f6440a9"/>
    <p:sldId xmlns:r="http://schemas.openxmlformats.org/officeDocument/2006/relationships" id="346" r:id="Rb13669ad369349a8"/>
    <p:sldId xmlns:r="http://schemas.openxmlformats.org/officeDocument/2006/relationships" id="347" r:id="R5a2494cdb00740c4"/>
    <p:sldId xmlns:r="http://schemas.openxmlformats.org/officeDocument/2006/relationships" id="348" r:id="Rf74c69086fc14b71"/>
    <p:sldId xmlns:r="http://schemas.openxmlformats.org/officeDocument/2006/relationships" id="349" r:id="Rbeb5b093f30c4c27"/>
    <p:sldId xmlns:r="http://schemas.openxmlformats.org/officeDocument/2006/relationships" id="350" r:id="Rdae916972bc04361"/>
    <p:sldId xmlns:r="http://schemas.openxmlformats.org/officeDocument/2006/relationships" id="351" r:id="R5525947c8dd446ab"/>
    <p:sldId xmlns:r="http://schemas.openxmlformats.org/officeDocument/2006/relationships" id="352" r:id="R80276e1797a64dcd"/>
    <p:sldId xmlns:r="http://schemas.openxmlformats.org/officeDocument/2006/relationships" id="353" r:id="Ra55e49c2f0db49d8"/>
    <p:sldId xmlns:r="http://schemas.openxmlformats.org/officeDocument/2006/relationships" id="354" r:id="Rb68cafe1301b486b"/>
    <p:sldId xmlns:r="http://schemas.openxmlformats.org/officeDocument/2006/relationships" id="355" r:id="R88060b1d5de547a6"/>
    <p:sldId xmlns:r="http://schemas.openxmlformats.org/officeDocument/2006/relationships" id="356" r:id="Rac1547247754451f"/>
    <p:sldId xmlns:r="http://schemas.openxmlformats.org/officeDocument/2006/relationships" id="357" r:id="R0164421002e947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64ad898c7b94599" /><Relationship Type="http://schemas.openxmlformats.org/officeDocument/2006/relationships/slideMaster" Target="/ppt/slideMasters/slideMaster1.xml" Id="R52fb181dfc694b6b" /><Relationship Type="http://schemas.openxmlformats.org/officeDocument/2006/relationships/notesMaster" Target="/ppt/notesMasters/notesMaster1.xml" Id="R42f0748ae8b344e7" /><Relationship Type="http://schemas.openxmlformats.org/officeDocument/2006/relationships/presProps" Target="/ppt/presProps.xml" Id="R96767ecb0d4346bd" /><Relationship Type="http://schemas.openxmlformats.org/officeDocument/2006/relationships/tableStyles" Target="/ppt/tableStyles.xml" Id="R14b6a9e3c9954c9e" /><Relationship Type="http://schemas.openxmlformats.org/officeDocument/2006/relationships/slide" Target="/ppt/slides/slide1.xml" Id="Rceda57f63b2f4d48" /><Relationship Type="http://schemas.openxmlformats.org/officeDocument/2006/relationships/slide" Target="/ppt/slides/slide2.xml" Id="Red692ab9bd4f4b64" /><Relationship Type="http://schemas.openxmlformats.org/officeDocument/2006/relationships/slide" Target="/ppt/slides/slide3.xml" Id="R63bb4f00223b49b8" /><Relationship Type="http://schemas.openxmlformats.org/officeDocument/2006/relationships/slide" Target="/ppt/slides/slide4.xml" Id="Rf093132a68fc4372" /><Relationship Type="http://schemas.openxmlformats.org/officeDocument/2006/relationships/slide" Target="/ppt/slides/slide5.xml" Id="R99cf503d94544aef" /><Relationship Type="http://schemas.openxmlformats.org/officeDocument/2006/relationships/slide" Target="/ppt/slides/slide6.xml" Id="Rc6efce7ea29d4a4a" /><Relationship Type="http://schemas.openxmlformats.org/officeDocument/2006/relationships/slide" Target="/ppt/slides/slide7.xml" Id="Rc6ca54102a5b46ac" /><Relationship Type="http://schemas.openxmlformats.org/officeDocument/2006/relationships/slide" Target="/ppt/slides/slide8.xml" Id="R295ba4cda3ff43bd" /><Relationship Type="http://schemas.openxmlformats.org/officeDocument/2006/relationships/slide" Target="/ppt/slides/slide9.xml" Id="Rad9d6616484b480c" /><Relationship Type="http://schemas.openxmlformats.org/officeDocument/2006/relationships/slide" Target="/ppt/slides/slide10.xml" Id="Rc816c0101f1e45cf" /><Relationship Type="http://schemas.openxmlformats.org/officeDocument/2006/relationships/slide" Target="/ppt/slides/slide11.xml" Id="R6e17f694a1954df5" /><Relationship Type="http://schemas.openxmlformats.org/officeDocument/2006/relationships/slide" Target="/ppt/slides/slide12.xml" Id="R25fc3400fa954ea8" /><Relationship Type="http://schemas.openxmlformats.org/officeDocument/2006/relationships/slide" Target="/ppt/slides/slide13.xml" Id="Raa99f13f39f74f1e" /><Relationship Type="http://schemas.openxmlformats.org/officeDocument/2006/relationships/slide" Target="/ppt/slides/slide14.xml" Id="Ra25cdeb9467a4dd5" /><Relationship Type="http://schemas.openxmlformats.org/officeDocument/2006/relationships/slide" Target="/ppt/slides/slide15.xml" Id="Rc75de4c20140418d" /><Relationship Type="http://schemas.openxmlformats.org/officeDocument/2006/relationships/slide" Target="/ppt/slides/slide16.xml" Id="R9ae6e303e5504092" /><Relationship Type="http://schemas.openxmlformats.org/officeDocument/2006/relationships/slide" Target="/ppt/slides/slide17.xml" Id="R8053ea08d6684dd3" /><Relationship Type="http://schemas.openxmlformats.org/officeDocument/2006/relationships/slide" Target="/ppt/slides/slide18.xml" Id="Rb9200aed573c42bd" /><Relationship Type="http://schemas.openxmlformats.org/officeDocument/2006/relationships/slide" Target="/ppt/slides/slide19.xml" Id="R4b0dcb1482374c1a" /><Relationship Type="http://schemas.openxmlformats.org/officeDocument/2006/relationships/slide" Target="/ppt/slides/slide20.xml" Id="R30a52a4b51ab4d31" /><Relationship Type="http://schemas.openxmlformats.org/officeDocument/2006/relationships/slide" Target="/ppt/slides/slide21.xml" Id="R7594d87937984946" /><Relationship Type="http://schemas.openxmlformats.org/officeDocument/2006/relationships/slide" Target="/ppt/slides/slide22.xml" Id="R62b6251f08b84430" /><Relationship Type="http://schemas.openxmlformats.org/officeDocument/2006/relationships/slide" Target="/ppt/slides/slide23.xml" Id="R1841a7b8e6644c47" /><Relationship Type="http://schemas.openxmlformats.org/officeDocument/2006/relationships/slide" Target="/ppt/slides/slide24.xml" Id="R4d5d38a9ace74af6" /><Relationship Type="http://schemas.openxmlformats.org/officeDocument/2006/relationships/slide" Target="/ppt/slides/slide25.xml" Id="R3a86506451bb4711" /><Relationship Type="http://schemas.openxmlformats.org/officeDocument/2006/relationships/slide" Target="/ppt/slides/slide26.xml" Id="R5ad4708222ec4be0" /><Relationship Type="http://schemas.openxmlformats.org/officeDocument/2006/relationships/slide" Target="/ppt/slides/slide27.xml" Id="Rd5151b1f0ac44a4e" /><Relationship Type="http://schemas.openxmlformats.org/officeDocument/2006/relationships/slide" Target="/ppt/slides/slide28.xml" Id="Rd92061beb41f48ab" /><Relationship Type="http://schemas.openxmlformats.org/officeDocument/2006/relationships/slide" Target="/ppt/slides/slide29.xml" Id="Rea3ef16e85f14688" /><Relationship Type="http://schemas.openxmlformats.org/officeDocument/2006/relationships/slide" Target="/ppt/slides/slide30.xml" Id="R046b8609c11444c6" /><Relationship Type="http://schemas.openxmlformats.org/officeDocument/2006/relationships/slide" Target="/ppt/slides/slide31.xml" Id="R7766b5202e934989" /><Relationship Type="http://schemas.openxmlformats.org/officeDocument/2006/relationships/slide" Target="/ppt/slides/slide32.xml" Id="R9b02c42fc47e4250" /><Relationship Type="http://schemas.openxmlformats.org/officeDocument/2006/relationships/slide" Target="/ppt/slides/slide33.xml" Id="R2a0590f60cbc40b4" /><Relationship Type="http://schemas.openxmlformats.org/officeDocument/2006/relationships/slide" Target="/ppt/slides/slide34.xml" Id="Rf9b80510328b41e4" /><Relationship Type="http://schemas.openxmlformats.org/officeDocument/2006/relationships/slide" Target="/ppt/slides/slide35.xml" Id="R8306eb883f6d4e35" /><Relationship Type="http://schemas.openxmlformats.org/officeDocument/2006/relationships/slide" Target="/ppt/slides/slide36.xml" Id="R0c45bf5040a74eb5" /><Relationship Type="http://schemas.openxmlformats.org/officeDocument/2006/relationships/slide" Target="/ppt/slides/slide37.xml" Id="R4d26babaeb3548e8" /><Relationship Type="http://schemas.openxmlformats.org/officeDocument/2006/relationships/slide" Target="/ppt/slides/slide38.xml" Id="R10c96db05e2e4a8f" /><Relationship Type="http://schemas.openxmlformats.org/officeDocument/2006/relationships/slide" Target="/ppt/slides/slide39.xml" Id="Re64979acc0a3433d" /><Relationship Type="http://schemas.openxmlformats.org/officeDocument/2006/relationships/slide" Target="/ppt/slides/slide40.xml" Id="R7b7a40112fa34a75" /><Relationship Type="http://schemas.openxmlformats.org/officeDocument/2006/relationships/slide" Target="/ppt/slides/slide41.xml" Id="R8caab058934f4de3" /><Relationship Type="http://schemas.openxmlformats.org/officeDocument/2006/relationships/slide" Target="/ppt/slides/slide42.xml" Id="Rd97926e6e3864ee9" /><Relationship Type="http://schemas.openxmlformats.org/officeDocument/2006/relationships/slide" Target="/ppt/slides/slide43.xml" Id="Rbc7300fcc5354fed" /><Relationship Type="http://schemas.openxmlformats.org/officeDocument/2006/relationships/slide" Target="/ppt/slides/slide44.xml" Id="R3520ef5351554cb7" /><Relationship Type="http://schemas.openxmlformats.org/officeDocument/2006/relationships/slide" Target="/ppt/slides/slide45.xml" Id="Ra4f55d94cfb34b37" /><Relationship Type="http://schemas.openxmlformats.org/officeDocument/2006/relationships/slide" Target="/ppt/slides/slide46.xml" Id="R1ddf97ef1f0549d5" /><Relationship Type="http://schemas.openxmlformats.org/officeDocument/2006/relationships/slide" Target="/ppt/slides/slide47.xml" Id="R1ef39dd5025b493d" /><Relationship Type="http://schemas.openxmlformats.org/officeDocument/2006/relationships/slide" Target="/ppt/slides/slide48.xml" Id="R70e29f8b544f4527" /><Relationship Type="http://schemas.openxmlformats.org/officeDocument/2006/relationships/slide" Target="/ppt/slides/slide49.xml" Id="Rd13d73feea484fa7" /><Relationship Type="http://schemas.openxmlformats.org/officeDocument/2006/relationships/slide" Target="/ppt/slides/slide50.xml" Id="R73cc66e595ab47b7" /><Relationship Type="http://schemas.openxmlformats.org/officeDocument/2006/relationships/slide" Target="/ppt/slides/slide51.xml" Id="Reb987561e53d4983" /><Relationship Type="http://schemas.openxmlformats.org/officeDocument/2006/relationships/slide" Target="/ppt/slides/slide52.xml" Id="Rda6ee67d92c44862" /><Relationship Type="http://schemas.openxmlformats.org/officeDocument/2006/relationships/slide" Target="/ppt/slides/slide53.xml" Id="R0b584b155e0d4cc3" /><Relationship Type="http://schemas.openxmlformats.org/officeDocument/2006/relationships/slide" Target="/ppt/slides/slide54.xml" Id="R781bf543289948b7" /><Relationship Type="http://schemas.openxmlformats.org/officeDocument/2006/relationships/slide" Target="/ppt/slides/slide55.xml" Id="R8ff2340266094db9" /><Relationship Type="http://schemas.openxmlformats.org/officeDocument/2006/relationships/slide" Target="/ppt/slides/slide56.xml" Id="Ra591ed8c046c420e" /><Relationship Type="http://schemas.openxmlformats.org/officeDocument/2006/relationships/slide" Target="/ppt/slides/slide57.xml" Id="Re071474cae114287" /><Relationship Type="http://schemas.openxmlformats.org/officeDocument/2006/relationships/slide" Target="/ppt/slides/slide58.xml" Id="Rb3add59aa6be4756" /><Relationship Type="http://schemas.openxmlformats.org/officeDocument/2006/relationships/slide" Target="/ppt/slides/slide59.xml" Id="R990ef96fc6a2480f" /><Relationship Type="http://schemas.openxmlformats.org/officeDocument/2006/relationships/slide" Target="/ppt/slides/slide60.xml" Id="Rbb833cafd0f444d8" /><Relationship Type="http://schemas.openxmlformats.org/officeDocument/2006/relationships/slide" Target="/ppt/slides/slide61.xml" Id="Rca82802ec8f64e16" /><Relationship Type="http://schemas.openxmlformats.org/officeDocument/2006/relationships/slide" Target="/ppt/slides/slide62.xml" Id="R94e29e00f217453c" /><Relationship Type="http://schemas.openxmlformats.org/officeDocument/2006/relationships/slide" Target="/ppt/slides/slide63.xml" Id="R9c929fba7b904b28" /><Relationship Type="http://schemas.openxmlformats.org/officeDocument/2006/relationships/slide" Target="/ppt/slides/slide64.xml" Id="R59dd6b5025784858" /><Relationship Type="http://schemas.openxmlformats.org/officeDocument/2006/relationships/slide" Target="/ppt/slides/slide65.xml" Id="R72d66586184f4aa1" /><Relationship Type="http://schemas.openxmlformats.org/officeDocument/2006/relationships/slide" Target="/ppt/slides/slide66.xml" Id="Rd0126cd670ce4bb7" /><Relationship Type="http://schemas.openxmlformats.org/officeDocument/2006/relationships/slide" Target="/ppt/slides/slide67.xml" Id="R53d9202c3cf14f61" /><Relationship Type="http://schemas.openxmlformats.org/officeDocument/2006/relationships/slide" Target="/ppt/slides/slide68.xml" Id="Re8c2e04f05824e3f" /><Relationship Type="http://schemas.openxmlformats.org/officeDocument/2006/relationships/slide" Target="/ppt/slides/slide69.xml" Id="R3b6e9e6039234e53" /><Relationship Type="http://schemas.openxmlformats.org/officeDocument/2006/relationships/slide" Target="/ppt/slides/slide70.xml" Id="R5943e3ee46244f58" /><Relationship Type="http://schemas.openxmlformats.org/officeDocument/2006/relationships/slide" Target="/ppt/slides/slide71.xml" Id="Ra60f9139a5a44b73" /><Relationship Type="http://schemas.openxmlformats.org/officeDocument/2006/relationships/slide" Target="/ppt/slides/slide72.xml" Id="Rfedb1d8a3fdf45a9" /><Relationship Type="http://schemas.openxmlformats.org/officeDocument/2006/relationships/slide" Target="/ppt/slides/slide73.xml" Id="Ra545ac154d714fa3" /><Relationship Type="http://schemas.openxmlformats.org/officeDocument/2006/relationships/slide" Target="/ppt/slides/slide74.xml" Id="R9868adb7c3784461" /><Relationship Type="http://schemas.openxmlformats.org/officeDocument/2006/relationships/slide" Target="/ppt/slides/slide75.xml" Id="Rb9bc35c488ac4048" /><Relationship Type="http://schemas.openxmlformats.org/officeDocument/2006/relationships/slide" Target="/ppt/slides/slide76.xml" Id="Rc6af24d8a14a46ab" /><Relationship Type="http://schemas.openxmlformats.org/officeDocument/2006/relationships/slide" Target="/ppt/slides/slide77.xml" Id="Re573d83866ee4ed7" /><Relationship Type="http://schemas.openxmlformats.org/officeDocument/2006/relationships/slide" Target="/ppt/slides/slide78.xml" Id="R5125020a03604a01" /><Relationship Type="http://schemas.openxmlformats.org/officeDocument/2006/relationships/slide" Target="/ppt/slides/slide79.xml" Id="Rd639d2c7a5bb4d3e" /><Relationship Type="http://schemas.openxmlformats.org/officeDocument/2006/relationships/slide" Target="/ppt/slides/slide80.xml" Id="R0058d0f7884342b2" /><Relationship Type="http://schemas.openxmlformats.org/officeDocument/2006/relationships/slide" Target="/ppt/slides/slide81.xml" Id="Rad5a4011568846e9" /><Relationship Type="http://schemas.openxmlformats.org/officeDocument/2006/relationships/slide" Target="/ppt/slides/slide82.xml" Id="Ra5a2aa5276e54b11" /><Relationship Type="http://schemas.openxmlformats.org/officeDocument/2006/relationships/slide" Target="/ppt/slides/slide83.xml" Id="Rff62d8f5a64b42b8" /><Relationship Type="http://schemas.openxmlformats.org/officeDocument/2006/relationships/slide" Target="/ppt/slides/slide84.xml" Id="Reec6ed4123b946a8" /><Relationship Type="http://schemas.openxmlformats.org/officeDocument/2006/relationships/slide" Target="/ppt/slides/slide85.xml" Id="R55e2d94bc51c4b6a" /><Relationship Type="http://schemas.openxmlformats.org/officeDocument/2006/relationships/slide" Target="/ppt/slides/slide86.xml" Id="R315e52bb52eb40b2" /><Relationship Type="http://schemas.openxmlformats.org/officeDocument/2006/relationships/slide" Target="/ppt/slides/slide87.xml" Id="R1b94c8a8e0714c0a" /><Relationship Type="http://schemas.openxmlformats.org/officeDocument/2006/relationships/slide" Target="/ppt/slides/slide88.xml" Id="R492185ed62c64ea2" /><Relationship Type="http://schemas.openxmlformats.org/officeDocument/2006/relationships/slide" Target="/ppt/slides/slide89.xml" Id="R78e006ff73444566" /><Relationship Type="http://schemas.openxmlformats.org/officeDocument/2006/relationships/slide" Target="/ppt/slides/slide90.xml" Id="R9ef408905f6440a9" /><Relationship Type="http://schemas.openxmlformats.org/officeDocument/2006/relationships/slide" Target="/ppt/slides/slide91.xml" Id="Rb13669ad369349a8" /><Relationship Type="http://schemas.openxmlformats.org/officeDocument/2006/relationships/slide" Target="/ppt/slides/slide92.xml" Id="R5a2494cdb00740c4" /><Relationship Type="http://schemas.openxmlformats.org/officeDocument/2006/relationships/slide" Target="/ppt/slides/slide93.xml" Id="Rf74c69086fc14b71" /><Relationship Type="http://schemas.openxmlformats.org/officeDocument/2006/relationships/slide" Target="/ppt/slides/slide94.xml" Id="Rbeb5b093f30c4c27" /><Relationship Type="http://schemas.openxmlformats.org/officeDocument/2006/relationships/slide" Target="/ppt/slides/slide95.xml" Id="Rdae916972bc04361" /><Relationship Type="http://schemas.openxmlformats.org/officeDocument/2006/relationships/slide" Target="/ppt/slides/slide96.xml" Id="R5525947c8dd446ab" /><Relationship Type="http://schemas.openxmlformats.org/officeDocument/2006/relationships/slide" Target="/ppt/slides/slide97.xml" Id="R80276e1797a64dcd" /><Relationship Type="http://schemas.openxmlformats.org/officeDocument/2006/relationships/slide" Target="/ppt/slides/slide98.xml" Id="Ra55e49c2f0db49d8" /><Relationship Type="http://schemas.openxmlformats.org/officeDocument/2006/relationships/slide" Target="/ppt/slides/slide99.xml" Id="Rb68cafe1301b486b" /><Relationship Type="http://schemas.openxmlformats.org/officeDocument/2006/relationships/slide" Target="/ppt/slides/slide100.xml" Id="R88060b1d5de547a6" /><Relationship Type="http://schemas.openxmlformats.org/officeDocument/2006/relationships/slide" Target="/ppt/slides/slide101.xml" Id="Rac1547247754451f" /><Relationship Type="http://schemas.openxmlformats.org/officeDocument/2006/relationships/slide" Target="/ppt/slides/slide102.xml" Id="R0164421002e947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1dc1d9cf0649e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179275258b24868" /><Relationship Type="http://schemas.openxmlformats.org/officeDocument/2006/relationships/notesMaster" Target="/ppt/notesMasters/notesMaster1.xml" Id="R630bfd281c8742b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6b719c96104338" /><Relationship Type="http://schemas.openxmlformats.org/officeDocument/2006/relationships/notesMaster" Target="/ppt/notesMasters/notesMaster1.xml" Id="R12634ae1aaa7494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37021c4fe814349" /><Relationship Type="http://schemas.openxmlformats.org/officeDocument/2006/relationships/notesMaster" Target="/ppt/notesMasters/notesMaster1.xml" Id="R4223e0b6d0b14401"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88a014cf254f93" /><Relationship Type="http://schemas.openxmlformats.org/officeDocument/2006/relationships/notesMaster" Target="/ppt/notesMasters/notesMaster1.xml" Id="Re81247a9bf5549f4" /></Relationships>
</file>

<file path=ppt/notesSlides/_rels/notesSlide5.xml.rels>&#65279;<?xml version="1.0" encoding="utf-8"?><Relationships xmlns="http://schemas.openxmlformats.org/package/2006/relationships"><Relationship Type="http://schemas.openxmlformats.org/officeDocument/2006/relationships/slide" Target="/ppt/slides/slide5.xml" Id="Rbe9329bfb5124126" /><Relationship Type="http://schemas.openxmlformats.org/officeDocument/2006/relationships/notesMaster" Target="/ppt/notesMasters/notesMaster1.xml" Id="Rab03aee8ec304618" /></Relationships>
</file>

<file path=ppt/notesSlides/_rels/notesSlide6.xml.rels>&#65279;<?xml version="1.0" encoding="utf-8"?><Relationships xmlns="http://schemas.openxmlformats.org/package/2006/relationships"><Relationship Type="http://schemas.openxmlformats.org/officeDocument/2006/relationships/slide" Target="/ppt/slides/slide6.xml" Id="Red99667145124379" /><Relationship Type="http://schemas.openxmlformats.org/officeDocument/2006/relationships/notesMaster" Target="/ppt/notesMasters/notesMaster1.xml" Id="R0a41e99f374f472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7c1dbf337042b5" /><Relationship Type="http://schemas.openxmlformats.org/officeDocument/2006/relationships/notesMaster" Target="/ppt/notesMasters/notesMaster1.xml" Id="Racb78bca9d5844d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7cb96f8fe844cc" /><Relationship Type="http://schemas.openxmlformats.org/officeDocument/2006/relationships/notesMaster" Target="/ppt/notesMasters/notesMaster1.xml" Id="R8b15575827374ecf" /></Relationships>
</file>

<file path=ppt/notesSlides/_rels/notesSlide9.xml.rels>&#65279;<?xml version="1.0" encoding="utf-8"?><Relationships xmlns="http://schemas.openxmlformats.org/package/2006/relationships"><Relationship Type="http://schemas.openxmlformats.org/officeDocument/2006/relationships/slide" Target="/ppt/slides/slide9.xml" Id="Rbe148e2e41804f78" /><Relationship Type="http://schemas.openxmlformats.org/officeDocument/2006/relationships/notesMaster" Target="/ppt/notesMasters/notesMaster1.xml" Id="R732c2f2e7f774dc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ac1ec094cf94c20" /><Relationship Type="http://schemas.openxmlformats.org/officeDocument/2006/relationships/notesMaster" Target="/ppt/notesMasters/notesMaster1.xml" Id="R4ef67f8b4021403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1e2e85dee344137" /><Relationship Type="http://schemas.openxmlformats.org/officeDocument/2006/relationships/notesMaster" Target="/ppt/notesMasters/notesMaster1.xml" Id="R100e8d9fd8d74e1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7ca83aa16da4656" /><Relationship Type="http://schemas.openxmlformats.org/officeDocument/2006/relationships/notesMaster" Target="/ppt/notesMasters/notesMaster1.xml" Id="R89ef020ccf744ed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d9860e52d2f46a3" /><Relationship Type="http://schemas.openxmlformats.org/officeDocument/2006/relationships/notesMaster" Target="/ppt/notesMasters/notesMaster1.xml" Id="R00f4a60eb57a471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61c376ce5d048ac" /><Relationship Type="http://schemas.openxmlformats.org/officeDocument/2006/relationships/notesMaster" Target="/ppt/notesMasters/notesMaster1.xml" Id="R83ad527e684545d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3f1c862972f4c3e" /><Relationship Type="http://schemas.openxmlformats.org/officeDocument/2006/relationships/notesMaster" Target="/ppt/notesMasters/notesMaster1.xml" Id="R5d029f6b21fb438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7b1bf6ceef4f69" /><Relationship Type="http://schemas.openxmlformats.org/officeDocument/2006/relationships/notesMaster" Target="/ppt/notesMasters/notesMaster1.xml" Id="R71a4a5a8e1b342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69e48679a254343" /><Relationship Type="http://schemas.openxmlformats.org/officeDocument/2006/relationships/notesMaster" Target="/ppt/notesMasters/notesMaster1.xml" Id="R1dcdb2231215450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a42e2a93e784031" /><Relationship Type="http://schemas.openxmlformats.org/officeDocument/2006/relationships/notesMaster" Target="/ppt/notesMasters/notesMaster1.xml" Id="R1aa6081f236f480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01bfb8bcb8c3424c" /><Relationship Type="http://schemas.openxmlformats.org/officeDocument/2006/relationships/notesMaster" Target="/ppt/notesMasters/notesMaster1.xml" Id="Rdf8cd9261e5f47b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ec6cb1bb6e594702" /><Relationship Type="http://schemas.openxmlformats.org/officeDocument/2006/relationships/notesMaster" Target="/ppt/notesMasters/notesMaster1.xml" Id="Ra273611881ea4d4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b07c0337d274d73" /><Relationship Type="http://schemas.openxmlformats.org/officeDocument/2006/relationships/notesMaster" Target="/ppt/notesMasters/notesMaster1.xml" Id="R2d1dae08608647e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4fec4adc05c4e04" /><Relationship Type="http://schemas.openxmlformats.org/officeDocument/2006/relationships/notesMaster" Target="/ppt/notesMasters/notesMaster1.xml" Id="R781206248160487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a51be912c1c47c2" /><Relationship Type="http://schemas.openxmlformats.org/officeDocument/2006/relationships/notesMaster" Target="/ppt/notesMasters/notesMaster1.xml" Id="R482db2e02f9b46e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ab78a6ee4de4fa5" /><Relationship Type="http://schemas.openxmlformats.org/officeDocument/2006/relationships/notesMaster" Target="/ppt/notesMasters/notesMaster1.xml" Id="R8695e716c2a74d0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8e2d240c3c04ff8" /><Relationship Type="http://schemas.openxmlformats.org/officeDocument/2006/relationships/notesMaster" Target="/ppt/notesMasters/notesMaster1.xml" Id="R9990eb38822e400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87a48d9f656429e" /><Relationship Type="http://schemas.openxmlformats.org/officeDocument/2006/relationships/notesMaster" Target="/ppt/notesMasters/notesMaster1.xml" Id="R8be84fd378854e2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e3e66a8d24245da" /><Relationship Type="http://schemas.openxmlformats.org/officeDocument/2006/relationships/notesMaster" Target="/ppt/notesMasters/notesMaster1.xml" Id="Rab14bb36a4f1417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eec1570ebd046f4" /><Relationship Type="http://schemas.openxmlformats.org/officeDocument/2006/relationships/notesMaster" Target="/ppt/notesMasters/notesMaster1.xml" Id="Rfd69f4539758456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d847b85c3af433a" /><Relationship Type="http://schemas.openxmlformats.org/officeDocument/2006/relationships/notesMaster" Target="/ppt/notesMasters/notesMaster1.xml" Id="R27832d2155e14858"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89a8a60c45e34749" /><Relationship Type="http://schemas.openxmlformats.org/officeDocument/2006/relationships/notesMaster" Target="/ppt/notesMasters/notesMaster1.xml" Id="Ra857869b69594d42"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dee3d9b465b144b7" /><Relationship Type="http://schemas.openxmlformats.org/officeDocument/2006/relationships/notesMaster" Target="/ppt/notesMasters/notesMaster1.xml" Id="Rf30a66ecc0f04f6e"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ed797778aeff479a" /><Relationship Type="http://schemas.openxmlformats.org/officeDocument/2006/relationships/notesMaster" Target="/ppt/notesMasters/notesMaster1.xml" Id="R1b95b6d9257c474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641ec361f91411a" /><Relationship Type="http://schemas.openxmlformats.org/officeDocument/2006/relationships/notesMaster" Target="/ppt/notesMasters/notesMaster1.xml" Id="Rc61ff4a3e3ac42c7"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7d047c8fd4847f8" /><Relationship Type="http://schemas.openxmlformats.org/officeDocument/2006/relationships/notesMaster" Target="/ppt/notesMasters/notesMaster1.xml" Id="R8be6f74ed0aa483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ce1b2472f8a43dc" /><Relationship Type="http://schemas.openxmlformats.org/officeDocument/2006/relationships/notesMaster" Target="/ppt/notesMasters/notesMaster1.xml" Id="R5a1ef013ed444d81"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ecc94bdf57844d0f" /><Relationship Type="http://schemas.openxmlformats.org/officeDocument/2006/relationships/notesMaster" Target="/ppt/notesMasters/notesMaster1.xml" Id="R900bf55b24fd4a6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7211bd68b7d4fb1" /><Relationship Type="http://schemas.openxmlformats.org/officeDocument/2006/relationships/notesMaster" Target="/ppt/notesMasters/notesMaster1.xml" Id="Rf949c237ac81488f"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41c1a68e9ea94c35" /><Relationship Type="http://schemas.openxmlformats.org/officeDocument/2006/relationships/notesMaster" Target="/ppt/notesMasters/notesMaster1.xml" Id="R2847457053d6400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bc05ec3a7cf45ea" /><Relationship Type="http://schemas.openxmlformats.org/officeDocument/2006/relationships/notesMaster" Target="/ppt/notesMasters/notesMaster1.xml" Id="Rf7fc87c9725c432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4a05aae2a58404d" /><Relationship Type="http://schemas.openxmlformats.org/officeDocument/2006/relationships/notesMaster" Target="/ppt/notesMasters/notesMaster1.xml" Id="Rb2413edf875d42ba"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3e98050504a4caa" /><Relationship Type="http://schemas.openxmlformats.org/officeDocument/2006/relationships/notesMaster" Target="/ppt/notesMasters/notesMaster1.xml" Id="R24046df4f2d246f2"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7c634a4b7404c6b" /><Relationship Type="http://schemas.openxmlformats.org/officeDocument/2006/relationships/notesMaster" Target="/ppt/notesMasters/notesMaster1.xml" Id="R207159780adf4e14"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b8434492c4b14fe3" /><Relationship Type="http://schemas.openxmlformats.org/officeDocument/2006/relationships/notesMaster" Target="/ppt/notesMasters/notesMaster1.xml" Id="R743859631ec5483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491b7a8c8ac74ca2" /><Relationship Type="http://schemas.openxmlformats.org/officeDocument/2006/relationships/notesMaster" Target="/ppt/notesMasters/notesMaster1.xml" Id="R644da190d34a424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572cc4c0202c41c1" /><Relationship Type="http://schemas.openxmlformats.org/officeDocument/2006/relationships/notesMaster" Target="/ppt/notesMasters/notesMaster1.xml" Id="R78f897d26e164b86"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046b0547edd4754" /><Relationship Type="http://schemas.openxmlformats.org/officeDocument/2006/relationships/notesMaster" Target="/ppt/notesMasters/notesMaster1.xml" Id="R8f839b2d715049ae"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8daf7f3ad234927" /><Relationship Type="http://schemas.openxmlformats.org/officeDocument/2006/relationships/notesMaster" Target="/ppt/notesMasters/notesMaster1.xml" Id="Rc0b500f9d6e54c0d"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da8db2e72f7e4e52" /><Relationship Type="http://schemas.openxmlformats.org/officeDocument/2006/relationships/notesMaster" Target="/ppt/notesMasters/notesMaster1.xml" Id="Rb3c85a749c034f64"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2ce9d09b3c584396" /><Relationship Type="http://schemas.openxmlformats.org/officeDocument/2006/relationships/notesMaster" Target="/ppt/notesMasters/notesMaster1.xml" Id="R851381f37d304791"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afb9b6a0f764138" /><Relationship Type="http://schemas.openxmlformats.org/officeDocument/2006/relationships/notesMaster" Target="/ppt/notesMasters/notesMaster1.xml" Id="R0575d8e193d64d3f"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70d0773a70949f8" /><Relationship Type="http://schemas.openxmlformats.org/officeDocument/2006/relationships/notesMaster" Target="/ppt/notesMasters/notesMaster1.xml" Id="R270869e0e5014bdf"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f1fa6b8a7edc4aca" /><Relationship Type="http://schemas.openxmlformats.org/officeDocument/2006/relationships/notesMaster" Target="/ppt/notesMasters/notesMaster1.xml" Id="Rb6301a7a7fe6442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40a2aa1fabc44ff5" /><Relationship Type="http://schemas.openxmlformats.org/officeDocument/2006/relationships/notesMaster" Target="/ppt/notesMasters/notesMaster1.xml" Id="Racd815b70eae4e7b"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945fa946f7664890" /><Relationship Type="http://schemas.openxmlformats.org/officeDocument/2006/relationships/notesMaster" Target="/ppt/notesMasters/notesMaster1.xml" Id="Re073e4009e8548f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e32f124f57534546" /><Relationship Type="http://schemas.openxmlformats.org/officeDocument/2006/relationships/notesMaster" Target="/ppt/notesMasters/notesMaster1.xml" Id="R11bd96af33b74ebe"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ce537ee6c3d4bde" /><Relationship Type="http://schemas.openxmlformats.org/officeDocument/2006/relationships/notesMaster" Target="/ppt/notesMasters/notesMaster1.xml" Id="R20ed9756d58b4b2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d90be32bb84465d" /><Relationship Type="http://schemas.openxmlformats.org/officeDocument/2006/relationships/notesMaster" Target="/ppt/notesMasters/notesMaster1.xml" Id="R0b43b950f101450f"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7928a5e66354d76" /><Relationship Type="http://schemas.openxmlformats.org/officeDocument/2006/relationships/notesMaster" Target="/ppt/notesMasters/notesMaster1.xml" Id="R769f6225ba3a4bb8"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9316cacdf1844b2b" /><Relationship Type="http://schemas.openxmlformats.org/officeDocument/2006/relationships/notesMaster" Target="/ppt/notesMasters/notesMaster1.xml" Id="R047106e0d6164b41"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49a162424e374073" /><Relationship Type="http://schemas.openxmlformats.org/officeDocument/2006/relationships/notesMaster" Target="/ppt/notesMasters/notesMaster1.xml" Id="Rd192b4b767d64d4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6a321bdde91344e4" /><Relationship Type="http://schemas.openxmlformats.org/officeDocument/2006/relationships/notesMaster" Target="/ppt/notesMasters/notesMaster1.xml" Id="Rf12e3eabf5ce4027"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a2f876a06e04779" /><Relationship Type="http://schemas.openxmlformats.org/officeDocument/2006/relationships/notesMaster" Target="/ppt/notesMasters/notesMaster1.xml" Id="R69c71d3511da418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1a6e17e234bd4d6f" /><Relationship Type="http://schemas.openxmlformats.org/officeDocument/2006/relationships/notesMaster" Target="/ppt/notesMasters/notesMaster1.xml" Id="R4c39faafac354d4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a14b1b0719041d7" /><Relationship Type="http://schemas.openxmlformats.org/officeDocument/2006/relationships/notesMaster" Target="/ppt/notesMasters/notesMaster1.xml" Id="R641936d3cd964942"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41da42cafad497d" /><Relationship Type="http://schemas.openxmlformats.org/officeDocument/2006/relationships/notesMaster" Target="/ppt/notesMasters/notesMaster1.xml" Id="Ra201db13c08d473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68c5bc35ee94985" /><Relationship Type="http://schemas.openxmlformats.org/officeDocument/2006/relationships/notesMaster" Target="/ppt/notesMasters/notesMaster1.xml" Id="R82ded4f678644284"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addee158d3e49a3" /><Relationship Type="http://schemas.openxmlformats.org/officeDocument/2006/relationships/notesMaster" Target="/ppt/notesMasters/notesMaster1.xml" Id="R8e1c25e4f5244658"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d8768447a3ee4246" /><Relationship Type="http://schemas.openxmlformats.org/officeDocument/2006/relationships/notesMaster" Target="/ppt/notesMasters/notesMaster1.xml" Id="Rb3248bd42a74470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38462f10ec9f4e81" /><Relationship Type="http://schemas.openxmlformats.org/officeDocument/2006/relationships/notesMaster" Target="/ppt/notesMasters/notesMaster1.xml" Id="R081534531adf45da"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ea0ba9abaaa43e2" /><Relationship Type="http://schemas.openxmlformats.org/officeDocument/2006/relationships/notesMaster" Target="/ppt/notesMasters/notesMaster1.xml" Id="Rce42e1f266904ac1"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42f2ff8e3024ce6" /><Relationship Type="http://schemas.openxmlformats.org/officeDocument/2006/relationships/notesMaster" Target="/ppt/notesMasters/notesMaster1.xml" Id="R8cd778024b4d436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994b2f507f9c4de8" /><Relationship Type="http://schemas.openxmlformats.org/officeDocument/2006/relationships/notesMaster" Target="/ppt/notesMasters/notesMaster1.xml" Id="R18ae3b54194c4f06"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43ddba8f68f4c35" /><Relationship Type="http://schemas.openxmlformats.org/officeDocument/2006/relationships/notesMaster" Target="/ppt/notesMasters/notesMaster1.xml" Id="Rcf0efc4510034bfc"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782a13dc51944636" /><Relationship Type="http://schemas.openxmlformats.org/officeDocument/2006/relationships/notesMaster" Target="/ppt/notesMasters/notesMaster1.xml" Id="R900cdefd75454fe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8bd808ddd7d4048" /><Relationship Type="http://schemas.openxmlformats.org/officeDocument/2006/relationships/notesMaster" Target="/ppt/notesMasters/notesMaster1.xml" Id="R8880d461757147e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42af9fde122046c8" /><Relationship Type="http://schemas.openxmlformats.org/officeDocument/2006/relationships/notesMaster" Target="/ppt/notesMasters/notesMaster1.xml" Id="Rf49b591f91254922"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76354be71e64427c" /><Relationship Type="http://schemas.openxmlformats.org/officeDocument/2006/relationships/notesMaster" Target="/ppt/notesMasters/notesMaster1.xml" Id="R577ba4c8acb74fc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40728a9b41f3453a" /><Relationship Type="http://schemas.openxmlformats.org/officeDocument/2006/relationships/notesMaster" Target="/ppt/notesMasters/notesMaster1.xml" Id="R95970ad4f59647b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8603aa5065e84303" /><Relationship Type="http://schemas.openxmlformats.org/officeDocument/2006/relationships/notesMaster" Target="/ppt/notesMasters/notesMaster1.xml" Id="Re2a3ac07e9b04684"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e831d87d33c4b3f" /><Relationship Type="http://schemas.openxmlformats.org/officeDocument/2006/relationships/notesMaster" Target="/ppt/notesMasters/notesMaster1.xml" Id="Rbfd65f914dde4e9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661b3e028ea4e5a" /><Relationship Type="http://schemas.openxmlformats.org/officeDocument/2006/relationships/notesMaster" Target="/ppt/notesMasters/notesMaster1.xml" Id="Rf7b35a19df934b1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3ef916fb0754290" /><Relationship Type="http://schemas.openxmlformats.org/officeDocument/2006/relationships/notesMaster" Target="/ppt/notesMasters/notesMaster1.xml" Id="Rfb7b8dafd5724edb"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56cb3da979664c9f" /><Relationship Type="http://schemas.openxmlformats.org/officeDocument/2006/relationships/notesMaster" Target="/ppt/notesMasters/notesMaster1.xml" Id="R4f438d38a06648f3"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c10cbea1cc50401c" /><Relationship Type="http://schemas.openxmlformats.org/officeDocument/2006/relationships/notesMaster" Target="/ppt/notesMasters/notesMaster1.xml" Id="Red4f374f444945b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1172c66d228046bf" /><Relationship Type="http://schemas.openxmlformats.org/officeDocument/2006/relationships/notesMaster" Target="/ppt/notesMasters/notesMaster1.xml" Id="R1f8afce20db6413d"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f24dc7b1f97443d0" /><Relationship Type="http://schemas.openxmlformats.org/officeDocument/2006/relationships/notesMaster" Target="/ppt/notesMasters/notesMaster1.xml" Id="R60836068060a4fdb"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135537c0027b4b7a" /><Relationship Type="http://schemas.openxmlformats.org/officeDocument/2006/relationships/notesMaster" Target="/ppt/notesMasters/notesMaster1.xml" Id="R81189d07794f413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53a8c257adc44e4c" /><Relationship Type="http://schemas.openxmlformats.org/officeDocument/2006/relationships/notesMaster" Target="/ppt/notesMasters/notesMaster1.xml" Id="R00de779e1a224b5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94e3a9dab584452" /><Relationship Type="http://schemas.openxmlformats.org/officeDocument/2006/relationships/notesMaster" Target="/ppt/notesMasters/notesMaster1.xml" Id="Rc5bd1c9438b04992"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31ac5acfd5b4c19" /><Relationship Type="http://schemas.openxmlformats.org/officeDocument/2006/relationships/notesMaster" Target="/ppt/notesMasters/notesMaster1.xml" Id="R6da00aff110940bb"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d17f41345cc74d1b" /><Relationship Type="http://schemas.openxmlformats.org/officeDocument/2006/relationships/notesMaster" Target="/ppt/notesMasters/notesMaster1.xml" Id="R1098859a746d4bfa"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c0c399ac0d42401d" /><Relationship Type="http://schemas.openxmlformats.org/officeDocument/2006/relationships/notesMaster" Target="/ppt/notesMasters/notesMaster1.xml" Id="R5fa0d1e82d8245de"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098f3b1d6222444a" /><Relationship Type="http://schemas.openxmlformats.org/officeDocument/2006/relationships/notesMaster" Target="/ppt/notesMasters/notesMaster1.xml" Id="R39e7cb6870be4ac3"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e1c934432ec4780" /><Relationship Type="http://schemas.openxmlformats.org/officeDocument/2006/relationships/notesMaster" Target="/ppt/notesMasters/notesMaster1.xml" Id="R3b6fb104650b46dd"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6edec8348ba34949" /><Relationship Type="http://schemas.openxmlformats.org/officeDocument/2006/relationships/notesMaster" Target="/ppt/notesMasters/notesMaster1.xml" Id="R288a2b6af02148ac"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bf1911c9a9144240" /><Relationship Type="http://schemas.openxmlformats.org/officeDocument/2006/relationships/notesMaster" Target="/ppt/notesMasters/notesMaster1.xml" Id="R40430f8461764d55"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3d5c13f1d55a4000" /><Relationship Type="http://schemas.openxmlformats.org/officeDocument/2006/relationships/notesMaster" Target="/ppt/notesMasters/notesMaster1.xml" Id="R3e95cec13dd3431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d0af28edecb84313" /><Relationship Type="http://schemas.openxmlformats.org/officeDocument/2006/relationships/notesMaster" Target="/ppt/notesMasters/notesMaster1.xml" Id="Rfeb4b605f6084907"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7b91bb2c2ec04595" /><Relationship Type="http://schemas.openxmlformats.org/officeDocument/2006/relationships/notesMaster" Target="/ppt/notesMasters/notesMaster1.xml" Id="R6a20ea890b6443ec"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2490cfdb91154bbe" /><Relationship Type="http://schemas.openxmlformats.org/officeDocument/2006/relationships/notesMaster" Target="/ppt/notesMasters/notesMaster1.xml" Id="R0c1c56cfa9df4fab"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a2d8c71f73274ff6" /><Relationship Type="http://schemas.openxmlformats.org/officeDocument/2006/relationships/notesMaster" Target="/ppt/notesMasters/notesMaster1.xml" Id="Raf5c072d70f7409b"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65e590240017440d" /><Relationship Type="http://schemas.openxmlformats.org/officeDocument/2006/relationships/notesMaster" Target="/ppt/notesMasters/notesMaster1.xml" Id="Rd4ebe036e09d432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
            </a:r>
          </a:p>
          <a:p xmlns:a="http://schemas.openxmlformats.org/drawingml/2006/main">
            <a:r>
              <a:t>2026-10-30 · 처음 시작</a:t>
            </a:r>
          </a:p>
          <a:p xmlns:a="http://schemas.openxmlformats.org/drawingml/2006/main">
            <a:r>
              <a:t/>
            </a:r>
          </a:p>
          <a:p xmlns:a="http://schemas.openxmlformats.org/drawingml/2006/main">
            <a:r>
              <a:t>개인 또는 팀 역할로 같은 활동을 수행할 수 있습니다. 팀원 수가 정해지지 않았으므로 역할은 이름 대신 기능으로 적습니다. 코드 비교는 Python3만 필요하며 실제 제품 구현이나 계정 개설은 하지 않습니다.</a:t>
            </a:r>
          </a:p>
          <a:p xmlns:a="http://schemas.openxmlformats.org/drawingml/2006/main">
            <a:r>
              <a:t/>
            </a:r>
          </a:p>
          <a:p xmlns:a="http://schemas.openxmlformats.org/drawingml/2006/main">
            <a:r>
              <a:t>파일과 실행</a:t>
            </a:r>
          </a:p>
          <a:p xmlns:a="http://schemas.openxmlformats.org/drawingml/2006/main">
            <a:r>
              <a:t/>
            </a:r>
          </a:p>
          <a:p xmlns:a="http://schemas.openxmlformats.org/drawingml/2006/main">
            <a:r>
              <a:t>`examples/course/data`는 읽을 입력, `code`는 완성 시연 코드, `work`는 나의 작성·수정 파일입니다. ZIP을 풀고 폴더 구조를 유지합니다. 터미널은 명령을 실행하는 창이며, 에디터는 파일 내용을 쓰고 저장하는 창입니다. 저장만으로 코드가 실행되지는 않습니다.</a:t>
            </a:r>
          </a:p>
          <a:p xmlns:a="http://schemas.openxmlformats.org/drawingml/2006/main">
            <a:r>
              <a:t/>
            </a:r>
          </a:p>
          <a:p xmlns:a="http://schemas.openxmlformats.org/drawingml/2006/main">
            <a:r>
              <a:t>1. [용어](glossary.md)에서 낯선 말을 확인합니다.</a:t>
            </a:r>
          </a:p>
          <a:p xmlns:a="http://schemas.openxmlformats.org/drawingml/2006/main">
            <a:r>
              <a:t>2. [교안](lesson.md)의 개념과 예를 읽습니다.</a:t>
            </a:r>
          </a:p>
          <a:p xmlns:a="http://schemas.openxmlformats.org/drawingml/2006/main">
            <a:r>
              <a:t>3. [활동지](practice-guide.md)의 A01부터 입력을 열고 work 양식에 기록합니다.</a:t>
            </a:r>
          </a:p>
          <a:p xmlns:a="http://schemas.openxmlformats.org/drawingml/2006/main">
            <a:r>
              <a:t>4. 코드 실행은 code/line-guide.md의 명령과 조건을 따릅니다.</a:t>
            </a:r>
          </a:p>
          <a:p xmlns:a="http://schemas.openxmlformats.org/drawingml/2006/main">
            <a:r>
              <a:t/>
            </a:r>
          </a:p>
          <a:p xmlns:a="http://schemas.openxmlformats.org/drawingml/2006/main">
            <a:r>
              <a:t>오늘 제출할 것: 사용자 불편, 만들 기능, 사용할 데이터, 시험 방법, 더 확인할 질문을 적은 기획서입니다.</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답을 적어 본 뒤 풀이와 비교하세요.</a:t>
            </a:r>
          </a:p>
          <a:p xmlns:a="http://schemas.openxmlformats.org/drawingml/2006/main">
            <a:r>
              <a:t/>
            </a:r>
          </a:p>
          <a:p xmlns:a="http://schemas.openxmlformats.org/drawingml/2006/main">
            <a:r>
              <a:t>문제와 기능</a:t>
            </a:r>
          </a:p>
          <a:p xmlns:a="http://schemas.openxmlformats.org/drawingml/2006/main">
            <a:r>
              <a:t/>
            </a:r>
          </a:p>
          <a:p xmlns:a="http://schemas.openxmlformats.org/drawingml/2006/main">
            <a:r>
              <a:t>질문: 앱을 만든다는 말이 사용자 문제인가요?</a:t>
            </a:r>
          </a:p>
          <a:p xmlns:a="http://schemas.openxmlformats.org/drawingml/2006/main">
            <a:r>
              <a:t/>
            </a:r>
          </a:p>
          <a:p xmlns:a="http://schemas.openxmlformats.org/drawingml/2006/main">
            <a:r>
              <a:t>풀이: 앱은 수단입니다. 누가 어떤 상황에서 어떤 일을 못 하고 있는지 먼저 구체적으로 적습니다.</a:t>
            </a:r>
          </a:p>
          <a:p xmlns:a="http://schemas.openxmlformats.org/drawingml/2006/main">
            <a:r>
              <a:t/>
            </a:r>
          </a:p>
          <a:p xmlns:a="http://schemas.openxmlformats.org/drawingml/2006/main">
            <a:r>
              <a:t>요구와 시험</a:t>
            </a:r>
          </a:p>
          <a:p xmlns:a="http://schemas.openxmlformats.org/drawingml/2006/main">
            <a:r>
              <a:t/>
            </a:r>
          </a:p>
          <a:p xmlns:a="http://schemas.openxmlformats.org/drawingml/2006/main">
            <a:r>
              <a:t>질문: 빠르게 동작한다는 요구를 어떻게 확인하나요?</a:t>
            </a:r>
          </a:p>
          <a:p xmlns:a="http://schemas.openxmlformats.org/drawingml/2006/main">
            <a:r>
              <a:t/>
            </a:r>
          </a:p>
          <a:p xmlns:a="http://schemas.openxmlformats.org/drawingml/2006/main">
            <a:r>
              <a:t>풀이: 입력 조건, 시간 기준, 측정 방법을 정해야 판정할 수 있습니다. 임의 기준은 기획 가정으로 기록합니다.</a:t>
            </a:r>
          </a:p>
          <a:p xmlns:a="http://schemas.openxmlformats.org/drawingml/2006/main">
            <a:r>
              <a:t/>
            </a:r>
          </a:p>
          <a:p xmlns:a="http://schemas.openxmlformats.org/drawingml/2006/main">
            <a:r>
              <a:t>가설과 사실</a:t>
            </a:r>
          </a:p>
          <a:p xmlns:a="http://schemas.openxmlformats.org/drawingml/2006/main">
            <a:r>
              <a:t/>
            </a:r>
          </a:p>
          <a:p xmlns:a="http://schemas.openxmlformats.org/drawingml/2006/main">
            <a:r>
              <a:t>질문: 가상 사용자 카드가 실제 현장 조사 결과인가요?</a:t>
            </a:r>
          </a:p>
          <a:p xmlns:a="http://schemas.openxmlformats.org/drawingml/2006/main">
            <a:r>
              <a:t/>
            </a:r>
          </a:p>
          <a:p xmlns:a="http://schemas.openxmlformats.org/drawingml/2006/main">
            <a:r>
              <a:t>풀이: 제공된 가상 자료는 연습용 근거입니다. 실제 인터뷰·관찰로 확인한 사실과 조사할 가설을 구별합니다.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적습니다.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
            </a:r>
          </a:p>
          <a:p xmlns:a="http://schemas.openxmlformats.org/drawingml/2006/main">
            <a:r>
              <a:t>ZIP 파일은 먼저 일반 폴더에 풉니다. data에는 실습 자료, code에는 예제 코드, work에는 학생이 수정할 파일이 있습니다. 편집기에서 코드를 쓰고 저장한 뒤 터미널에서 실행 명령을 입력합니다. 저장만 해서는 실행되지 않습니다. 실행하기 전에 파일 이름과 확장자, 현재 폴더를 확인합니다. 실행이 막히면 오류 문구를 기록하고 강사 시연이나 제공된 결과를 보고 예상과 비교합니다.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docs/schedule.md</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1교시 필수 개념 보충 · 사용자·문제·가설을 서로 다른 문장으로 쓰기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
            </a:r>
          </a:p>
          <a:p xmlns:a="http://schemas.openxmlformats.org/drawingml/2006/main">
            <a:r>
              <a:t>다른 사례로 연습하기</a:t>
            </a:r>
          </a:p>
          <a:p xmlns:a="http://schemas.openxmlformats.org/drawingml/2006/main">
            <a:r>
              <a:t/>
            </a:r>
          </a:p>
          <a:p xmlns:a="http://schemas.openxmlformats.org/drawingml/2006/main">
            <a:r>
              <a:t>복습 문제: 식당 재고 담당자가 품절 목록을 늦게 확인하는 새 상황에서 사용자, 문제, 기능 후보, 시험할 가설을 서로 다른 네 문장으로 직접 작성하세요.</a:t>
            </a:r>
          </a:p>
          <a:p xmlns:a="http://schemas.openxmlformats.org/drawingml/2006/main">
            <a:r>
              <a:t/>
            </a:r>
          </a:p>
          <a:p xmlns:a="http://schemas.openxmlformats.org/drawingml/2006/main">
            <a:r>
              <a:t>풀이와 주의할 점</a:t>
            </a:r>
          </a:p>
          <a:p xmlns:a="http://schemas.openxmlformats.org/drawingml/2006/main">
            <a:r>
              <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관찰과 가설의 차이는? → 적힌 사실과 시험할 주장입니다.</a:t>
            </a:r>
          </a:p>
          <a:p xmlns:a="http://schemas.openxmlformats.org/drawingml/2006/main">
            <a:r>
              <a:t>2. 20%의 범위는? → 제공된 가상 표본입니다.</a:t>
            </a:r>
          </a:p>
          <a:p xmlns:a="http://schemas.openxmlformats.org/drawingml/2006/main">
            <a:r>
              <a:t>3. 기획서 완료가 효과 검증인가요? → 아닙니다.</a:t>
            </a:r>
          </a:p>
          <a:p xmlns:a="http://schemas.openxmlformats.org/drawingml/2006/main">
            <a:r>
              <a:t>먼저 예제를 보여 준 뒤 함께 따라 한다. 조건 하나를 바꿔 예상 결과와 실제 결과를 비교한다. 학생에게 값이 바뀐 이유를 물어본다. 복습 문제는 기본 실습을 마친 뒤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마감 전에 미확인 기록을 찾는 담당자</a:t>
            </a:r>
          </a:p>
          <a:p xmlns:a="http://schemas.openxmlformats.org/drawingml/2006/main">
            <a:r>
              <a:t>학생은 반납하고, 시설 담당자는 설치 조건을 확인합니다.</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문제: 기록을 찾느라 확인이 늦습니다.</a:t>
            </a:r>
          </a:p>
          <a:p xmlns:a="http://schemas.openxmlformats.org/drawingml/2006/main">
            <a:r>
              <a:t>기능 후보: 미확인 목록을 보여 줍니다.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가상 대여 20건 중 기록 지연 4건</a:t>
            </a:r>
          </a:p>
          <a:p xmlns:a="http://schemas.openxmlformats.org/drawingml/2006/main">
            <a:r>
              <a:t>이 표본의 지연 비율은 20%입니다.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기록 확인이 어려울 수 있습니다.</a:t>
            </a:r>
          </a:p>
          <a:p xmlns:a="http://schemas.openxmlformats.org/drawingml/2006/main">
            <a:r>
              <a:t>이 기록만으로는 반납 기록이 늦어진 원인을 알 수 없습니다.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목록이 있으면 찾는 시간이 줄어들 것이다.</a:t>
            </a:r>
          </a:p>
          <a:p xmlns:a="http://schemas.openxmlformats.org/drawingml/2006/main">
            <a:r>
              <a:t>효과는 구현 후 현장에서 따로 확인합니다.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오늘 작성할 문서: 프로젝트 기획서</a:t>
            </a:r>
          </a:p>
          <a:p xmlns:a="http://schemas.openxmlformats.org/drawingml/2006/main">
            <a:r>
              <a:t>확인 시간이 줄었는지는 프로그램을 만든 뒤 측정합니다.</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관찰 4÷20×100 = 20%</a:t>
            </a:r>
          </a:p>
          <a:p xmlns:a="http://schemas.openxmlformats.org/drawingml/2006/main">
            <a:r>
              <a:t>원인과 개선 효과는 아직 모릅니다.</a:t>
            </a:r>
          </a:p>
          <a:p xmlns:a="http://schemas.openxmlformats.org/drawingml/2006/main">
            <a:r>
              <a:t>기획서를 완성해도 실제 효과를 알 수는 없습니다.</a:t>
            </a:r>
          </a:p>
          <a:p xmlns:a="http://schemas.openxmlformats.org/drawingml/2006/main">
            <a:r>
              <a:t>가상 근거 E01은 20건 중 기록 지연 4건, E02는 미확인 목록이 필요하다는 문장입니다. 4÷20×100=20%는 그 가상 표본의 비율입니다. 관찰은 자료에 적힌 4건, 해석은 기록 확인이 어려울 수 있다는 설명, 가설은 미확인 목록을 만들면 확인 시간이 줄어든다는 시험할 주장입니다. 원인이 장비 부족인지 기록 습관인지 이 표만으로 알 수 없습니다. 완성 문제 문장은 “담당자가 마감 때 미확인 대여를 찾으려고 전체 기록을 다시 읽는다”입니다. 가설 문장은 “미확인만 모아 보여 주면 찾는 시간이 줄어든다”입니다. 확인 질문은 현재 확인 절차, 지연 원인, 필요한 필드와 측정 방법을 묻습니다. 가상 인터뷰를 실제 기관 요구로 인용하지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식당 재고 담당자가 품절을 늦게 확인합니다.</a:t>
            </a:r>
          </a:p>
          <a:p xmlns:a="http://schemas.openxmlformats.org/drawingml/2006/main">
            <a:r>
              <a:t>사용자·문제·기능·가설을 따로 쓰세요.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사용자: 재고 담당자 · 문제: 확인 지연</a:t>
            </a:r>
          </a:p>
          <a:p xmlns:a="http://schemas.openxmlformats.org/drawingml/2006/main">
            <a:r>
              <a:t>기능: 부족 목록 · 가설: 확인 시간 감소</a:t>
            </a:r>
          </a:p>
          <a:p xmlns:a="http://schemas.openxmlformats.org/drawingml/2006/main">
            <a:r>
              <a:t>측정하지 않은 효과를 사실로 쓰지 않습니다.</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사용자를 학생으로 바꾸면</a:t>
            </a:r>
          </a:p>
          <a:p xmlns:a="http://schemas.openxmlformats.org/drawingml/2006/main">
            <a:r>
              <a:t>먼저 필요한 정보가 어떻게 달라질까요?</a:t>
            </a:r>
          </a:p>
          <a:p xmlns:a="http://schemas.openxmlformats.org/drawingml/2006/main">
            <a:r>
              <a:t>직접 사용자는 마감 전에 미확인 기록을 찾는 담당자로 정합니다. 학생은 기록에 영향을 주는 참여자, 시설 담당자는 설치 조건을 결정하는 이해관계자입니다. 모든 역할의 요구를 한 화면에 넣기 전에 누구의 어떤 결정을 먼저 돕는지 정합니다. 결과물은 검토 가능한 기획서이고, 반납 확인 시간 감소는 구현 후 현장에서 측정할 효과입니다. 문서 작성으로 효과가 발생했다고 보고하지 않습니다.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슬라이드 내용:</a:t>
            </a:r>
          </a:p>
          <a:p xmlns:a="http://schemas.openxmlformats.org/drawingml/2006/main">
            <a:r>
              <a:t>“AI를 쓰지 않는다”는 사용자 불편을 설명하지 못합니다.</a:t>
            </a:r>
          </a:p>
          <a:p xmlns:a="http://schemas.openxmlformats.org/drawingml/2006/main">
            <a:r>
              <a:t>누가, 언제, 어떤 일에 어려움을 겪는지 적으세요.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자료에서 확인한 사실과 앞으로 확인할 가설은 어떻게 다른가요?</a:t>
            </a:r>
          </a:p>
          <a:p xmlns:a="http://schemas.openxmlformats.org/drawingml/2006/main">
            <a:r>
              <a:t>기획서 완성과 확인 시간 감소는 어떻게 다른가요?</a:t>
            </a:r>
          </a:p>
          <a:p xmlns:a="http://schemas.openxmlformats.org/drawingml/2006/main">
            <a:r>
              <a:t>실습실 담당자는 마감 때 대여 장부를 여러 번 확인합니다. 학생은 물건을 반납했는데 담당자는 기록을 찾지 못합니다. 여기서 “AI 카메라 만들기”를 문제라고 쓰면 왜 필요한지 알 수 없습니다. 문제는 특정 사용자가 특정 상황에서 겪는 어려움이고 기능은 그 어려움을 줄이기 위해 선택한 수단입니다.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추가·복습: 창고 재고 확인 지연</a:t>
            </a:r>
          </a:p>
          <a:p xmlns:a="http://schemas.openxmlformats.org/drawingml/2006/main">
            <a:r>
              <a:t>관찰·문제·가설·기능을 네 문장으로 쓰세요.</a:t>
            </a:r>
          </a:p>
          <a:p xmlns:a="http://schemas.openxmlformats.org/drawingml/2006/main">
            <a:r>
              <a:t>사용자는 재고 담당자, 문제는 확인 지연, 기능 후보는 부족 항목 목록, 가설은 목록이 확인 시간을 줄인다는 주장입니다. “AI를 안 쓰는 것이 문제”라고 쓰거나 아직 측정하지 않은 시간 감소를 관찰 사실로 쓰면 오답입니다.</a:t>
            </a:r>
          </a:p>
          <a:p xmlns:a="http://schemas.openxmlformats.org/drawingml/2006/main">
            <a:r>
              <a:t>학생이 예상한 결과와 이유를 먼저 듣고 풀이한다. 숫자뿐 아니라 단위, ID, 조건도 확인한다.</a:t>
            </a:r>
          </a:p>
          <a:p xmlns:a="http://schemas.openxmlformats.org/drawingml/2006/main">
            <a:r>
              <a:t>관련 전이 문제와 해설:</a:t>
            </a:r>
          </a:p>
          <a:p xmlns:a="http://schemas.openxmlformats.org/drawingml/2006/main">
            <a:r>
              <a:t>창고 직원이 재고 확인에 오래 걸립니다. 관찰·문제·가설·기능을 분리해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관찰은 확인 시간 기록, 문제는 찾기 지연, 가설은 부족 목록이 시간을 줄인다는 주장, 기능은 목록 표시입니다. 미측정 효과를 사실로 쓰지 않습니다.</a:t>
            </a:r>
          </a:p>
          <a:p xmlns:a="http://schemas.openxmlformats.org/drawingml/2006/main">
            <a:r>
              <a:t/>
            </a:r>
          </a:p>
          <a:p xmlns:a="http://schemas.openxmlformats.org/drawingml/2006/main">
            <a:r>
              <a:t>&lt;/details&gt;</a:t>
            </a:r>
          </a:p>
          <a:p xmlns:a="http://schemas.openxmlformats.org/drawingml/2006/main">
            <a:r>
              <a:t>수업에서 먼저 할 실습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2교시 필수 개념 보충 · 후보 비교에서 최소 범위와 요구로 이어가기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
            </a:r>
          </a:p>
          <a:p xmlns:a="http://schemas.openxmlformats.org/drawingml/2006/main">
            <a:r>
              <a:t>계산 예제에서는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 입력과 잘못된 입력의 처리를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
            </a:r>
          </a:p>
          <a:p xmlns:a="http://schemas.openxmlformats.org/drawingml/2006/main">
            <a:r>
              <a:t>다른 사례로 연습하기</a:t>
            </a:r>
          </a:p>
          <a:p xmlns:a="http://schemas.openxmlformats.org/drawingml/2006/main">
            <a:r>
              <a:t/>
            </a:r>
          </a:p>
          <a:p xmlns:a="http://schemas.openxmlformats.org/drawingml/2006/main">
            <a:r>
              <a:t>복습 문제: 새 후보 D의 점수 4,5,3에 같은 가중치를 적용하세요. “편한 화면”을 관찰 가능한 요구 하나로 다시 쓰고 현재 제외 범위 한 가지를 함께 적으세요.</a:t>
            </a:r>
          </a:p>
          <a:p xmlns:a="http://schemas.openxmlformats.org/drawingml/2006/main">
            <a:r>
              <a:t/>
            </a:r>
          </a:p>
          <a:p xmlns:a="http://schemas.openxmlformats.org/drawingml/2006/main">
            <a:r>
              <a:t>풀이와 주의할 점</a:t>
            </a:r>
          </a:p>
          <a:p xmlns:a="http://schemas.openxmlformats.org/drawingml/2006/main">
            <a:r>
              <a:t/>
            </a:r>
          </a:p>
          <a:p xmlns:a="http://schemas.openxmlformats.org/drawingml/2006/main">
            <a:r>
              <a:t>점수는 1.60+1.75+0.75=4.10입니다. 예: “시간 누락 행을 넣으면 ID와 검토 필요 문구를 표시한다.” 취향 표현만 반복하거나 점수 4.10을 성공 확률 41%로 바꾸면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가중치 합은? → 이 예는 1입니다.</a:t>
            </a:r>
          </a:p>
          <a:p xmlns:a="http://schemas.openxmlformats.org/drawingml/2006/main">
            <a:r>
              <a:t>2. 최소 범위도 오류 처리가 필요한가요? → 필요합니다.</a:t>
            </a:r>
          </a:p>
          <a:p xmlns:a="http://schemas.openxmlformats.org/drawingml/2006/main">
            <a:r>
              <a:t>3. 제외는 가치 없다는 뜻인가요? → 현재 약속 밖이라는 뜻입니다.</a:t>
            </a:r>
          </a:p>
          <a:p xmlns:a="http://schemas.openxmlformats.org/drawingml/2006/main">
            <a:r>
              <a:t>먼저 예제를 보여 준 뒤 함께 따라 한다. 조건 하나를 바꿔 예상 결과와 실제 결과를 비교한다. 학생에게 값이 바뀐 이유를 물어본다. 복습 문제는 기본 실습을 마친 뒤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필요성 · 실현 가능성 · 시험 가능성</a:t>
            </a:r>
          </a:p>
          <a:p xmlns:a="http://schemas.openxmlformats.org/drawingml/2006/main">
            <a:r>
              <a:t>각 점수를 준 이유를 적으세요.</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0.40 + 0.35 + 0.25 = 1</a:t>
            </a:r>
          </a:p>
          <a:p xmlns:a="http://schemas.openxmlformats.org/drawingml/2006/main">
            <a:r>
              <a:t>점수에 각각 곱한 뒤 더합니다.</a:t>
            </a:r>
          </a:p>
          <a:p xmlns:a="http://schemas.openxmlformats.org/drawingml/2006/main">
            <a:r>
              <a:t>계산 예제에서는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후보 A: 5·4·5 → 4.65점</a:t>
            </a:r>
          </a:p>
          <a:p xmlns:a="http://schemas.openxmlformats.org/drawingml/2006/main">
            <a:r>
              <a:t>예제에 매긴 점수입니다. 조건이 달라지면 다시 계산합니다.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만들 기능: CSV 읽기·값 검사·미확인 목록</a:t>
            </a:r>
          </a:p>
          <a:p xmlns:a="http://schemas.openxmlformats.org/drawingml/2006/main">
            <a:r>
              <a:t>이번에 만들지 않을 기능: 카메라·자동 잠금·외부 메시지</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 입력과 잘못된 입력의 처리를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R01: 정상 3건 → ID가 보이는 3행</a:t>
            </a:r>
          </a:p>
          <a:p xmlns:a="http://schemas.openxmlformats.org/drawingml/2006/main">
            <a:r>
              <a:t>R02: updated_at 빈칸 → review와 이유</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R03: 중복 loan_id → reject</a:t>
            </a:r>
          </a:p>
          <a:p xmlns:a="http://schemas.openxmlformats.org/drawingml/2006/main">
            <a:r>
              <a:t>R04: 읽기 전후 원문 바이트 불변</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 입력과 잘못된 입력의 처리를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weights와scores의같은번호가같은평가기준을뜻한다는전제다. range(3)은0,1,2의번호를만들고대괄호는그번호의값을고른다. 총점은가중곱의합이다. 숫자로만보지말고필요성/실현/시험의점수근거를말하게한다. 점수는실제조사통계나성공확률이아니다.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2.00 + 1.40 + 1.25 = 4.65</a:t>
            </a:r>
          </a:p>
          <a:p xmlns:a="http://schemas.openxmlformats.org/drawingml/2006/main">
            <a:r>
              <a:t>가중치를 정한 이유와 각 점수를 준 이유를 적으세요.</a:t>
            </a:r>
          </a:p>
          <a:p xmlns:a="http://schemas.openxmlformats.org/drawingml/2006/main">
            <a:r>
              <a:t>계산 예제에서는 필요성 0.40, 실현 가능성 0.35, 시험 가능성 0.25를 사용합니다. 후보 A의 점수 5,4,5를 각각 곱하면 2.00+1.40+1.25=4.65입니다. 가중치 합은 1입니다. 점수는 실제 조사로 확정한 수가 아니라 제공 교육 사례의 판단입니다. 장비나 기간 조건이 달라지면 점수 근거와 선택을 다시 검토합니다. 소수 둘째 자리 숫자가 사람의 판단을 없애 주지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새 후보 D: 점수 4·5·3</a:t>
            </a:r>
          </a:p>
          <a:p xmlns:a="http://schemas.openxmlformats.org/drawingml/2006/main">
            <a:r>
              <a:t>같은 가중치의 점수를 계산하세요.</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1.60 + 1.75 + 0.75 = 4.10</a:t>
            </a:r>
          </a:p>
          <a:p xmlns:a="http://schemas.openxmlformats.org/drawingml/2006/main">
            <a:r>
              <a:t>4.10을 성공 확률 41%로 쓰지 않습니다.</a:t>
            </a:r>
          </a:p>
          <a:p xmlns:a="http://schemas.openxmlformats.org/drawingml/2006/main">
            <a:r>
              <a:t>점수는 1.60+1.75+0.75=4.10입니다. 예: “시간 누락 행을 넣으면 ID와 검토 필요 문구를 표시한다.” 취향 표현만 반복하거나 점수 4.10을 성공 확률 41%로 바꾸면 오답입니다.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scores를 [3,4,4]로 바꿉니다.</a:t>
            </a:r>
          </a:p>
          <a:p xmlns:a="http://schemas.openxmlformats.org/drawingml/2006/main">
            <a:r>
              <a:t>새 점수는 3.60입니다.</a:t>
            </a:r>
          </a:p>
          <a:p xmlns:a="http://schemas.openxmlformats.org/drawingml/2006/main">
            <a:r>
              <a:t>같은 문제에 목록 화면, 카메라 인식, 자동 잠금이라는 후보가 나왔습니다. 가장 화려한 기능부터 고르면 장비와 검증 조건이 없어 시작하지 못할 수 있습니다. 후보 비교는 같은 기준으로 장단점을 읽는 일입니다. 가중치는 중요도이고 점수는 근거를 갖춘 판단이며 성공 확률이 아닙니다.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슬라이드 내용:</a:t>
            </a:r>
          </a:p>
          <a:p xmlns:a="http://schemas.openxmlformats.org/drawingml/2006/main">
            <a:r>
              <a:t>“편하고 빠르게”만으로는 무엇을 확인할지 알 수 없습니다.</a:t>
            </a:r>
          </a:p>
          <a:p xmlns:a="http://schemas.openxmlformats.org/drawingml/2006/main">
            <a:r>
              <a:t>시험에 쓸 입력, 나와야 할 결과, 측정 방법을 적으세요.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 입력과 잘못된 입력의 처리를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이번에 만들 기능과 만들지 않을 기능을 말해 보세요.</a:t>
            </a:r>
          </a:p>
          <a:p xmlns:a="http://schemas.openxmlformats.org/drawingml/2006/main">
            <a:r>
              <a:t>입력이 잘못됐을 때의 처리도 정해야 하는 이유는?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 입력과 잘못된 입력의 처리를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추가·도전: 카메라 기능 추가 요청</a:t>
            </a:r>
          </a:p>
          <a:p xmlns:a="http://schemas.openxmlformats.org/drawingml/2006/main">
            <a:r>
              <a:t>데이터·시험·일정에 주는 영향을 쓰세요.</a:t>
            </a:r>
          </a:p>
          <a:p xmlns:a="http://schemas.openxmlformats.org/drawingml/2006/main">
            <a:r>
              <a:t>선택 뒤에는 최소 범위를 정합니다. 이번 포함은 로컬 CSV 한 개 읽기, 기록 검수, 미확인 목록 표시이며 제외는 카메라 인식, 자동 잠금, 외부 메시지입니다. 작은 범위도 정상 입력과 잘못된 입력의 처리를 다뤄야 합니다. 요구 R1은 “제공 CSV를 읽고 각 행의 대여 ID와 상태를 표시한다”, R2는 “갱신 시각이 없는 행을 review로 표시하고 원문을 유지한다”입니다. “쉽고 빠르게 보여 준다”는 문장은 입력과 기대 결과가 없으므로 아직 시험 가능한 요구가 아닙니다. 성능 목표를 넣으려면 PC 조건, 파일 크기, 측정 시작과 끝을 함께 합의해야 합니다. 추가 카메라 요청은 기존 범위에 자동으로 포함하지 말고 데이터와 시험·일정 영향을 검토합니다.</a:t>
            </a:r>
          </a:p>
          <a:p xmlns:a="http://schemas.openxmlformats.org/drawingml/2006/main">
            <a:r>
              <a:t>학생이 예상한 결과와 이유를 먼저 듣고 풀이한다. 숫자뿐 아니라 단위, ID, 조건도 확인한다.</a:t>
            </a:r>
          </a:p>
          <a:p xmlns:a="http://schemas.openxmlformats.org/drawingml/2006/main">
            <a:r>
              <a:t>관련 전이 문제와 해설:</a:t>
            </a:r>
          </a:p>
          <a:p xmlns:a="http://schemas.openxmlformats.org/drawingml/2006/main">
            <a:r>
              <a:t>필요성·실현·시험 점수 3,4,4에 가중치 .4,.35,.25를 적용하고 관찰 가능한 요구를 하나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1.2+1.4+1=3.6입니다. 예: 누락 행 입력 시 검토 필요 문구 표시. 점수는 성공 확률이 아닙니다.</a:t>
            </a:r>
          </a:p>
          <a:p xmlns:a="http://schemas.openxmlformats.org/drawingml/2006/main">
            <a:r>
              <a:t/>
            </a:r>
          </a:p>
          <a:p xmlns:a="http://schemas.openxmlformats.org/drawingml/2006/main">
            <a:r>
              <a:t>&lt;/details&gt;</a:t>
            </a:r>
          </a:p>
          <a:p xmlns:a="http://schemas.openxmlformats.org/drawingml/2006/main">
            <a:r>
              <a:t>수업에서 먼저 할 실습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3교시 필수 개념 보충 · 키와 오류 처리가 있는 데이터·화면 계약</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같은 물품이 여러 번 대여되는데 물품 번호로만 기록을 묶으면 다른 사람의 대여가 덮일 수 있습니다. 키는 어떤 대상을 구별하는 이름입니다. 대여 기록의 loan_id와 물품의 item_id는 구별하는 대상이 다릅니다. 화면을 그리기 전에 한 행의 의미와 식별 키부터 정합니다.</a:t>
            </a:r>
          </a:p>
          <a:p xmlns:a="http://schemas.openxmlformats.org/drawingml/2006/main">
            <a:r>
              <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
            </a:r>
          </a:p>
          <a:p xmlns:a="http://schemas.openxmlformats.org/drawingml/2006/main">
            <a:r>
              <a:t>다른 사례로 연습하기</a:t>
            </a:r>
          </a:p>
          <a:p xmlns:a="http://schemas.openxmlformats.org/drawingml/2006/main">
            <a:r>
              <a:t/>
            </a:r>
          </a:p>
          <a:p xmlns:a="http://schemas.openxmlformats.org/drawingml/2006/main">
            <a:r>
              <a:t>복습 문제: L10/I02, L11/I02, L10/I03의 세 새 행에서 어느 두 행이 현재 기록 키 계약에 충돌하는지 찾으세요. 갱신 시각 누락의 화면 문구도 직접 작성하세요.</a:t>
            </a:r>
          </a:p>
          <a:p xmlns:a="http://schemas.openxmlformats.org/drawingml/2006/main">
            <a:r>
              <a:t/>
            </a:r>
          </a:p>
          <a:p xmlns:a="http://schemas.openxmlformats.org/drawingml/2006/main">
            <a:r>
              <a:t>풀이와 주의할 점</a:t>
            </a:r>
          </a:p>
          <a:p xmlns:a="http://schemas.openxmlformats.org/drawingml/2006/main">
            <a:r>
              <a:t/>
            </a:r>
          </a:p>
          <a:p xmlns:a="http://schemas.openxmlformats.org/drawingml/2006/main">
            <a:r>
              <a:t>첫째와 셋째의 loan_id L10이 충돌합니다. 첫째와 둘째의 같은 item_id는 그 자체로 충돌이 아닙니다. 누락은 “검토 필요: 갱신 시각 없음”처럼 표시하며 실제 반납 완료를 추정하지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loan_id가 구별하는 것은? → 한 대여 기록입니다.</a:t>
            </a:r>
          </a:p>
          <a:p xmlns:a="http://schemas.openxmlformats.org/drawingml/2006/main">
            <a:r>
              <a:t>2. 파싱 성공이 계약 통과인가요? → 추가 검사가 필요합니다.</a:t>
            </a:r>
          </a:p>
          <a:p xmlns:a="http://schemas.openxmlformats.org/drawingml/2006/main">
            <a:r>
              <a:t>3. 누락을 현재 시각으로 채우나요? → 현재 범위에서는 원문을 보존합니다.</a:t>
            </a:r>
          </a:p>
          <a:p xmlns:a="http://schemas.openxmlformats.org/drawingml/2006/main">
            <a:r>
              <a:t>먼저 예제를 보여 준 뒤 함께 따라 한다. 조건 하나를 바꿔 예상 결과와 실제 결과를 비교한다. 학생에게 값이 바뀐 이유를 물어본다. 복습 문제는 기본 실습을 마친 뒤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loan_id: 대여 한 건의 키</a:t>
            </a:r>
          </a:p>
          <a:p xmlns:a="http://schemas.openxmlformats.org/drawingml/2006/main">
            <a:r>
              <a:t>item_id: 물품의 식별자</a:t>
            </a:r>
          </a:p>
          <a:p xmlns:a="http://schemas.openxmlformats.org/drawingml/2006/main">
            <a:r>
              <a:t>같은 물품이 여러 번 대여되는데 물품 번호로만 기록을 묶으면 다른 사람의 대여가 덮일 수 있습니다. 키는 어떤 대상을 구별하는 이름입니다. 대여 기록의 loan_id와 물품의 item_id는 구별하는 대상이 다릅니다. 화면을 그리기 전에 한 행의 의미와 식별 키부터 정합니다.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다른 loan_id의 같은 item_id는 가능</a:t>
            </a:r>
          </a:p>
          <a:p xmlns:a="http://schemas.openxmlformats.org/drawingml/2006/main">
            <a:r>
              <a:t>같은 loan_id가 두 행에 있으면 중복 오류로 처리</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updated_at만으로 반납 시각이나 반납 여부를 알 수 없습니다.</a:t>
            </a:r>
          </a:p>
          <a:p xmlns:a="http://schemas.openxmlformats.org/drawingml/2006/main">
            <a:r>
              <a:t>status와 함께 원문 그대로 읽습니다.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status: checked_out · returned · unknown</a:t>
            </a:r>
          </a:p>
          <a:p xmlns:a="http://schemas.openxmlformats.org/drawingml/2006/main">
            <a:r>
              <a:t>처리 결과: review · reject</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CSV 파싱 → 키·값 검사 → 화면 표시</a:t>
            </a:r>
          </a:p>
          <a:p xmlns:a="http://schemas.openxmlformats.org/drawingml/2006/main">
            <a:r>
              <a:t>CSV 형식 오류와 값이 규칙에 맞지 않는 오류를 구분합니다.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updated_at 빈칸 → review와 이유</a:t>
            </a:r>
          </a:p>
          <a:p xmlns:a="http://schemas.openxmlformats.org/drawingml/2006/main">
            <a:r>
              <a:t>현재 시각을 만들거나 반납 완료로 바꾸지 않습니다.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대여 ID가 중복되거나 갱신 시각이 없을 때의 처리를 정하세요.</a:t>
            </a:r>
          </a:p>
          <a:p xmlns:a="http://schemas.openxmlformats.org/drawingml/2006/main">
            <a:r>
              <a:t>검토가 필요한 이유와 원래 기록을 화면에 표시합니다.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L10/I02 · L11/I02 · L10/I03</a:t>
            </a:r>
          </a:p>
          <a:p xmlns:a="http://schemas.openxmlformats.org/drawingml/2006/main">
            <a:r>
              <a:t>loan_id가 중복된 두 행은 어느 것인가요?</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첫째와 셋째의 loan_id=L10이 충돌합니다.</a:t>
            </a:r>
          </a:p>
          <a:p xmlns:a="http://schemas.openxmlformats.org/drawingml/2006/main">
            <a:r>
              <a:t>같은 item_id=I02는 별도 대여일 수 있습니다.</a:t>
            </a:r>
          </a:p>
          <a:p xmlns:a="http://schemas.openxmlformats.org/drawingml/2006/main">
            <a:r>
              <a:t>첫째와 셋째의 loan_id L10이 충돌합니다. 첫째와 둘째의 같은 item_id는 그 자체로 충돌이 아닙니다. 누락은 “검토 필요: 갱신 시각 없음”처럼 표시하며 실제 반납 완료를 추정하지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예제에서 updated_at을 빈칸으로 바꿉니다.</a:t>
            </a:r>
          </a:p>
          <a:p xmlns:a="http://schemas.openxmlformats.org/drawingml/2006/main">
            <a:r>
              <a:t>status는 유지하고 review를 추가합니다.</a:t>
            </a:r>
          </a:p>
          <a:p xmlns:a="http://schemas.openxmlformats.org/drawingml/2006/main">
            <a:r>
              <a:t>완성 예는 loan_id=L01, item_id=I07, updated_at=빈칸인 행입니다. 입력 CSV 읽기 → 이름과 값으로 파싱 → 키 중복과 상태 검사 → 시각 누락을 review로 판정 → 원문과 검토 이유 표시 순서입니다. L02가 같은 I07을 가진 것은 별도 대여라면 허용할 수 있지만 L01 두 행은 동일 기록 키 중복이라 현재 요구에서 거절합니다. 같은 물품과 같은 대여를 같은 것으로 읽지 않습니다.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슬라이드 내용:</a:t>
            </a:r>
          </a:p>
          <a:p xmlns:a="http://schemas.openxmlformats.org/drawingml/2006/main">
            <a:r>
              <a:t>빈 updated_at에 현재 시각을 자동으로 넣지 마세요.</a:t>
            </a:r>
          </a:p>
          <a:p xmlns:a="http://schemas.openxmlformats.org/drawingml/2006/main">
            <a:r>
              <a:t>기록이 갱신되지 않았는데도 갱신된 것처럼 보일 수 있습니다.</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updated_at과 status는 각각 무엇을 나타내나요?</a:t>
            </a:r>
          </a:p>
          <a:p xmlns:a="http://schemas.openxmlformats.org/drawingml/2006/main">
            <a:r>
              <a:t>review가 returned를 뜻하지 않는 이유는?</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추가·복습: 키 A·B·A, 물품 X·X·Y</a:t>
            </a:r>
          </a:p>
          <a:p xmlns:a="http://schemas.openxmlformats.org/drawingml/2006/main">
            <a:r>
              <a:t>충돌과 실패 화면의 이유를 직접 쓰세요.</a:t>
            </a:r>
          </a:p>
          <a:p xmlns:a="http://schemas.openxmlformats.org/drawingml/2006/main">
            <a:r>
              <a:t>누락된 갱신 시각을 현재 시각으로 자동 채우면 원문에 없는 기록 변경 사실을 만들어 버립니다. updated_at은 기록 갱신 시각이며 반납 여부의 직접 증거가 아닙니다. status의 returned·checked_out·unknown과 처리 결과 review·reject를 구분합니다. 따라서 원문을 보존하고 사용자 확인이 필요하다고 표시합니다. CSV 문법 오류는 파싱 실패, 키 중복은 계약 실패, 누락은 review라는 화면 상태로 나눕니다. 실패 화면은 이유와 확인할 파일을 보여 주고 정상 빈 목록과 구분합니다. 정상·검토 필요·실패의 화면 예를 종이에 그립니다. 확인 버튼을 그릴 때는 누가 어떤 근거로 바꿀 수 있는지까지 요구해야 합니다. 현재 기본 범위는 자동 반납 확정이 없습니다. 색 외에 문구와 이유가 필요하며, 개인정보가 들어갈 수 있다면 수집할 필드와 공개 범위를 후속 확인 질문으로 남깁니다. 아직 사용자 조사를 하지 않았으면 화면 그림을 확정 요구라고 부르지 않습니다.</a:t>
            </a:r>
          </a:p>
          <a:p xmlns:a="http://schemas.openxmlformats.org/drawingml/2006/main">
            <a:r>
              <a:t>학생이 예상한 결과와 이유를 먼저 듣고 풀이한다. 숫자뿐 아니라 단위, ID, 조건도 확인한다.</a:t>
            </a:r>
          </a:p>
          <a:p xmlns:a="http://schemas.openxmlformats.org/drawingml/2006/main">
            <a:r>
              <a:t>관련 전이 문제와 해설:</a:t>
            </a:r>
          </a:p>
          <a:p xmlns:a="http://schemas.openxmlformats.org/drawingml/2006/main">
            <a:r>
              <a:t>loan_id가 A,B,A이고 item_id가 X,X,Y인 새 파일의 충돌과 실패 화면을 설계하세요.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첫째·셋째 기록 키 A가 충돌합니다. 중복 ID와 이유를 오류로 표시하고 두 X는 별도 대여일 수 있으므로 자동 거절하지 않습니다.</a:t>
            </a:r>
          </a:p>
          <a:p xmlns:a="http://schemas.openxmlformats.org/drawingml/2006/main">
            <a:r>
              <a:t/>
            </a:r>
          </a:p>
          <a:p xmlns:a="http://schemas.openxmlformats.org/drawingml/2006/main">
            <a:r>
              <a:t>&lt;/details&gt;</a:t>
            </a:r>
          </a:p>
          <a:p xmlns:a="http://schemas.openxmlformats.org/drawingml/2006/main">
            <a:r>
              <a:t>수업에서 먼저 할 실습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4교시 필수 개념 보충 · 요구와 시험과 관찰 결과를 연결하기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팀원은 요구를 썼고 다른 팀원은 시험표를 만들었지만 같은 조건을 말하지 않습니다. 시험은 기능 이름을 다시 적는 목록이 아니라 구체 입력을 넣었을 때 무엇을 볼지 정한 비교입니다. 요구 ID와 시험 ID를 연결하면 빠진 요구와 기준 변경을 찾기 쉽습니다.</a:t>
            </a:r>
          </a:p>
          <a:p xmlns:a="http://schemas.openxmlformats.org/drawingml/2006/main">
            <a:r>
              <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로컬 파일로 시험할 수 있다는 대안도 시험 범위에 맞춰 씁니다.</a:t>
            </a:r>
          </a:p>
          <a:p xmlns:a="http://schemas.openxmlformats.org/drawingml/2006/main">
            <a:r>
              <a:t/>
            </a:r>
          </a:p>
          <a:p xmlns:a="http://schemas.openxmlformats.org/drawingml/2006/main">
            <a:r>
              <a:t>다른 사례로 연습하기</a:t>
            </a:r>
          </a:p>
          <a:p xmlns:a="http://schemas.openxmlformats.org/drawingml/2006/main">
            <a:r>
              <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
            </a:r>
          </a:p>
          <a:p xmlns:a="http://schemas.openxmlformats.org/drawingml/2006/main">
            <a:r>
              <a:t>풀이와 주의할 점</a:t>
            </a:r>
          </a:p>
          <a:p xmlns:a="http://schemas.openxmlformats.org/drawingml/2006/main">
            <a:r>
              <a:t/>
            </a:r>
          </a:p>
          <a:p xmlns:a="http://schemas.openxmlformats.org/drawingml/2006/main">
            <a:r>
              <a:t>NOT_RUN,PASS,FAIL입니다. 실제 입력과 실행 환경, 관찰 출력, 기대값 비교가 필요합니다. 관찰 없음을 실패로 단정하거나 코드 작성만으로 현장 시험을 통과 처리하면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기대값은 언제 정하나요? → 실행 전에 정합니다.</a:t>
            </a:r>
          </a:p>
          <a:p xmlns:a="http://schemas.openxmlformats.org/drawingml/2006/main">
            <a:r>
              <a:t>2. 2/4는 제품 완성도인가요? → 이 표의 통과 건수 비율입니다.</a:t>
            </a:r>
          </a:p>
          <a:p xmlns:a="http://schemas.openxmlformats.org/drawingml/2006/main">
            <a:r>
              <a:t>3. 비교 코드 PASS가 화면 구현인가요? → 아닙니다.</a:t>
            </a:r>
          </a:p>
          <a:p xmlns:a="http://schemas.openxmlformats.org/drawingml/2006/main">
            <a:r>
              <a:t>먼저 예제를 보여 준 뒤 함께 따라 한다. 조건 하나를 바꿔 예상 결과와 실제 결과를 비교한다. 학생에게 값이 바뀐 이유를 물어본다. 복습 문제는 기본 실습을 마친 뒤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R02 ↔ T02: 갱신 시각 누락</a:t>
            </a:r>
          </a:p>
          <a:p xmlns:a="http://schemas.openxmlformats.org/drawingml/2006/main">
            <a:r>
              <a:t>입력과 review 기대값이 같아야 합니다.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어떤 입력을 넣고 무엇을 볼지 정합니다.</a:t>
            </a:r>
          </a:p>
          <a:p xmlns:a="http://schemas.openxmlformats.org/drawingml/2006/main">
            <a:r>
              <a:t>실패 뒤 기대값을 실제 오류에 맞추지 않습니다.</a:t>
            </a:r>
          </a:p>
          <a:p xmlns:a="http://schemas.openxmlformats.org/drawingml/2006/main">
            <a:r>
              <a:t>팀원은 요구를 썼고 다른 팀원은 시험표를 만들었지만 같은 조건을 말하지 않습니다. 시험은 기능 이름을 다시 적는 목록이 아니라 구체 입력을 넣었을 때 무엇을 볼지 정한 비교입니다. 요구 ID와 시험 ID를 연결하면 빠진 요구와 기준 변경을 찾기 쉽습니다.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PASS: 실제 관찰 = 기대</a:t>
            </a:r>
          </a:p>
          <a:p xmlns:a="http://schemas.openxmlformats.org/drawingml/2006/main">
            <a:r>
              <a:t>FAIL: 실제 관찰 ≠ 기대</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NOT_RUN: 아직 실행 결과가 없습니다.</a:t>
            </a:r>
          </a:p>
          <a:p xmlns:a="http://schemas.openxmlformats.org/drawingml/2006/main">
            <a:r>
              <a:t>실행하지 않은 시험을 PASS로 기록하지 마세요.</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통과2 · 실패1 · 미실행1 → 계획 대비2/4</a:t>
            </a:r>
          </a:p>
          <a:p xmlns:a="http://schemas.openxmlformats.org/drawingml/2006/main">
            <a:r>
              <a:t>실행한 시험 기준으로는 2/3입니다. 제품 완성도를 뜻하지는 않습니다.</a:t>
            </a:r>
          </a:p>
          <a:p xmlns:a="http://schemas.openxmlformats.org/drawingml/2006/main">
            <a:r>
              <a:t>1. 기대값은 언제 정하나요? → 실행 전에 정합니다.</a:t>
            </a:r>
          </a:p>
          <a:p xmlns:a="http://schemas.openxmlformats.org/drawingml/2006/main">
            <a:r>
              <a:t>2. 2/4는 제품 완성도인가요? → 이 표의 통과 건수 비율입니다.</a:t>
            </a:r>
          </a:p>
          <a:p xmlns:a="http://schemas.openxmlformats.org/drawingml/2006/main">
            <a:r>
              <a:t>3. 비교 코드 PASS가 화면 구현인가요? → 아닙니다.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정상 · 누락 · 중복 · 원문 보존</a:t>
            </a:r>
          </a:p>
          <a:p xmlns:a="http://schemas.openxmlformats.org/drawingml/2006/main">
            <a:r>
              <a:t>장비가 정해지지 않았다면 대신 확인할 방법과 담당자를 적으세요.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로컬 파일로 시험할 수 있다는 대안도 시험 범위에 맞춰 씁니다.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각괄호묶음에는시험ID,기대값,실제값이순서대로있다. for에서세이름으로나눠받는다. actual is None은이관찰표에서미실행을뜻하며else에서는==로같음을비교한다. 여기서는T02FAIL,T03NOT_RUN이다. 이비교코드가실행되었다는사실과대시보드기능의실제시험은다르다. 전체원본02_check_evidence.py는4개시험을비교한다.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T02 FAIL</a:t>
            </a:r>
          </a:p>
          <a:p xmlns:a="http://schemas.openxmlformats.org/drawingml/2006/main">
            <a:r>
              <a:t>T03 NOT_RUN</a:t>
            </a:r>
          </a:p>
          <a:p xmlns:a="http://schemas.openxmlformats.org/drawingml/2006/main">
            <a:r>
              <a:t>비교 코드 실행과 실제 제품 시험은 다릅니다.</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로컬 파일로 시험할 수 있다는 대안도 시험 범위에 맞춰 씁니다.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기대 review·관찰 없음</a:t>
            </a:r>
          </a:p>
          <a:p xmlns:a="http://schemas.openxmlformats.org/drawingml/2006/main">
            <a:r>
              <a:t>기대 reject·관찰 reject</a:t>
            </a:r>
          </a:p>
          <a:p xmlns:a="http://schemas.openxmlformats.org/drawingml/2006/main">
            <a:r>
              <a:t>기대 normal·관찰 alert</a:t>
            </a:r>
          </a:p>
          <a:p xmlns:a="http://schemas.openxmlformats.org/drawingml/2006/main">
            <a:r>
              <a:t>복습 문제: 기대 review와 관찰 없음, 기대 reject와 관찰 reject, 기대 normal과 관찰 alert의 세 시험 상태를 판단하세요. 실제 실행되지 않은 현장 시험이 통과로 바뀌는 데 필요한 증거도 쓰세요.</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NOT_RUN · PASS · FAIL</a:t>
            </a:r>
          </a:p>
          <a:p xmlns:a="http://schemas.openxmlformats.org/drawingml/2006/main">
            <a:r>
              <a:t>사용한 입력과 실행 환경, 실제 결과, 판정 이유를 적으세요.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로컬 파일로 시험할 수 있다는 대안도 시험 범위에 맞춰 씁니다.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T02 관찰을 review로 바꾸면 PASS입니다.</a:t>
            </a:r>
          </a:p>
          <a:p xmlns:a="http://schemas.openxmlformats.org/drawingml/2006/main">
            <a:r>
              <a:t>예제 표의 값만 바꾼 것입니다. 실제 제품을 다시 시험한 것은 아닙니다.</a:t>
            </a:r>
          </a:p>
          <a:p xmlns:a="http://schemas.openxmlformats.org/drawingml/2006/main">
            <a:r>
              <a:t>완성 예의 R2는 시각 누락을 review로 표시하는 요구입니다. T2의 입력은 updated_at 빈칸인 L01, 기대 결과는 L01과 review 문구 및 원문 보존입니다. 실행 전 상태는 NOT_RUN입니다. 실제 관찰이 normal이면 FAIL이고 review이면 해당 비교는 PASS입니다. 화면이 아직 없는데 예상대로 될 것이라며 PASS를 쓰지 않습니다. 정답과 같아 보이는 관찰도 어떤 실행과 파일에서 나온 결과인지 남겨야 합니다.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슬라이드 내용:</a:t>
            </a:r>
          </a:p>
          <a:p xmlns:a="http://schemas.openxmlformats.org/drawingml/2006/main">
            <a:r>
              <a:t>기획서 작성과 실제 제품 시험은 별개의 작업입니다.</a:t>
            </a:r>
          </a:p>
          <a:p xmlns:a="http://schemas.openxmlformats.org/drawingml/2006/main">
            <a:r>
              <a:t>실행하지 않은 시험은 NOT_RUN으로 기록하세요.</a:t>
            </a:r>
          </a:p>
          <a:p xmlns:a="http://schemas.openxmlformats.org/drawingml/2006/main">
            <a:r>
              <a:t>NOT_RUN,PASS,FAIL입니다. 실제 입력과 실행 환경, 관찰 출력, 기대값 비교가 필요합니다. 관찰 없음을 실패로 단정하거나 코드 작성만으로 현장 시험을 통과 처리하면 오답입니다.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PASS·FAIL·NOT_RUN은 각각 언제 기록하나요?</a:t>
            </a:r>
          </a:p>
          <a:p xmlns:a="http://schemas.openxmlformats.org/drawingml/2006/main">
            <a:r>
              <a:t>2/4를 제품 완성도라 부를 수 없는 이유는?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로컬 파일로 시험할 수 있다는 대안도 시험 범위에 맞춰 씁니다.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추가·복습: 통과2·실패1·미실행2</a:t>
            </a:r>
          </a:p>
          <a:p xmlns:a="http://schemas.openxmlformats.org/drawingml/2006/main">
            <a:r>
              <a:t>계획 대비와 실행 대비 통과 비율을 쓰세요.</a:t>
            </a:r>
          </a:p>
          <a:p xmlns:a="http://schemas.openxmlformats.org/drawingml/2006/main">
            <a:r>
              <a:t>가상 비교표 [PASS,FAIL,NOT_RUN,PASS]는 통과 2건, 실패 1건, 미실행 1건입니다. 2/4는 전체 계획 중 통과 건수이며 제품 완성도 50%라고 부르지 않습니다. 실행한 비교만 보면 2/3이지만 분모의 이름이 달라지므로 따로 표시합니다. 새 요구가 중복 거절이라면 중복 loan_id의 입력과 오류 기대값을 추가합니다. 정상 입력만 시험하면 실패 경로가 비어 있습니다. 제공 비교 코드를 실행한 사실은 PASS 문자열을 계산한 코드의 검증이며 실제 대시보드 기능을 구현한 증거와 다릅니다. 위험 목록은 장비 미정, 데이터 계약 불일치, 설치 실패처럼 구체 조건과 영향, 담당, 대안을 붙입니다. 인터넷이 없어도 로컬 파일로 시험할 수 있다는 대안도 시험 범위에 맞춰 씁니다.</a:t>
            </a:r>
          </a:p>
          <a:p xmlns:a="http://schemas.openxmlformats.org/drawingml/2006/main">
            <a:r>
              <a:t>학생이 예상한 결과와 이유를 먼저 듣고 풀이한다. 숫자뿐 아니라 단위, ID, 조건도 확인한다.</a:t>
            </a:r>
          </a:p>
          <a:p xmlns:a="http://schemas.openxmlformats.org/drawingml/2006/main">
            <a:r>
              <a:t>관련 전이 문제와 해설:</a:t>
            </a:r>
          </a:p>
          <a:p xmlns:a="http://schemas.openxmlformats.org/drawingml/2006/main">
            <a:r>
              <a:t>시험 5개 중 통과2·실패1·미실행2입니다. 계획 대비와 실행 대비 통과를 설명하세요.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계획 대비 2/5, 실행 비교 대비 2/3입니다. 분모를 명시하며 실제 제품 완성도나 사용성으로 해석하지 않습니다.</a:t>
            </a:r>
          </a:p>
          <a:p xmlns:a="http://schemas.openxmlformats.org/drawingml/2006/main">
            <a:r>
              <a:t/>
            </a:r>
          </a:p>
          <a:p xmlns:a="http://schemas.openxmlformats.org/drawingml/2006/main">
            <a:r>
              <a:t>&lt;/details&gt;</a:t>
            </a:r>
          </a:p>
          <a:p xmlns:a="http://schemas.openxmlformats.org/drawingml/2006/main">
            <a:r>
              <a:t>수업에서 먼저 할 실습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5교시 필수 개념 보충 · 결과물로 작업을 나누고 견적을 계산하기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
            </a:r>
          </a:p>
          <a:p xmlns:a="http://schemas.openxmlformats.org/drawingml/2006/main">
            <a:r>
              <a:t>이 예제에서는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
            </a:r>
          </a:p>
          <a:p xmlns:a="http://schemas.openxmlformats.org/drawingml/2006/main">
            <a:r>
              <a:t>다른 사례로 연습하기</a:t>
            </a:r>
          </a:p>
          <a:p xmlns:a="http://schemas.openxmlformats.org/drawingml/2006/main">
            <a:r>
              <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
            </a:r>
          </a:p>
          <a:p xmlns:a="http://schemas.openxmlformats.org/drawingml/2006/main">
            <a:r>
              <a:t>풀이와 주의할 점</a:t>
            </a:r>
          </a:p>
          <a:p xmlns:a="http://schemas.openxmlformats.org/drawingml/2006/main">
            <a:r>
              <a:t/>
            </a:r>
          </a:p>
          <a:p xmlns:a="http://schemas.openxmlformats.org/drawingml/2006/main">
            <a:r>
              <a:t>기본 200000원, 여유 30000원, 합계 230000원입니다. 장비와 서버 등 포함 여부를 표시합니다. 선행 관계와 분담, 통합 조건이 없으므로 자동 4시간은 아닙니다. 여유를 확정 수익이나 실제 리허설 시간으로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작업 합과 달력 기간은 같은가요? → 인원과 선행 조건에 따라 다릅니다.</a:t>
            </a:r>
          </a:p>
          <a:p xmlns:a="http://schemas.openxmlformats.org/drawingml/2006/main">
            <a:r>
              <a:t>2. 견적 432000원은 확정가인가요? → 교육용 가정입니다.</a:t>
            </a:r>
          </a:p>
          <a:p xmlns:a="http://schemas.openxmlformats.org/drawingml/2006/main">
            <a:r>
              <a:t>3. 완료 증거는? → 합의한 결과물과 시험입니다.</a:t>
            </a:r>
          </a:p>
          <a:p xmlns:a="http://schemas.openxmlformats.org/drawingml/2006/main">
            <a:r>
              <a:t>먼저 예제를 보여 준 뒤 함께 따라 한다. 조건 하나를 바꿔 예상 결과와 실제 결과를 비교한다. 학생에게 값이 바뀐 이유를 물어본다. 복습 문제는 기본 실습을 마친 뒤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W1 데이터 규칙·샘플 · W2 값 검사</a:t>
            </a:r>
          </a:p>
          <a:p xmlns:a="http://schemas.openxmlformats.org/drawingml/2006/main">
            <a:r>
              <a:t>W3 화면 · W4 통합·시험·안내</a:t>
            </a:r>
          </a:p>
          <a:p xmlns:a="http://schemas.openxmlformats.org/drawingml/2006/main">
            <a:r>
              <a:t>이 예제에서는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W1에서 데이터 규칙을 정한 뒤 W2·W3을 진행합니다.</a:t>
            </a:r>
          </a:p>
          <a:p xmlns:a="http://schemas.openxmlformats.org/drawingml/2006/main">
            <a:r>
              <a:t>먼저 끝나야 할 작업과 확인 결과를 적으세요.</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가정 작업량: 2+4+3+3=12시간</a:t>
            </a:r>
          </a:p>
          <a:p xmlns:a="http://schemas.openxmlformats.org/drawingml/2006/main">
            <a:r>
              <a:t>팀원 수만으로 달력 기간을 나누지 않습니다.</a:t>
            </a:r>
          </a:p>
          <a:p xmlns:a="http://schemas.openxmlformats.org/drawingml/2006/main">
            <a:r>
              <a:t>1. 작업 합과 달력 기간은 같은가요? → 인원과 선행 조건에 따라 다릅니다.</a:t>
            </a:r>
          </a:p>
          <a:p xmlns:a="http://schemas.openxmlformats.org/drawingml/2006/main">
            <a:r>
              <a:t>2. 견적 432000원은 확정가인가요? → 교육용 가정입니다.</a:t>
            </a:r>
          </a:p>
          <a:p xmlns:a="http://schemas.openxmlformats.org/drawingml/2006/main">
            <a:r>
              <a:t>3. 완료 증거는? → 합의한 결과물과 시험입니다.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샘플 승인 · 정상·오류 출력 · 세 상태 화면</a:t>
            </a:r>
          </a:p>
          <a:p xmlns:a="http://schemas.openxmlformats.org/drawingml/2006/main">
            <a:r>
              <a:t>예정 시간이 지나도 결과를 확인해야 작업을 끝낼 수 있습니다.</a:t>
            </a:r>
          </a:p>
          <a:p xmlns:a="http://schemas.openxmlformats.org/drawingml/2006/main">
            <a:r>
              <a:t>이 예제에서는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12시간 × 가정 시급 30,000원</a:t>
            </a:r>
          </a:p>
          <a:p xmlns:a="http://schemas.openxmlformats.org/drawingml/2006/main">
            <a:r>
              <a:t>기본 비용 360,000원</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20% 여유 72,000원 → 합계 432,000원</a:t>
            </a:r>
          </a:p>
          <a:p xmlns:a="http://schemas.openxmlformats.org/drawingml/2006/main">
            <a:r>
              <a:t>장비·서버·API·세금 포함 여부는 따로 씁니다.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최신 운영은 50분×6</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hours*rate_won이기본비용,base_won*reserve_rate가여유다. 0.20은20%비율이며20을넣으면20배가된다. 밑줄은이름안단어를구분하는기호다. round는반올림이다. 입력수는교육용가정이며시장평균이나계약확정가격이아니다. 장비/서버/API/세금/수정범위포함여부는따로정해야한다.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기본 360,000원 + 여유 72,000원</a:t>
            </a:r>
          </a:p>
          <a:p xmlns:a="http://schemas.openxmlformats.org/drawingml/2006/main">
            <a:r>
              <a:t>합계 432,000원</a:t>
            </a:r>
          </a:p>
          <a:p xmlns:a="http://schemas.openxmlformats.org/drawingml/2006/main">
            <a:r>
              <a:t>실제 계약 가격이 아닌 계산 연습입니다.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작업 8시간 · 가정 시급 25,000원</a:t>
            </a:r>
          </a:p>
          <a:p xmlns:a="http://schemas.openxmlformats.org/drawingml/2006/main">
            <a:r>
              <a:t>여유 15%의 합계를 계산하세요.</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기본 200,000원 + 여유 30,000원</a:t>
            </a:r>
          </a:p>
          <a:p xmlns:a="http://schemas.openxmlformats.org/drawingml/2006/main">
            <a:r>
              <a:t>합계 230,000원</a:t>
            </a:r>
          </a:p>
          <a:p xmlns:a="http://schemas.openxmlformats.org/drawingml/2006/main">
            <a:r>
              <a:t>추가 비용과 수정할 수 있는 범위도 적으세요.</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참고 코드의 hours를 8로 바꿉니다.</a:t>
            </a:r>
          </a:p>
          <a:p xmlns:a="http://schemas.openxmlformats.org/drawingml/2006/main">
            <a:r>
              <a:t>시급·여유 유지 시 합계 288,000원입니다.</a:t>
            </a:r>
          </a:p>
          <a:p xmlns:a="http://schemas.openxmlformats.org/drawingml/2006/main">
            <a:r>
              <a:t>견적 연습은 가정 시급 30000원과 작업 12시간을 곱해 360000원입니다. 여유 20%를 계산하면 72000원, 합계 432000원입니다. 이는 교육용 계산이며 실제 계약 가격이나 시장 평균이 아닙니다. 장비·유료 API·서버·세금·수정 범위의 포함 여부는 따로 명시합니다. 새 기능을 넣으면 필요한 입력, 실패 경로, 시험과 운영 문서 작업까지 추가해 다시 계산합니다. “카메라 추가”라는 한 줄의 시간만 더하면 통합과 장비 확인이 빠질 수 있습니다. 범위가 줄었다면 무엇을 제외했는지 결과물과 시험표에도 반영합니다. 위험에 대한 여유를 넣어도 미확인 요구를 확정할 수 없으므로 확인 질문과 결정 시점을 함께 남깁니다.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슬라이드 내용:</a:t>
            </a:r>
          </a:p>
          <a:p xmlns:a="http://schemas.openxmlformats.org/drawingml/2006/main">
            <a:r>
              <a:t>20%는 20이 아니라 0.20입니다.</a:t>
            </a:r>
          </a:p>
          <a:p xmlns:a="http://schemas.openxmlformats.org/drawingml/2006/main">
            <a:r>
              <a:t>기능을 추가하면 오류 처리, 시험, 문서 수정 시간도 다시 계산합니다.</a:t>
            </a:r>
          </a:p>
          <a:p xmlns:a="http://schemas.openxmlformats.org/drawingml/2006/main">
            <a:r>
              <a:t>의뢰자가 “며칠이면 되나요?”라고 묻습니다. 화면 한 장만 보고 기간을 정하면 데이터 계약, 오류 처리와 시험 시간이 빠집니다. 작업은 손댈 기술 이름보다 전달할 결과물로 나눕니다. 선행 관계는 다른 작업이 시작되기 전에 합의하거나 완료해야 할 조건입니다.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총 작업 시간과 실제 완료 날짜는 어떻게 다른가요?</a:t>
            </a:r>
          </a:p>
          <a:p xmlns:a="http://schemas.openxmlformats.org/drawingml/2006/main">
            <a:r>
              <a:t>견적에서 아직 정하지 않은 비용은 무엇인가요?</a:t>
            </a:r>
          </a:p>
          <a:p xmlns:a="http://schemas.openxmlformats.org/drawingml/2006/main">
            <a:r>
              <a:t>이 예제에서는 W1 데이터 계약과 샘플 2시간, W2 검수 처리 4시간, W3 화면 3시간, W4 통합·시험·안내 3시간입니다. 한 사람이 순서대로 한다면 작업량 합은 12시간입니다. W1 뒤 W2와 W3를 나눠 진행할 수 있어도 인원이 실제로 정해지지 않았으면 달력 기간이 자동으로 줄지 않습니다. 검수 기준은 W1 샘플 승인, W2 정상과 오류 출력, W3 세 상태 화면, W4 요구별 시험과 재실행 안내로 붙입니다. 시간이 지났다는 이유만으로 결과물을 통과 처리하지 않습니다.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추가·복습: 10시간·시급2만원·여유10%</a:t>
            </a:r>
          </a:p>
          <a:p xmlns:a="http://schemas.openxmlformats.org/drawingml/2006/main">
            <a:r>
              <a:t>견적과 기능 추가 영향을 쓰세요.</a:t>
            </a:r>
          </a:p>
          <a:p xmlns:a="http://schemas.openxmlformats.org/drawingml/2006/main">
            <a:r>
              <a:t>복습 문제: 작업량 8시간, 가정 시급 25000원, 여유 15%로 새 견적을 계산하고 별도 비용 두 가지를 쓰세요. 두 사람이 있다는 이유로 자동 4시간이라고 답할 수 있는지도 판단하세요.</a:t>
            </a:r>
          </a:p>
          <a:p xmlns:a="http://schemas.openxmlformats.org/drawingml/2006/main">
            <a:r>
              <a:t>학생이 예상한 결과와 이유를 먼저 듣고 풀이한다. 숫자뿐 아니라 단위, ID, 조건도 확인한다.</a:t>
            </a:r>
          </a:p>
          <a:p xmlns:a="http://schemas.openxmlformats.org/drawingml/2006/main">
            <a:r>
              <a:t>관련 전이 문제와 해설:</a:t>
            </a:r>
          </a:p>
          <a:p xmlns:a="http://schemas.openxmlformats.org/drawingml/2006/main">
            <a:r>
              <a:t>10시간·가정 시급2만원·여유10%의 견적과 추가 기능의 영향을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기본20만원+여유2만원=22만원입니다. 추가 기능은 데이터·오류·시험·문서 작업을 포함해 재산정하고 별도 비용 포함 여부를 적습니다.</a:t>
            </a:r>
          </a:p>
          <a:p xmlns:a="http://schemas.openxmlformats.org/drawingml/2006/main">
            <a:r>
              <a:t/>
            </a:r>
          </a:p>
          <a:p xmlns:a="http://schemas.openxmlformats.org/drawingml/2006/main">
            <a:r>
              <a:t>&lt;/details&gt;</a:t>
            </a:r>
          </a:p>
          <a:p xmlns:a="http://schemas.openxmlformats.org/drawingml/2006/main">
            <a:r>
              <a:t>수업에서 먼저 할 실습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6교시 필수 개념 보충 · 기획 통합과 발표 뒤 변경을 추적하기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발표에서 동료가 “카메라가 없는데 카메라 시험이 통과인가요?”라고 묻습니다. 이때는 가능하다고 단정하기보다 확인한 내용과 아직 확인하지 않은 내용을 따로 설명하는 것입니다. 한 장 기획서에도 사용자 불편, 만들 기능, 데이터, 시험 방법, 작업 계획이 서로 맞아야 합니다.</a:t>
            </a:r>
          </a:p>
          <a:p xmlns:a="http://schemas.openxmlformats.org/drawingml/2006/main">
            <a:r>
              <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
            </a:r>
          </a:p>
          <a:p xmlns:a="http://schemas.openxmlformats.org/drawingml/2006/main">
            <a:r>
              <a:t>다른 사례로 연습하기</a:t>
            </a:r>
          </a:p>
          <a:p xmlns:a="http://schemas.openxmlformats.org/drawingml/2006/main">
            <a:r>
              <a:t/>
            </a:r>
          </a:p>
          <a:p xmlns:a="http://schemas.openxmlformats.org/drawingml/2006/main">
            <a:r>
              <a:t>복습 문제: 요구에서 카메라를 제외했지만 예산에는 카메라 구매, 시험표에는 실물 PASS가 남았습니다. 어떤 문서를 왜 고칠지 쓰고 다음 확인 질문 한 가지를 작성하세요.</a:t>
            </a:r>
          </a:p>
          <a:p xmlns:a="http://schemas.openxmlformats.org/drawingml/2006/main">
            <a:r>
              <a:t/>
            </a:r>
          </a:p>
          <a:p xmlns:a="http://schemas.openxmlformats.org/drawingml/2006/main">
            <a:r>
              <a:t>풀이와 주의할 점</a:t>
            </a:r>
          </a:p>
          <a:p xmlns:a="http://schemas.openxmlformats.org/drawingml/2006/main">
            <a:r>
              <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변경 이력에 필요한 것은? → 전후·이유·영향·담당입니다.</a:t>
            </a:r>
          </a:p>
          <a:p xmlns:a="http://schemas.openxmlformats.org/drawingml/2006/main">
            <a:r>
              <a:t>2. 미확정 질문은 어떻게 전달하나요? → 확인 방법과 함께 남깁니다.</a:t>
            </a:r>
          </a:p>
          <a:p xmlns:a="http://schemas.openxmlformats.org/drawingml/2006/main">
            <a:r>
              <a:t>3. 오늘 기획 완료가 실제 제품 완료인가요? → 아닙니다.</a:t>
            </a:r>
          </a:p>
          <a:p xmlns:a="http://schemas.openxmlformats.org/drawingml/2006/main">
            <a:r>
              <a:t>먼저 예제를 보여 준 뒤 함께 따라 한다. 조건 하나를 바꿔 예상 결과와 실제 결과를 비교한다. 학생에게 값이 바뀐 이유를 물어본다. 복습 문제는 기본 실습을 마친 뒤 선택한다.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근거 → 문제 → 작은 범위 → 요구 → 시험</a:t>
            </a:r>
          </a:p>
          <a:p xmlns:a="http://schemas.openxmlformats.org/drawingml/2006/main">
            <a:r>
              <a:t>기획서에 적은 기능에 맞춰 데이터와 작업 계획을 작성하세요.</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문제·근거 → 입력·결과 → 시험</a:t>
            </a:r>
          </a:p>
          <a:p xmlns:a="http://schemas.openxmlformats.org/drawingml/2006/main">
            <a:r>
              <a:t>마지막에는 더 확인해야 할 질문을 말하세요.</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현장에서 측정한 효과는 아직 없습니다.</a:t>
            </a:r>
          </a:p>
          <a:p xmlns:a="http://schemas.openxmlformats.org/drawingml/2006/main">
            <a:r>
              <a:t>예상한 효과와 그 효과를 측정할 방법을 적으세요.</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카메라 보류 → 범위·시험·위험·견적 변경</a:t>
            </a:r>
          </a:p>
          <a:p xmlns:a="http://schemas.openxmlformats.org/drawingml/2006/main">
            <a:r>
              <a:t>발표문만 고치면 시험표와 견적에는 카메라 내용이 남습니다.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변경 전 · 변경 후 · 이유 · 관련 ID · 담당</a:t>
            </a:r>
          </a:p>
          <a:p xmlns:a="http://schemas.openxmlformats.org/drawingml/2006/main">
            <a:r>
              <a:t>다음 담당자가 무엇을 왜 바꿨는지 알 수 있어야 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이번에 완료할 것: 기획서 작성과 예제 코드 실행</a:t>
            </a:r>
          </a:p>
          <a:p xmlns:a="http://schemas.openxmlformats.org/drawingml/2006/main">
            <a:r>
              <a:t>실제 제품 개발·사용자 시험·장비 성능 시험은 별도로 진행</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기획서에 사용할 입력과 작업 완료 조건이 적혀 있나요?</a:t>
            </a:r>
          </a:p>
          <a:p xmlns:a="http://schemas.openxmlformats.org/drawingml/2006/main">
            <a:r>
              <a:t>기획서, 시험표, 견적의 값과 ID가 서로 맞는지 확인하세요.</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범위에서 카메라를 제외했습니다.</a:t>
            </a:r>
          </a:p>
          <a:p xmlns:a="http://schemas.openxmlformats.org/drawingml/2006/main">
            <a:r>
              <a:t>예산에는 구매, 시험표에는 실물 PASS가 있습니다.</a:t>
            </a:r>
          </a:p>
          <a:p xmlns:a="http://schemas.openxmlformats.org/drawingml/2006/main">
            <a:r>
              <a:t>어디를 왜 고칠까요?</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카메라를 제외한 내용을 기능 목록, 예산, 시험표에 모두 반영하세요.</a:t>
            </a:r>
          </a:p>
          <a:p xmlns:a="http://schemas.openxmlformats.org/drawingml/2006/main">
            <a:r>
              <a:t>카메라 시험을 하지 않았다면 PASS를 NOT_RUN으로 고치세요.</a:t>
            </a:r>
          </a:p>
          <a:p xmlns:a="http://schemas.openxmlformats.org/drawingml/2006/main">
            <a:r>
              <a:t>필요한 장비 모델과 가지고 있는 장비도 확인하세요.</a:t>
            </a:r>
          </a:p>
          <a:p xmlns:a="http://schemas.openxmlformats.org/drawingml/2006/main">
            <a:r>
              <a:t>범위 결정에 맞춰 예산의 구매 포함 여부와 시험 상태·입력 조건을 갱신하고 미실행 실물 시험을 통과라고 쓰지 않습니다. 모델·보유 장비·운영 필요를 확인하는 질문이 적절합니다. 발표문 한 문장만 고치면 문서 간 충돌이 남습니다.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outputs/2026-10-30/practice-guide.md</a:t>
            </a:r>
          </a:p>
          <a:p xmlns:a="http://schemas.openxmlformats.org/drawingml/2006/main">
            <a:r>
              <a:t>슬라이드 내용:</a:t>
            </a:r>
          </a:p>
          <a:p xmlns:a="http://schemas.openxmlformats.org/drawingml/2006/main">
            <a:r>
              <a:t>자동 잠금 요청이 추가되면</a:t>
            </a:r>
          </a:p>
          <a:p xmlns:a="http://schemas.openxmlformats.org/drawingml/2006/main">
            <a:r>
              <a:t>장비·안전 조건·범위·시험·견적을 재검토합니다.</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outputs/2026-10-30/practice-guide.md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outputs/2026-10-30/beginner-start.md</a:t>
            </a:r>
          </a:p>
          <a:p xmlns:a="http://schemas.openxmlformats.org/drawingml/2006/main">
            <a:r>
              <a:t>슬라이드 내용:</a:t>
            </a:r>
          </a:p>
          <a:p xmlns:a="http://schemas.openxmlformats.org/drawingml/2006/main">
            <a:r>
              <a:t>아직 모르는 조건은 확인이 필요하다고 적으세요.</a:t>
            </a:r>
          </a:p>
          <a:p xmlns:a="http://schemas.openxmlformats.org/drawingml/2006/main">
            <a:r>
              <a:t>무엇을 물을지, 누구에게 물을지, 어떤 자료가 필요한지 적으세요.</a:t>
            </a:r>
          </a:p>
          <a:p xmlns:a="http://schemas.openxmlformats.org/drawingml/2006/main">
            <a:r>
              <a:t>변경 예는 “실시간 카메라 요청 보류”입니다. 이유는 모델과 조건 미확정이고 영향 문서는 범위, 위험, 시험과 견적입니다. 요구에서 제외했는데 시험표가 실물 PASS로 남아 있으면 인수인계 오류입니다. 변경 전후 문장, 결정 이유, 관련 ID와 담당을 기록합니다. 피드백 한 개를 수정한 다음 문제 근거와 연결이 유지되는지 다시 읽습니다. 전달 묶음은 최신 기획서, 데이터 계약, 샘플, 요구·시험 연결표, 작업·위험 계획, 변경 이력입니다. 다음 사람이 모르는 조건을 확인할 수 있도록 질문과 확인 방법도 넣습니다. 오늘의 완료는 기획 자료와 제공 비교 코드 확인이며 실제 제품 구현, 현장 사용성과 성능은 미실행입니다. </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outputs/2026-10-30/beginner-start.md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outputs/2026-10-30/lesson.md</a:t>
            </a:r>
          </a:p>
          <a:p xmlns:a="http://schemas.openxmlformats.org/drawingml/2006/main">
            <a:r>
              <a:t>슬라이드 내용:</a:t>
            </a:r>
          </a:p>
          <a:p xmlns:a="http://schemas.openxmlformats.org/drawingml/2006/main">
            <a:r>
              <a:t>2분 안에 사용자 불편과 시험 방법을 설명해 보세요.</a:t>
            </a:r>
          </a:p>
          <a:p xmlns:a="http://schemas.openxmlformats.org/drawingml/2006/main">
            <a:r>
              <a:t>자료에서 확인한 사실과 아직 확인하지 못한 내용을 나눠 말하세요.</a:t>
            </a:r>
          </a:p>
          <a:p xmlns:a="http://schemas.openxmlformats.org/drawingml/2006/main">
            <a:r>
              <a:t>발표에서 동료가 “카메라가 없는데 카메라 시험이 통과인가요?”라고 묻습니다. 이때는 가능하다고 단정하기보다 확인한 내용과 아직 확인하지 않은 내용을 따로 설명하는 것입니다. 한 장 기획서에도 사용자 불편, 만들 기능, 데이터, 시험 방법, 작업 계획이 서로 맞아야 합니다.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outputs/2026-10-30/lesson.md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추가·도전: CSV 기획에 자동 잠금 추가</a:t>
            </a:r>
          </a:p>
          <a:p xmlns:a="http://schemas.openxmlformats.org/drawingml/2006/main">
            <a:r>
              <a:t>고쳐야 할 문서와 기능 추가를 미룰 이유를 적으세요.</a:t>
            </a:r>
          </a:p>
          <a:p xmlns:a="http://schemas.openxmlformats.org/drawingml/2006/main">
            <a:r>
              <a:t>완성 요약은 사용자: 마감 담당자, 문제: 미확인 기록 탐색 지연, 근거: 가상 E01·E02, 포함: CSV 검수와 목록, 요구: R01~R04, 시험: T01~T04, 제외: 카메라와 자동 잠금입니다. R2의 누락 시각 입력과 T2의 review 기대값이 같아야 합니다. 화면 설명에서 자동 완료라고 바꾸면 요구와 충돌합니다. 발표는 문제·근거, 입력과 결과, 시험, 미확정 질문 순으로 전달합니다. 효과를 아직 측정하지 않았다면 기대 효과라고 말합니다.</a:t>
            </a:r>
          </a:p>
          <a:p xmlns:a="http://schemas.openxmlformats.org/drawingml/2006/main">
            <a:r>
              <a:t>학생이 예상한 결과와 이유를 먼저 듣고 풀이한다. 숫자뿐 아니라 단위, ID, 조건도 확인한다.</a:t>
            </a:r>
          </a:p>
          <a:p xmlns:a="http://schemas.openxmlformats.org/drawingml/2006/main">
            <a:r>
              <a:t>관련 전이 문제와 해설:</a:t>
            </a:r>
          </a:p>
          <a:p xmlns:a="http://schemas.openxmlformats.org/drawingml/2006/main">
            <a:r>
              <a:t>CSV 기획에 자동 잠금 요청이 추가됐습니다. 같이 갱신할 문서와 보류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범위·요구·데이터·위험·시험·작업·견적을 검토합니다. 장비와 안전 조건이 없으면 확인 질문과 대안으로 남기며 현장 통과라고 쓰지 않습니다.</a:t>
            </a:r>
          </a:p>
          <a:p xmlns:a="http://schemas.openxmlformats.org/drawingml/2006/main">
            <a:r>
              <a:t/>
            </a:r>
          </a:p>
          <a:p xmlns:a="http://schemas.openxmlformats.org/drawingml/2006/main">
            <a:r>
              <a:t>&lt;/details&gt;</a:t>
            </a:r>
          </a:p>
          <a:p xmlns:a="http://schemas.openxmlformats.org/drawingml/2006/main">
            <a:r>
              <a:t>수업에서 먼저 할 실습 뒤 선택한다. 모든 슬라이드를 50분 안에 완수했다는 뜻이 아니다.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outputs/2026-10-30/assessment.md</a:t>
            </a:r>
          </a:p>
          <a:p xmlns:a="http://schemas.openxmlformats.org/drawingml/2006/main">
            <a:r>
              <a:t>슬라이드 내용:</a:t>
            </a:r>
          </a:p>
          <a:p xmlns:a="http://schemas.openxmlformats.org/drawingml/2006/main">
            <a:r>
              <a:t>work의 기록과 수정본을 저장합니다.</a:t>
            </a:r>
          </a:p>
          <a:p xmlns:a="http://schemas.openxmlformats.org/drawingml/2006/main">
            <a:r>
              <a:t>기록한 입력과 설정이 실행 결과에 사용한 것인지 확인하세요.</a:t>
            </a:r>
          </a:p>
          <a:p xmlns:a="http://schemas.openxmlformats.org/drawingml/2006/main">
            <a:r>
              <a:t>결과를 확인한 방법과 남은 작업을 적으세요.</a:t>
            </a:r>
          </a:p>
          <a:p xmlns:a="http://schemas.openxmlformats.org/drawingml/2006/main">
            <a:r>
              <a:t>1. 변경 이력에 필요한 것은? → 전후·이유·영향·담당입니다.</a:t>
            </a:r>
          </a:p>
          <a:p xmlns:a="http://schemas.openxmlformats.org/drawingml/2006/main">
            <a:r>
              <a:t>2. 미확정 질문은 어떻게 전달하나요? → 확인 방법과 함께 남깁니다.</a:t>
            </a:r>
          </a:p>
          <a:p xmlns:a="http://schemas.openxmlformats.org/drawingml/2006/main">
            <a:r>
              <a:t>3. 오늘 기획 완료가 실제 제품 완료인가요? → 아닙니다.</a:t>
            </a:r>
          </a:p>
          <a:p xmlns:a="http://schemas.openxmlformats.org/drawingml/2006/main">
            <a:r>
              <a:t>예제 자료를 열어 설명한 값이나 항목을 함께 찾는다.</a:t>
            </a:r>
          </a:p>
          <a:p xmlns:a="http://schemas.openxmlformats.org/drawingml/2006/main">
            <a:r>
              <a:t/>
            </a:r>
          </a:p>
          <a:p xmlns:a="http://schemas.openxmlformats.org/drawingml/2006/main">
            <a:r>
              <a:t>자료 위치: outputs/2026-10-30/assessment.md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outputs/2026-10-30/instructor-notes.md</a:t>
            </a:r>
          </a:p>
          <a:p xmlns:a="http://schemas.openxmlformats.org/drawingml/2006/main">
            <a:r>
              <a:t>슬라이드 내용:</a:t>
            </a:r>
          </a:p>
          <a:p xmlns:a="http://schemas.openxmlformats.org/drawingml/2006/main">
            <a:r>
              <a:t>어느 폴더에서 어떤 명령을 실행하는지 설명해 보세요.</a:t>
            </a:r>
          </a:p>
          <a:p xmlns:a="http://schemas.openxmlformats.org/drawingml/2006/main">
            <a:r>
              <a:t>실행 결과로 알 수 있는 것과 알 수 없는 것은 무엇인가요?</a:t>
            </a:r>
          </a:p>
          <a:p xmlns:a="http://schemas.openxmlformats.org/drawingml/2006/main">
            <a:r>
              <a:t>막힌 단계와 다음에 확인할 내용을 적으세요.</a:t>
            </a:r>
          </a:p>
          <a:p xmlns:a="http://schemas.openxmlformats.org/drawingml/2006/main">
            <a:r>
              <a:t>발표에서 동료가 “카메라가 없는데 카메라 시험이 통과인가요?”라고 묻습니다. 이때는 가능하다고 단정하기보다 확인한 내용과 아직 확인하지 않은 내용을 따로 설명하는 것입니다. 한 장 기획서에도 사용자 불편, 만들 기능, 데이터, 시험 방법, 작업 계획이 서로 맞아야 합니다.</a:t>
            </a:r>
          </a:p>
          <a:p xmlns:a="http://schemas.openxmlformats.org/drawingml/2006/main">
            <a:r>
              <a:t>학생이 예상한 결과와 이유를 먼저 듣고 풀이한다. 숫자뿐 아니라 단위, ID, 조건도 확인한다.</a:t>
            </a:r>
          </a:p>
          <a:p xmlns:a="http://schemas.openxmlformats.org/drawingml/2006/main">
            <a:r>
              <a:t/>
            </a:r>
          </a:p>
          <a:p xmlns:a="http://schemas.openxmlformats.org/drawingml/2006/main">
            <a:r>
              <a:t>자료 위치: outputs/2026-10-30/instructor-notes.md</a:t>
            </a:r>
          </a:p>
          <a:p xmlns:a="http://schemas.openxmlformats.org/drawingml/2006/main">
            <a:r>
              <a:t>웹 교안: https://zeusk302-png.github.io/kdigital-physical-ai/#/sessions/2026-10-30/lesson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f2a4dfb5e204ae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3bc4e432614532" /><Relationship Type="http://schemas.openxmlformats.org/officeDocument/2006/relationships/slideLayout" Target="/ppt/slideLayouts/slideLayout1.xml" Id="Re19e841696cd48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19e841696cd48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6fe31050f674361" /><Relationship Type="http://schemas.openxmlformats.org/officeDocument/2006/relationships/notesSlide" Target="/ppt/notesSlides/notesSlide1.xml" Id="Rbef202e227cc462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a11a5a993a14d5a" /><Relationship Type="http://schemas.openxmlformats.org/officeDocument/2006/relationships/notesSlide" Target="/ppt/notesSlides/notesSlide2.xml" Id="R299b551000544f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6ca8c6648f44ce6" /><Relationship Type="http://schemas.openxmlformats.org/officeDocument/2006/relationships/notesSlide" Target="/ppt/notesSlides/notesSlide3.xml" Id="R229011e74f444c0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f1f3b1ff3f94cab" /><Relationship Type="http://schemas.openxmlformats.org/officeDocument/2006/relationships/notesSlide" Target="/ppt/notesSlides/notesSlide4.xml" Id="Re7ff5237b0324c9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06210aa922c4770" /><Relationship Type="http://schemas.openxmlformats.org/officeDocument/2006/relationships/notesSlide" Target="/ppt/notesSlides/notesSlide5.xml" Id="R163a9cde2ce04b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d80645b12164e75" /><Relationship Type="http://schemas.openxmlformats.org/officeDocument/2006/relationships/notesSlide" Target="/ppt/notesSlides/notesSlide6.xml" Id="Rca6158ba476749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eadb844e6674983" /><Relationship Type="http://schemas.openxmlformats.org/officeDocument/2006/relationships/notesSlide" Target="/ppt/notesSlides/notesSlide7.xml" Id="R4396119fd03f45e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03feca93ecb4783" /><Relationship Type="http://schemas.openxmlformats.org/officeDocument/2006/relationships/notesSlide" Target="/ppt/notesSlides/notesSlide8.xml" Id="Rbee00cfd86c74dd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e1649d260694347" /><Relationship Type="http://schemas.openxmlformats.org/officeDocument/2006/relationships/notesSlide" Target="/ppt/notesSlides/notesSlide9.xml" Id="R8be3e3facbc5481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6457cde0bf94650" /><Relationship Type="http://schemas.openxmlformats.org/officeDocument/2006/relationships/notesSlide" Target="/ppt/notesSlides/notesSlide10.xml" Id="R478a0392b5ba4ce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5a8e409d0934f07" /><Relationship Type="http://schemas.openxmlformats.org/officeDocument/2006/relationships/notesSlide" Target="/ppt/notesSlides/notesSlide11.xml" Id="Ra6247e979747496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e7abc00ac324cc5" /><Relationship Type="http://schemas.openxmlformats.org/officeDocument/2006/relationships/notesSlide" Target="/ppt/notesSlides/notesSlide12.xml" Id="Ra15310f5c879481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7e68e1e01ea744bd" /><Relationship Type="http://schemas.openxmlformats.org/officeDocument/2006/relationships/notesSlide" Target="/ppt/notesSlides/notesSlide13.xml" Id="R422ddb14e1c842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2e915610c764d9a" /><Relationship Type="http://schemas.openxmlformats.org/officeDocument/2006/relationships/notesSlide" Target="/ppt/notesSlides/notesSlide14.xml" Id="R6e42db4ba90f442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56c74f19f83e4eb4" /><Relationship Type="http://schemas.openxmlformats.org/officeDocument/2006/relationships/notesSlide" Target="/ppt/notesSlides/notesSlide15.xml" Id="R072e422f8622442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99ab9f70b414db6" /><Relationship Type="http://schemas.openxmlformats.org/officeDocument/2006/relationships/notesSlide" Target="/ppt/notesSlides/notesSlide16.xml" Id="R6fb8e2d3afe4488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eeddc3dc3004844" /><Relationship Type="http://schemas.openxmlformats.org/officeDocument/2006/relationships/notesSlide" Target="/ppt/notesSlides/notesSlide17.xml" Id="Rd3e27ce531024d1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3e4f0167a8f45c2" /><Relationship Type="http://schemas.openxmlformats.org/officeDocument/2006/relationships/notesSlide" Target="/ppt/notesSlides/notesSlide18.xml" Id="Re775281d10ab4b04"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7883f9788f54eb0" /><Relationship Type="http://schemas.openxmlformats.org/officeDocument/2006/relationships/notesSlide" Target="/ppt/notesSlides/notesSlide19.xml" Id="Rff6fd1600fdf407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8a3ecc2a9ad45f2" /><Relationship Type="http://schemas.openxmlformats.org/officeDocument/2006/relationships/notesSlide" Target="/ppt/notesSlides/notesSlide20.xml" Id="R13c07dbb09a5476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7115e4de4884d84" /><Relationship Type="http://schemas.openxmlformats.org/officeDocument/2006/relationships/notesSlide" Target="/ppt/notesSlides/notesSlide21.xml" Id="R6096a48ea62340d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3da23cfafab4cc6" /><Relationship Type="http://schemas.openxmlformats.org/officeDocument/2006/relationships/notesSlide" Target="/ppt/notesSlides/notesSlide22.xml" Id="Rceadfd53d1d443a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d12370b2e56498f" /><Relationship Type="http://schemas.openxmlformats.org/officeDocument/2006/relationships/notesSlide" Target="/ppt/notesSlides/notesSlide23.xml" Id="R78c6cce5f71547f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dfd7dbad6e745a4" /><Relationship Type="http://schemas.openxmlformats.org/officeDocument/2006/relationships/notesSlide" Target="/ppt/notesSlides/notesSlide24.xml" Id="Rbfe0a062c4724a9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14c59e8a2a54da1" /><Relationship Type="http://schemas.openxmlformats.org/officeDocument/2006/relationships/notesSlide" Target="/ppt/notesSlides/notesSlide25.xml" Id="R4fe4622b41944b5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e7065bb4ff440ee" /><Relationship Type="http://schemas.openxmlformats.org/officeDocument/2006/relationships/notesSlide" Target="/ppt/notesSlides/notesSlide26.xml" Id="R1a5d70e2bbd44007"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e8a71b86975478f" /><Relationship Type="http://schemas.openxmlformats.org/officeDocument/2006/relationships/notesSlide" Target="/ppt/notesSlides/notesSlide27.xml" Id="R1835905241794cd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af03bcc414104459" /><Relationship Type="http://schemas.openxmlformats.org/officeDocument/2006/relationships/notesSlide" Target="/ppt/notesSlides/notesSlide28.xml" Id="R6825b426ae394e0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51d3f5842c104b1f" /><Relationship Type="http://schemas.openxmlformats.org/officeDocument/2006/relationships/notesSlide" Target="/ppt/notesSlides/notesSlide29.xml" Id="Rc18462908b1f4be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b8897c44ace4abf" /><Relationship Type="http://schemas.openxmlformats.org/officeDocument/2006/relationships/notesSlide" Target="/ppt/notesSlides/notesSlide30.xml" Id="Rd1e6073bb15044c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692e3521e934a7f" /><Relationship Type="http://schemas.openxmlformats.org/officeDocument/2006/relationships/notesSlide" Target="/ppt/notesSlides/notesSlide31.xml" Id="Rc934c6168bb54c3e"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093d553069e4c1d" /><Relationship Type="http://schemas.openxmlformats.org/officeDocument/2006/relationships/notesSlide" Target="/ppt/notesSlides/notesSlide32.xml" Id="Rc4f19a5bfe57424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159e6a67a0bf4418" /><Relationship Type="http://schemas.openxmlformats.org/officeDocument/2006/relationships/notesSlide" Target="/ppt/notesSlides/notesSlide33.xml" Id="Rfa8efd7545e3494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27866e86fd904473" /><Relationship Type="http://schemas.openxmlformats.org/officeDocument/2006/relationships/notesSlide" Target="/ppt/notesSlides/notesSlide34.xml" Id="R992ac3af91df4c7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7bec499e93904ee2" /><Relationship Type="http://schemas.openxmlformats.org/officeDocument/2006/relationships/notesSlide" Target="/ppt/notesSlides/notesSlide35.xml" Id="R43e27e56cb7a49fe"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00ad123cf784f67" /><Relationship Type="http://schemas.openxmlformats.org/officeDocument/2006/relationships/notesSlide" Target="/ppt/notesSlides/notesSlide36.xml" Id="Rd125c753ff844c0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ce1a73fc6e224b69" /><Relationship Type="http://schemas.openxmlformats.org/officeDocument/2006/relationships/notesSlide" Target="/ppt/notesSlides/notesSlide37.xml" Id="R3508fc2b20ec4e10"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e334ce7112ef4055" /><Relationship Type="http://schemas.openxmlformats.org/officeDocument/2006/relationships/notesSlide" Target="/ppt/notesSlides/notesSlide38.xml" Id="R6ad67683c5a34611"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59fb2d431cb42cb" /><Relationship Type="http://schemas.openxmlformats.org/officeDocument/2006/relationships/notesSlide" Target="/ppt/notesSlides/notesSlide39.xml" Id="Re998c91867e249d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dce69902ace64afc" /><Relationship Type="http://schemas.openxmlformats.org/officeDocument/2006/relationships/notesSlide" Target="/ppt/notesSlides/notesSlide40.xml" Id="R3b924a86904748e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8ef87d1514114373" /><Relationship Type="http://schemas.openxmlformats.org/officeDocument/2006/relationships/notesSlide" Target="/ppt/notesSlides/notesSlide41.xml" Id="R178d062ef672405f"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94ea2c2d09546a3" /><Relationship Type="http://schemas.openxmlformats.org/officeDocument/2006/relationships/notesSlide" Target="/ppt/notesSlides/notesSlide42.xml" Id="Red54cca92ad645e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d577f8396b0d4c0c" /><Relationship Type="http://schemas.openxmlformats.org/officeDocument/2006/relationships/notesSlide" Target="/ppt/notesSlides/notesSlide43.xml" Id="R6d702929c83e4bdb"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747af6af7a9b4e1f" /><Relationship Type="http://schemas.openxmlformats.org/officeDocument/2006/relationships/notesSlide" Target="/ppt/notesSlides/notesSlide44.xml" Id="R72e455fcfadc4dc6"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018261985e944cc" /><Relationship Type="http://schemas.openxmlformats.org/officeDocument/2006/relationships/notesSlide" Target="/ppt/notesSlides/notesSlide45.xml" Id="Rb38bed32d5124cd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f3bc4ce6f404063" /><Relationship Type="http://schemas.openxmlformats.org/officeDocument/2006/relationships/notesSlide" Target="/ppt/notesSlides/notesSlide46.xml" Id="R612c98ec9b3a41ab"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b60f09aeda8a4617" /><Relationship Type="http://schemas.openxmlformats.org/officeDocument/2006/relationships/notesSlide" Target="/ppt/notesSlides/notesSlide47.xml" Id="Ree4c811ab7914d9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eeb3d993fdc84222" /><Relationship Type="http://schemas.openxmlformats.org/officeDocument/2006/relationships/notesSlide" Target="/ppt/notesSlides/notesSlide48.xml" Id="R628f320cfd904a1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04eb4cff38284ca8" /><Relationship Type="http://schemas.openxmlformats.org/officeDocument/2006/relationships/notesSlide" Target="/ppt/notesSlides/notesSlide49.xml" Id="R5aed7fddc5224edb"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6258f6d7b7e4953" /><Relationship Type="http://schemas.openxmlformats.org/officeDocument/2006/relationships/notesSlide" Target="/ppt/notesSlides/notesSlide50.xml" Id="Rd7e9b1ab645f4275"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b83ca7b1a6a146ee" /><Relationship Type="http://schemas.openxmlformats.org/officeDocument/2006/relationships/notesSlide" Target="/ppt/notesSlides/notesSlide51.xml" Id="Re000de796eda4dd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97425f6039064884" /><Relationship Type="http://schemas.openxmlformats.org/officeDocument/2006/relationships/notesSlide" Target="/ppt/notesSlides/notesSlide52.xml" Id="R8824845de52b483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570f46091ff2449a" /><Relationship Type="http://schemas.openxmlformats.org/officeDocument/2006/relationships/notesSlide" Target="/ppt/notesSlides/notesSlide53.xml" Id="R5bab2a5cf47a489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9c863c8f94f746e2" /><Relationship Type="http://schemas.openxmlformats.org/officeDocument/2006/relationships/notesSlide" Target="/ppt/notesSlides/notesSlide54.xml" Id="Rc8c20df9cd2d4f5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3f9e7f70488044e7" /><Relationship Type="http://schemas.openxmlformats.org/officeDocument/2006/relationships/notesSlide" Target="/ppt/notesSlides/notesSlide55.xml" Id="Rb767529a339f402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7b92b6ab5624cf0" /><Relationship Type="http://schemas.openxmlformats.org/officeDocument/2006/relationships/notesSlide" Target="/ppt/notesSlides/notesSlide56.xml" Id="R74d2ab34a8b64a7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d5775145edf24c24" /><Relationship Type="http://schemas.openxmlformats.org/officeDocument/2006/relationships/notesSlide" Target="/ppt/notesSlides/notesSlide57.xml" Id="Ra65342448f31419d"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b359098ffe754a35" /><Relationship Type="http://schemas.openxmlformats.org/officeDocument/2006/relationships/notesSlide" Target="/ppt/notesSlides/notesSlide58.xml" Id="R6d6ebfb012324f21"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f8d6849bacae45ac" /><Relationship Type="http://schemas.openxmlformats.org/officeDocument/2006/relationships/notesSlide" Target="/ppt/notesSlides/notesSlide59.xml" Id="R6536676c17414da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f89a75e79f7e41b4" /><Relationship Type="http://schemas.openxmlformats.org/officeDocument/2006/relationships/notesSlide" Target="/ppt/notesSlides/notesSlide60.xml" Id="Ra54d0808b1f442c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e1f3d013dddf4470" /><Relationship Type="http://schemas.openxmlformats.org/officeDocument/2006/relationships/notesSlide" Target="/ppt/notesSlides/notesSlide61.xml" Id="R322e6f754a01448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513bbae0c4c54f5f" /><Relationship Type="http://schemas.openxmlformats.org/officeDocument/2006/relationships/notesSlide" Target="/ppt/notesSlides/notesSlide62.xml" Id="Rf9a8bf8a04f1459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a6cb7f76e88a4786" /><Relationship Type="http://schemas.openxmlformats.org/officeDocument/2006/relationships/notesSlide" Target="/ppt/notesSlides/notesSlide63.xml" Id="R7d938e61de64480c"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fd0a6c2739564da6" /><Relationship Type="http://schemas.openxmlformats.org/officeDocument/2006/relationships/notesSlide" Target="/ppt/notesSlides/notesSlide64.xml" Id="Rb720b237068b4a2f"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b5bbab918e024534" /><Relationship Type="http://schemas.openxmlformats.org/officeDocument/2006/relationships/notesSlide" Target="/ppt/notesSlides/notesSlide65.xml" Id="R83c51c1f0223407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8967988fc9854289" /><Relationship Type="http://schemas.openxmlformats.org/officeDocument/2006/relationships/notesSlide" Target="/ppt/notesSlides/notesSlide66.xml" Id="R07f83b3ef35e4cc4"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6290663d51de4ddc" /><Relationship Type="http://schemas.openxmlformats.org/officeDocument/2006/relationships/notesSlide" Target="/ppt/notesSlides/notesSlide67.xml" Id="R01f93bc0466a459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0d2a23554e7b475a" /><Relationship Type="http://schemas.openxmlformats.org/officeDocument/2006/relationships/notesSlide" Target="/ppt/notesSlides/notesSlide68.xml" Id="Rb49d34b5b2d84af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9f40e33487642bc" /><Relationship Type="http://schemas.openxmlformats.org/officeDocument/2006/relationships/notesSlide" Target="/ppt/notesSlides/notesSlide69.xml" Id="R9b1d7cf3e07f4f7d"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fa42aa0d2ed44797" /><Relationship Type="http://schemas.openxmlformats.org/officeDocument/2006/relationships/notesSlide" Target="/ppt/notesSlides/notesSlide70.xml" Id="R3c2dbe999b464e89"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80d351dbfcfb42e4" /><Relationship Type="http://schemas.openxmlformats.org/officeDocument/2006/relationships/notesSlide" Target="/ppt/notesSlides/notesSlide71.xml" Id="R101c2d87167241c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ee51fb2b1f454739" /><Relationship Type="http://schemas.openxmlformats.org/officeDocument/2006/relationships/notesSlide" Target="/ppt/notesSlides/notesSlide72.xml" Id="Rb79087ba051e4d7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2e178b3686f4cbb" /><Relationship Type="http://schemas.openxmlformats.org/officeDocument/2006/relationships/notesSlide" Target="/ppt/notesSlides/notesSlide73.xml" Id="R392243ea7a30420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832a25a1818f483a" /><Relationship Type="http://schemas.openxmlformats.org/officeDocument/2006/relationships/notesSlide" Target="/ppt/notesSlides/notesSlide74.xml" Id="R6bbbd4e3a47a4b2e"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d68b79ae41e0493b" /><Relationship Type="http://schemas.openxmlformats.org/officeDocument/2006/relationships/notesSlide" Target="/ppt/notesSlides/notesSlide75.xml" Id="R6d456e7f610c4bf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d0ed7627aa3844e9" /><Relationship Type="http://schemas.openxmlformats.org/officeDocument/2006/relationships/notesSlide" Target="/ppt/notesSlides/notesSlide76.xml" Id="R44ba11bbe7c04f70"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e950c6dda80448d6" /><Relationship Type="http://schemas.openxmlformats.org/officeDocument/2006/relationships/notesSlide" Target="/ppt/notesSlides/notesSlide77.xml" Id="R4dc969c8a9774d6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5721c275d91b4adc" /><Relationship Type="http://schemas.openxmlformats.org/officeDocument/2006/relationships/notesSlide" Target="/ppt/notesSlides/notesSlide78.xml" Id="R46faea95f80d4af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d02279bdd95341f5" /><Relationship Type="http://schemas.openxmlformats.org/officeDocument/2006/relationships/notesSlide" Target="/ppt/notesSlides/notesSlide79.xml" Id="R1c450d03dcaf4aa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13fffd5d4e1a4dd1" /><Relationship Type="http://schemas.openxmlformats.org/officeDocument/2006/relationships/notesSlide" Target="/ppt/notesSlides/notesSlide80.xml" Id="R6e5068a9612248d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19458a0e5a7b45ba" /><Relationship Type="http://schemas.openxmlformats.org/officeDocument/2006/relationships/notesSlide" Target="/ppt/notesSlides/notesSlide81.xml" Id="R7f88b4ebd0234ed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c279dedd7aba4d2f" /><Relationship Type="http://schemas.openxmlformats.org/officeDocument/2006/relationships/notesSlide" Target="/ppt/notesSlides/notesSlide82.xml" Id="R8265247f18064041"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351445da68fa49c7" /><Relationship Type="http://schemas.openxmlformats.org/officeDocument/2006/relationships/notesSlide" Target="/ppt/notesSlides/notesSlide83.xml" Id="R5067d64472f64728"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2ea7ba73d5ad44af" /><Relationship Type="http://schemas.openxmlformats.org/officeDocument/2006/relationships/notesSlide" Target="/ppt/notesSlides/notesSlide84.xml" Id="R75946564ece44b8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da3daa0458054a09" /><Relationship Type="http://schemas.openxmlformats.org/officeDocument/2006/relationships/notesSlide" Target="/ppt/notesSlides/notesSlide85.xml" Id="R43867c12dfb049a1"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2dc8a16cdef9427f" /><Relationship Type="http://schemas.openxmlformats.org/officeDocument/2006/relationships/notesSlide" Target="/ppt/notesSlides/notesSlide86.xml" Id="Raf760fc6663c4eea"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a3b5d8348c2430a" /><Relationship Type="http://schemas.openxmlformats.org/officeDocument/2006/relationships/notesSlide" Target="/ppt/notesSlides/notesSlide87.xml" Id="Raf08f6fb9edf4b04"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153cf4190b3b453b" /><Relationship Type="http://schemas.openxmlformats.org/officeDocument/2006/relationships/notesSlide" Target="/ppt/notesSlides/notesSlide88.xml" Id="Rfeab8860543740e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4c0603bc3d5d4e0e" /><Relationship Type="http://schemas.openxmlformats.org/officeDocument/2006/relationships/notesSlide" Target="/ppt/notesSlides/notesSlide89.xml" Id="R4f1a66eb8fa54b57"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59e10ee503a4846" /><Relationship Type="http://schemas.openxmlformats.org/officeDocument/2006/relationships/notesSlide" Target="/ppt/notesSlides/notesSlide90.xml" Id="R4e21318dc7ca4588"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08d2a8c36f374036" /><Relationship Type="http://schemas.openxmlformats.org/officeDocument/2006/relationships/notesSlide" Target="/ppt/notesSlides/notesSlide91.xml" Id="R1374748cd54048e3"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74fb449c76334e95" /><Relationship Type="http://schemas.openxmlformats.org/officeDocument/2006/relationships/notesSlide" Target="/ppt/notesSlides/notesSlide92.xml" Id="Ra9fd801e9a2d4b1c"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0cc6dcc64ec429e" /><Relationship Type="http://schemas.openxmlformats.org/officeDocument/2006/relationships/notesSlide" Target="/ppt/notesSlides/notesSlide93.xml" Id="R452c3cc84ebc4608"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3fdc5cd98b574ed7" /><Relationship Type="http://schemas.openxmlformats.org/officeDocument/2006/relationships/notesSlide" Target="/ppt/notesSlides/notesSlide94.xml" Id="R70a73d15b9de4dd4"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4e4d6175ae034be8" /><Relationship Type="http://schemas.openxmlformats.org/officeDocument/2006/relationships/notesSlide" Target="/ppt/notesSlides/notesSlide95.xml" Id="Reaa56414ce1b4f97"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dde2ee5f9c844c2" /><Relationship Type="http://schemas.openxmlformats.org/officeDocument/2006/relationships/notesSlide" Target="/ppt/notesSlides/notesSlide96.xml" Id="R9e9cedb86af34671"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b4ac3604fcd84771" /><Relationship Type="http://schemas.openxmlformats.org/officeDocument/2006/relationships/notesSlide" Target="/ppt/notesSlides/notesSlide97.xml" Id="Rc58ac65df2cb4aae"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047381c60b9c45c9" /><Relationship Type="http://schemas.openxmlformats.org/officeDocument/2006/relationships/notesSlide" Target="/ppt/notesSlides/notesSlide98.xml" Id="R88ef2439a1f54c2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bf768ddee3bb4a5f" /><Relationship Type="http://schemas.openxmlformats.org/officeDocument/2006/relationships/notesSlide" Target="/ppt/notesSlides/notesSlide99.xml" Id="Rc9e2237284644517"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a80f67e136564d5f" /><Relationship Type="http://schemas.openxmlformats.org/officeDocument/2006/relationships/notesSlide" Target="/ppt/notesSlides/notesSlide100.xml" Id="R60e79b125486459f"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6410488d04f043b6" /><Relationship Type="http://schemas.openxmlformats.org/officeDocument/2006/relationships/notesSlide" Target="/ppt/notesSlides/notesSlide101.xml" Id="Re42a499480634c75"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9130f2586a35486c" /><Relationship Type="http://schemas.openxmlformats.org/officeDocument/2006/relationships/notesSlide" Target="/ppt/notesSlides/notesSlide102.xml" Id="Rb271261cc1904710"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E3DD69D-FAC1-45A3-873C-BB74B30077BC}"/>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D3FB2D6B-4889-4DB6-8AF5-B614EDBD8A33}"/>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프로젝트 기획</a:t>
            </a:r>
          </a:p>
        </p:txBody>
      </p:sp>
      <p:sp>
        <p:nvSpPr>
          <p:cNvPr id="3" name="">
            <a:extLst xmlns:a="http://schemas.openxmlformats.org/drawingml/2006/main">
              <a:ext uri="{FF2B5EF4-FFF2-40B4-BE49-F238E27FC236}">
                <a16:creationId xmlns:a16="http://schemas.microsoft.com/office/drawing/2014/main" id="{4753EA58-CFE2-4721-B7A4-66053D454FE2}"/>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2026-10-30</a:t>
            </a:r>
          </a:p>
        </p:txBody>
      </p:sp>
      <p:sp>
        <p:nvSpPr>
          <p:cNvPr id="4" name="">
            <a:extLst xmlns:a="http://schemas.openxmlformats.org/drawingml/2006/main">
              <a:ext uri="{FF2B5EF4-FFF2-40B4-BE49-F238E27FC236}">
                <a16:creationId xmlns:a16="http://schemas.microsoft.com/office/drawing/2014/main" id="{A98A7865-04DF-4BB6-9E14-962175502C6F}"/>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실습실의 대여·반납 관리 프로그램을 기획합니다.</a:t>
            </a:r>
          </a:p>
        </p:txBody>
      </p:sp>
      <p:sp>
        <p:nvSpPr>
          <p:cNvPr id="5" name="">
            <a:extLst xmlns:a="http://schemas.openxmlformats.org/drawingml/2006/main">
              <a:ext uri="{FF2B5EF4-FFF2-40B4-BE49-F238E27FC236}">
                <a16:creationId xmlns:a16="http://schemas.microsoft.com/office/drawing/2014/main" id="{7DFA7EDE-3279-4C45-A748-561A6562A333}"/>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예제 자료로 연습하며, 실제 장비 시험은 별도로 진행합니다.</a:t>
            </a:r>
          </a:p>
        </p:txBody>
      </p:sp>
      <p:sp>
        <p:nvSpPr>
          <p:cNvPr id="6" name="">
            <a:extLst xmlns:a="http://schemas.openxmlformats.org/drawingml/2006/main">
              <a:ext uri="{FF2B5EF4-FFF2-40B4-BE49-F238E27FC236}">
                <a16:creationId xmlns:a16="http://schemas.microsoft.com/office/drawing/2014/main" id="{5C266FFD-0FA0-42A4-8A2F-5BBBA1FF105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1FDEDFE-8E29-48DE-AB72-2621EFE0FCD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FBE8E531-4277-4140-80A8-7CF0FE97206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77346490"/>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4522964-25B7-43DA-B5C1-9EDB1F0769E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2026.10.30</a:t>
            </a:r>
          </a:p>
        </p:txBody>
      </p:sp>
      <p:sp>
        <p:nvSpPr>
          <p:cNvPr id="2" name="">
            <a:extLst xmlns:a="http://schemas.openxmlformats.org/drawingml/2006/main">
              <a:ext uri="{FF2B5EF4-FFF2-40B4-BE49-F238E27FC236}">
                <a16:creationId xmlns:a16="http://schemas.microsoft.com/office/drawing/2014/main" id="{9F34FBA4-F948-44F2-AD3E-245FD1AED72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5AA4211A-27A3-4105-B419-99B29F44C79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94350F5-927E-4BFB-9989-F18933F42EE0}"/>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실습에 사용할 자료</a:t>
            </a:r>
          </a:p>
        </p:txBody>
      </p:sp>
      <p:sp>
        <p:nvSpPr>
          <p:cNvPr id="5" name="">
            <a:extLst xmlns:a="http://schemas.openxmlformats.org/drawingml/2006/main">
              <a:ext uri="{FF2B5EF4-FFF2-40B4-BE49-F238E27FC236}">
                <a16:creationId xmlns:a16="http://schemas.microsoft.com/office/drawing/2014/main" id="{9A123FB4-67E7-4DD0-A4A8-CCE7BF0B26CA}"/>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3227562-E8B5-4133-AC68-408DFB3BB7A9}"/>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2129327-ABA5-4520-9097-BA663E0EDA91}"/>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강사가 보여 줄 예제 코드</a:t>
            </a:r>
          </a:p>
        </p:txBody>
      </p:sp>
      <p:sp>
        <p:nvSpPr>
          <p:cNvPr id="8" name="">
            <a:extLst xmlns:a="http://schemas.openxmlformats.org/drawingml/2006/main">
              <a:ext uri="{FF2B5EF4-FFF2-40B4-BE49-F238E27FC236}">
                <a16:creationId xmlns:a16="http://schemas.microsoft.com/office/drawing/2014/main" id="{77134C98-9AD2-423F-8756-EC9565C06FE2}"/>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1CB375B-EF93-4652-8734-5D680F6A89C5}"/>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6EF18A6-5B8B-4951-A245-5988A56A4859}"/>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내가 수정하고 저장할 파일</a:t>
            </a:r>
          </a:p>
        </p:txBody>
      </p:sp>
      <p:sp>
        <p:nvSpPr>
          <p:cNvPr id="11" name="">
            <a:extLst xmlns:a="http://schemas.openxmlformats.org/drawingml/2006/main">
              <a:ext uri="{FF2B5EF4-FFF2-40B4-BE49-F238E27FC236}">
                <a16:creationId xmlns:a16="http://schemas.microsoft.com/office/drawing/2014/main" id="{1B805720-1BD3-4346-9954-BCB5162E9CDF}"/>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BFA2FF5-A38C-4820-ADA1-ECA0958A1281}"/>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D22908BB-14FC-48A3-B4D8-7006CBF4E2DD}"/>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C164CA86-ABF1-48C1-BA06-736EB8A98CA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1FB89B55-F5FA-4A8E-817D-455B8E96DF8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0E6CACAD-E1EE-4751-8EEB-1D9680E8528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182197066"/>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3E2D7D52-21C3-4568-966F-43734F0A8EE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2026.10.30</a:t>
            </a:r>
          </a:p>
        </p:txBody>
      </p:sp>
      <p:sp>
        <p:nvSpPr>
          <p:cNvPr id="2" name="">
            <a:extLst xmlns:a="http://schemas.openxmlformats.org/drawingml/2006/main">
              <a:ext uri="{FF2B5EF4-FFF2-40B4-BE49-F238E27FC236}">
                <a16:creationId xmlns:a16="http://schemas.microsoft.com/office/drawing/2014/main" id="{598C5324-68C6-4B66-B819-C701F6A8DF0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5AF946AF-D150-439C-8ACB-A2D21522222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2B72337-F497-4727-A783-7CE67BFD0A1F}"/>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29276936-4BD5-4B75-AA02-66BCEB699CC5}"/>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9FD8C7-411A-4F44-A935-4A7162F66CBE}"/>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C9F3E6C-266D-4DB4-BF27-98DC18CBE5B4}"/>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4F42A114-8519-4BB8-A163-72F685F3A16A}"/>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A4F0BE5-6C85-461A-BD1E-85706A08B56A}"/>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431B2EF6-DE4A-4339-A267-970F9E4B64EF}"/>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84DE8F41-BA11-422D-858F-9C3E02FE1565}"/>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56A1244-760D-435D-BC5D-66E1340788F1}"/>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74732604-81E0-459F-B90D-74BCE5047E25}"/>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3191F18F-C00A-42C1-80EE-BF345B9FAB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CBD8A78C-F981-4C63-A65D-3ABBB0DB32E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D1497465-00D7-4F5D-B7EB-68AA3F43F9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1782916295"/>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215081A-AB91-46FE-A807-425F6F10E47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2026.10.30</a:t>
            </a:r>
          </a:p>
        </p:txBody>
      </p:sp>
      <p:sp>
        <p:nvSpPr>
          <p:cNvPr id="2" name="">
            <a:extLst xmlns:a="http://schemas.openxmlformats.org/drawingml/2006/main">
              <a:ext uri="{FF2B5EF4-FFF2-40B4-BE49-F238E27FC236}">
                <a16:creationId xmlns:a16="http://schemas.microsoft.com/office/drawing/2014/main" id="{7F682F3C-563B-417D-999D-915D8F8138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예제를 따라 한 뒤 결과 설명하기</a:t>
            </a:r>
          </a:p>
        </p:txBody>
      </p:sp>
      <p:sp>
        <p:nvSpPr>
          <p:cNvPr id="3" name="">
            <a:extLst xmlns:a="http://schemas.openxmlformats.org/drawingml/2006/main">
              <a:ext uri="{FF2B5EF4-FFF2-40B4-BE49-F238E27FC236}">
                <a16:creationId xmlns:a16="http://schemas.microsoft.com/office/drawing/2014/main" id="{70D06DDF-1011-4954-BA6C-1C470454161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2D3EBC1-CF44-4B5D-B7D5-3929DB33D3E0}"/>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강사가 실행하는 모습을 먼저 봅니다.</a:t>
            </a:r>
          </a:p>
        </p:txBody>
      </p:sp>
      <p:sp>
        <p:nvSpPr>
          <p:cNvPr id="5" name="">
            <a:extLst xmlns:a="http://schemas.openxmlformats.org/drawingml/2006/main">
              <a:ext uri="{FF2B5EF4-FFF2-40B4-BE49-F238E27FC236}">
                <a16:creationId xmlns:a16="http://schemas.microsoft.com/office/drawing/2014/main" id="{E8D5D3EF-7B8F-443A-8760-C26CFEC1F98F}"/>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D6285E-F5F6-4441-92B3-D712EC462D8B}"/>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E3EFE80-351B-49E2-8817-880006A2C481}"/>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예제를 실행한 뒤 값 하나를 바꿔 봅니다.</a:t>
            </a:r>
          </a:p>
        </p:txBody>
      </p:sp>
      <p:sp>
        <p:nvSpPr>
          <p:cNvPr id="8" name="">
            <a:extLst xmlns:a="http://schemas.openxmlformats.org/drawingml/2006/main">
              <a:ext uri="{FF2B5EF4-FFF2-40B4-BE49-F238E27FC236}">
                <a16:creationId xmlns:a16="http://schemas.microsoft.com/office/drawing/2014/main" id="{C5BE402F-79B2-4CBD-A91A-A87946501D1A}"/>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5304313-8C7A-42B3-A92C-D7685C0A516C}"/>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77EEC95-952C-4E69-88DB-BAE0B3FDC744}"/>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바꾸기 전에 예상한 값과 실행 결과를 비교합니다.</a:t>
            </a:r>
          </a:p>
        </p:txBody>
      </p:sp>
      <p:sp>
        <p:nvSpPr>
          <p:cNvPr id="11" name="">
            <a:extLst xmlns:a="http://schemas.openxmlformats.org/drawingml/2006/main">
              <a:ext uri="{FF2B5EF4-FFF2-40B4-BE49-F238E27FC236}">
                <a16:creationId xmlns:a16="http://schemas.microsoft.com/office/drawing/2014/main" id="{652EDCE1-95E0-4CD0-9EDE-D5A38F8EFA96}"/>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1EBBAD5-4DA1-4890-A132-462E85E802B2}"/>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BF5206DB-830E-4140-9010-77E7C693919B}"/>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값이 달라진 이유를 설명해 봅니다.</a:t>
            </a:r>
          </a:p>
        </p:txBody>
      </p:sp>
      <p:sp>
        <p:nvSpPr>
          <p:cNvPr id="14" name="">
            <a:extLst xmlns:a="http://schemas.openxmlformats.org/drawingml/2006/main">
              <a:ext uri="{FF2B5EF4-FFF2-40B4-BE49-F238E27FC236}">
                <a16:creationId xmlns:a16="http://schemas.microsoft.com/office/drawing/2014/main" id="{9F634BDD-FA33-4599-B633-2BBC196EAAD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C1D4F9F-0F02-4C7F-8B2E-B086342CA2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82C22032-B8EA-4F2E-9D96-7D98C2611F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94996170"/>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ED493D5-E734-424B-A283-365CA6EBF11D}"/>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1054BD0-C5EA-492E-8245-5F2D581CC292}"/>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3EB028F8-3EA4-4D73-8375-0794D31DFF9F}"/>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90AC286A-D58E-4D81-A5DD-BB489E7468D8}"/>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문제·사용자·근거</a:t>
            </a:r>
          </a:p>
        </p:txBody>
      </p:sp>
      <p:sp>
        <p:nvSpPr>
          <p:cNvPr id="5" name="">
            <a:extLst xmlns:a="http://schemas.openxmlformats.org/drawingml/2006/main">
              <a:ext uri="{FF2B5EF4-FFF2-40B4-BE49-F238E27FC236}">
                <a16:creationId xmlns:a16="http://schemas.microsoft.com/office/drawing/2014/main" id="{944B108E-C206-4523-926C-386B1F5A2B3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F905FD4-DE77-4185-874E-D45D8FA514F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97840398-CB4D-4BF6-BCE3-724A74BFFF9F}"/>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0EEC240C-F3DA-447A-AC3C-5AB863153E98}"/>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설명 → 예제 따라 하기 → 직접 해 보기 → 풀이</a:t>
            </a:r>
          </a:p>
        </p:txBody>
      </p:sp>
      <p:sp>
        <p:nvSpPr>
          <p:cNvPr id="9" name="">
            <a:extLst xmlns:a="http://schemas.openxmlformats.org/drawingml/2006/main">
              <a:ext uri="{FF2B5EF4-FFF2-40B4-BE49-F238E27FC236}">
                <a16:creationId xmlns:a16="http://schemas.microsoft.com/office/drawing/2014/main" id="{28AA6EB8-1107-44D7-953D-0846445FBF3D}"/>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5C2D940F-5844-45BD-B8DC-F8BA3E50C339}"/>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388773241"/>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B32628-B7B6-4B93-90D0-BC8F944E1DE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31836AB-B48E-4C64-BD5E-2BE0438A3ED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누가 이 프로그램을 사용할까요?</a:t>
            </a:r>
          </a:p>
        </p:txBody>
      </p:sp>
      <p:sp>
        <p:nvSpPr>
          <p:cNvPr id="3" name="">
            <a:extLst xmlns:a="http://schemas.openxmlformats.org/drawingml/2006/main">
              <a:ext uri="{FF2B5EF4-FFF2-40B4-BE49-F238E27FC236}">
                <a16:creationId xmlns:a16="http://schemas.microsoft.com/office/drawing/2014/main" id="{DEA0A634-9F53-42DC-85AD-E14B60F0BC6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DB25514-526E-43B8-B054-CC95853300D6}"/>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마감 전에 미확인 기록을 찾는 담당자</a:t>
            </a:r>
          </a:p>
        </p:txBody>
      </p:sp>
      <p:sp>
        <p:nvSpPr>
          <p:cNvPr id="5" name="">
            <a:extLst xmlns:a="http://schemas.openxmlformats.org/drawingml/2006/main">
              <a:ext uri="{FF2B5EF4-FFF2-40B4-BE49-F238E27FC236}">
                <a16:creationId xmlns:a16="http://schemas.microsoft.com/office/drawing/2014/main" id="{2461CBCD-64C4-4E55-8906-92BDAA3FA178}"/>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학생은 반납하고, 시설 담당자는 설치 조건을 확인합니다.</a:t>
            </a:r>
          </a:p>
        </p:txBody>
      </p:sp>
      <p:sp>
        <p:nvSpPr>
          <p:cNvPr id="6" name="">
            <a:extLst xmlns:a="http://schemas.openxmlformats.org/drawingml/2006/main">
              <a:ext uri="{FF2B5EF4-FFF2-40B4-BE49-F238E27FC236}">
                <a16:creationId xmlns:a16="http://schemas.microsoft.com/office/drawing/2014/main" id="{73150BCE-F1E1-479F-AB04-9A861813B6C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9170DBF-7E51-49E7-8F40-6CEBC9CC77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43DE7602-CBF1-45F7-86D9-271F435AAEB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74779302"/>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063234-0CDA-40FA-B6E3-B3B44EF2350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BD5C61D-DAF4-494C-9AE2-A562B2DF5E4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문제와 기능 후보</a:t>
            </a:r>
          </a:p>
        </p:txBody>
      </p:sp>
      <p:sp>
        <p:nvSpPr>
          <p:cNvPr id="3" name="">
            <a:extLst xmlns:a="http://schemas.openxmlformats.org/drawingml/2006/main">
              <a:ext uri="{FF2B5EF4-FFF2-40B4-BE49-F238E27FC236}">
                <a16:creationId xmlns:a16="http://schemas.microsoft.com/office/drawing/2014/main" id="{69435473-B668-42AC-826C-923D8D02CA30}"/>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문제:</a:t>
            </a:r>
          </a:p>
        </p:txBody>
      </p:sp>
      <p:sp>
        <p:nvSpPr>
          <p:cNvPr id="4" name="">
            <a:extLst xmlns:a="http://schemas.openxmlformats.org/drawingml/2006/main">
              <a:ext uri="{FF2B5EF4-FFF2-40B4-BE49-F238E27FC236}">
                <a16:creationId xmlns:a16="http://schemas.microsoft.com/office/drawing/2014/main" id="{EF47B6DF-4543-43C8-AEA7-2C6D600AEE55}"/>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기록을 찾느라 확인이 늦습니다.</a:t>
            </a:r>
          </a:p>
        </p:txBody>
      </p:sp>
      <p:sp>
        <p:nvSpPr>
          <p:cNvPr id="5" name="">
            <a:extLst xmlns:a="http://schemas.openxmlformats.org/drawingml/2006/main">
              <a:ext uri="{FF2B5EF4-FFF2-40B4-BE49-F238E27FC236}">
                <a16:creationId xmlns:a16="http://schemas.microsoft.com/office/drawing/2014/main" id="{E9F3001D-0A8F-4967-A49C-6D7BED0A9E01}"/>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AA97C60-3776-45B7-9C13-D50B1397199E}"/>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기능 후보:</a:t>
            </a:r>
          </a:p>
        </p:txBody>
      </p:sp>
      <p:sp>
        <p:nvSpPr>
          <p:cNvPr id="7" name="">
            <a:extLst xmlns:a="http://schemas.openxmlformats.org/drawingml/2006/main">
              <a:ext uri="{FF2B5EF4-FFF2-40B4-BE49-F238E27FC236}">
                <a16:creationId xmlns:a16="http://schemas.microsoft.com/office/drawing/2014/main" id="{5B74138A-8F87-4125-890A-AEADF2CB31CF}"/>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미확인 목록을 보여 줍니다.</a:t>
            </a:r>
          </a:p>
        </p:txBody>
      </p:sp>
      <p:sp>
        <p:nvSpPr>
          <p:cNvPr id="8" name="">
            <a:extLst xmlns:a="http://schemas.openxmlformats.org/drawingml/2006/main">
              <a:ext uri="{FF2B5EF4-FFF2-40B4-BE49-F238E27FC236}">
                <a16:creationId xmlns:a16="http://schemas.microsoft.com/office/drawing/2014/main" id="{F5048223-292D-4AC4-AB6D-49DA5478F1A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99F65B1-E6BE-43E2-8349-272777850C8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FE16F36-7875-41D8-A85E-B159279BCD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836136142"/>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34DC402-9EF2-4059-9EA4-F64FDD6DA6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A311AE4-DE0C-47A4-9B32-0C8D55CF32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예제 대여 기록 읽기</a:t>
            </a:r>
          </a:p>
        </p:txBody>
      </p:sp>
      <p:sp>
        <p:nvSpPr>
          <p:cNvPr id="3" name="">
            <a:extLst xmlns:a="http://schemas.openxmlformats.org/drawingml/2006/main">
              <a:ext uri="{FF2B5EF4-FFF2-40B4-BE49-F238E27FC236}">
                <a16:creationId xmlns:a16="http://schemas.microsoft.com/office/drawing/2014/main" id="{D3C70DFA-7790-49D6-B242-90E116AABD5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가상 대여 20건 중 기록 지연 4건</a:t>
            </a:r>
          </a:p>
        </p:txBody>
      </p:sp>
      <p:sp>
        <p:nvSpPr>
          <p:cNvPr id="4" name="">
            <a:extLst xmlns:a="http://schemas.openxmlformats.org/drawingml/2006/main">
              <a:ext uri="{FF2B5EF4-FFF2-40B4-BE49-F238E27FC236}">
                <a16:creationId xmlns:a16="http://schemas.microsoft.com/office/drawing/2014/main" id="{B17AA24B-C51A-4066-B315-35EE44D1C37C}"/>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 표본의 지연 비율은 20%입니다.</a:t>
            </a:r>
          </a:p>
        </p:txBody>
      </p:sp>
      <p:sp>
        <p:nvSpPr>
          <p:cNvPr id="5" name="">
            <a:extLst xmlns:a="http://schemas.openxmlformats.org/drawingml/2006/main">
              <a:ext uri="{FF2B5EF4-FFF2-40B4-BE49-F238E27FC236}">
                <a16:creationId xmlns:a16="http://schemas.microsoft.com/office/drawing/2014/main" id="{01FA2B71-3E50-4391-835E-521AB3E1626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F949933-3F4C-47EF-82C6-9E89EDA316B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EC0A75FB-CD83-4B6F-9CD4-D08F8478B57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2063021725"/>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38256F-E6B5-4311-99B6-F3A3EF6DD97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02FF440-E02B-4522-A860-C7C7689FBFA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관찰과 해석</a:t>
            </a:r>
          </a:p>
        </p:txBody>
      </p:sp>
      <p:sp>
        <p:nvSpPr>
          <p:cNvPr id="3" name="">
            <a:extLst xmlns:a="http://schemas.openxmlformats.org/drawingml/2006/main">
              <a:ext uri="{FF2B5EF4-FFF2-40B4-BE49-F238E27FC236}">
                <a16:creationId xmlns:a16="http://schemas.microsoft.com/office/drawing/2014/main" id="{27FDEDC2-DDCF-49E1-8B83-735ED3303B9D}"/>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D057AF0-BCC5-418A-880A-2E330E38783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기록 확인이 어려울 수 있습니다.</a:t>
            </a:r>
          </a:p>
        </p:txBody>
      </p:sp>
      <p:sp>
        <p:nvSpPr>
          <p:cNvPr id="5" name="">
            <a:extLst xmlns:a="http://schemas.openxmlformats.org/drawingml/2006/main">
              <a:ext uri="{FF2B5EF4-FFF2-40B4-BE49-F238E27FC236}">
                <a16:creationId xmlns:a16="http://schemas.microsoft.com/office/drawing/2014/main" id="{6F7ECF04-9A58-46E6-B642-3795329C100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이 기록만으로는 반납 기록이 늦어진 원인을 알 수 없습니다.</a:t>
            </a:r>
          </a:p>
        </p:txBody>
      </p:sp>
      <p:sp>
        <p:nvSpPr>
          <p:cNvPr id="6" name="">
            <a:extLst xmlns:a="http://schemas.openxmlformats.org/drawingml/2006/main">
              <a:ext uri="{FF2B5EF4-FFF2-40B4-BE49-F238E27FC236}">
                <a16:creationId xmlns:a16="http://schemas.microsoft.com/office/drawing/2014/main" id="{0233AEE1-5AA9-4484-A478-70FBE122C7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176AB3F0-3F64-498A-8AD7-19EC208776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B9992151-63C7-4E8C-8DB2-47AA4522F0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824415987"/>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99E2CB-0758-4CEC-8F8C-F00049B423F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15E09070-7C0A-4415-8759-DDEBC2AC24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가설과 효과 검증</a:t>
            </a:r>
          </a:p>
        </p:txBody>
      </p:sp>
      <p:sp>
        <p:nvSpPr>
          <p:cNvPr id="3" name="">
            <a:extLst xmlns:a="http://schemas.openxmlformats.org/drawingml/2006/main">
              <a:ext uri="{FF2B5EF4-FFF2-40B4-BE49-F238E27FC236}">
                <a16:creationId xmlns:a16="http://schemas.microsoft.com/office/drawing/2014/main" id="{C6E23ECF-3A84-4A70-8D6C-8A2FE46120F6}"/>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608FE58-BC02-4964-900C-906C440DB0E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목록이 있으면 찾는 시간이 줄어들 것이다.</a:t>
            </a:r>
          </a:p>
        </p:txBody>
      </p:sp>
      <p:sp>
        <p:nvSpPr>
          <p:cNvPr id="5" name="">
            <a:extLst xmlns:a="http://schemas.openxmlformats.org/drawingml/2006/main">
              <a:ext uri="{FF2B5EF4-FFF2-40B4-BE49-F238E27FC236}">
                <a16:creationId xmlns:a16="http://schemas.microsoft.com/office/drawing/2014/main" id="{C14BB972-7CF6-4B13-A257-206E90637C2E}"/>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효과는 구현 후 현장에서 따로 확인합니다.</a:t>
            </a:r>
          </a:p>
        </p:txBody>
      </p:sp>
      <p:sp>
        <p:nvSpPr>
          <p:cNvPr id="6" name="">
            <a:extLst xmlns:a="http://schemas.openxmlformats.org/drawingml/2006/main">
              <a:ext uri="{FF2B5EF4-FFF2-40B4-BE49-F238E27FC236}">
                <a16:creationId xmlns:a16="http://schemas.microsoft.com/office/drawing/2014/main" id="{27B0ACA7-E14E-473C-A07F-55916CFE25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CA1452F-88B6-4B6E-B9D9-CDD158046F9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6AB0663A-1EBB-4DAC-847E-4FEB04AD9D5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1993840505"/>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330EBE5-0DFA-4B7E-9217-040F79AA1D8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540937D7-BC33-421A-8839-EC3BCDA782A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기획 결과물과 현장 효과</a:t>
            </a:r>
          </a:p>
        </p:txBody>
      </p:sp>
      <p:sp>
        <p:nvSpPr>
          <p:cNvPr id="3" name="">
            <a:extLst xmlns:a="http://schemas.openxmlformats.org/drawingml/2006/main">
              <a:ext uri="{FF2B5EF4-FFF2-40B4-BE49-F238E27FC236}">
                <a16:creationId xmlns:a16="http://schemas.microsoft.com/office/drawing/2014/main" id="{49A0031C-74A9-40B5-901C-DAC62C610A3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ADD2646-5F37-4737-84AA-AEA1280840E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오늘 작성할 문서: 프로젝트 기획서</a:t>
            </a:r>
          </a:p>
        </p:txBody>
      </p:sp>
      <p:sp>
        <p:nvSpPr>
          <p:cNvPr id="5" name="">
            <a:extLst xmlns:a="http://schemas.openxmlformats.org/drawingml/2006/main">
              <a:ext uri="{FF2B5EF4-FFF2-40B4-BE49-F238E27FC236}">
                <a16:creationId xmlns:a16="http://schemas.microsoft.com/office/drawing/2014/main" id="{A16014CE-2064-4003-B465-2D6A2C33D5B6}"/>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확인 시간이 줄었는지는 프로그램을 만든 뒤 측정합니다.</a:t>
            </a:r>
          </a:p>
        </p:txBody>
      </p:sp>
      <p:sp>
        <p:nvSpPr>
          <p:cNvPr id="6" name="">
            <a:extLst xmlns:a="http://schemas.openxmlformats.org/drawingml/2006/main">
              <a:ext uri="{FF2B5EF4-FFF2-40B4-BE49-F238E27FC236}">
                <a16:creationId xmlns:a16="http://schemas.microsoft.com/office/drawing/2014/main" id="{81794820-CAA6-46CB-867E-834B1F514A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22A89A7-24AF-4B50-9530-A02F5E276CC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6E2D2476-FD43-4D37-BA8E-B1BF1D72AB3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1577169203"/>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2E47E1-FF24-4CD0-86AA-4E7812934E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B6EF1E8-9FFF-4B04-A12B-6C747944F76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사용자·문제·기능·가설</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3816626"/>
                <a:gridCol w="7156174"/>
              </a:tblGrid>
              <a:tr h="685800">
                <a:tc>
                  <a:txBody>
                    <a:bodyPr wrap="square"/>
                    <a:lstStyle/>
                    <a:p>
                      <a:pPr>
                        <a:lnSpc>
                          <a:spcPct val="94000"/>
                        </a:lnSpc>
                        <a:buNone/>
                      </a:pPr>
                      <a:r>
                        <a:rPr sz="2100" b="1">
                          <a:solidFill>
                            <a:srgbClr val="FFFFFF"/>
                          </a:solidFill>
                          <a:latin typeface="Noto Sans KR"/>
                          <a:ea typeface="Noto Sans KR"/>
                          <a:cs typeface="Noto Sans KR"/>
                        </a:rPr>
                        <a:t>구분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문장</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사용자</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마감 확인 담당자</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문제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전체 기록을 다시 찾음</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기능 후보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미확인 목록 표시</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가설</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탐색 시간이 줄어듦</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3B99F32E-AD76-4EDD-80CC-F27D375062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1C8341-062B-46D2-A725-190A1B88C3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6" name="">
            <a:extLst xmlns:a="http://schemas.openxmlformats.org/drawingml/2006/main">
              <a:ext uri="{FF2B5EF4-FFF2-40B4-BE49-F238E27FC236}">
                <a16:creationId xmlns:a16="http://schemas.microsoft.com/office/drawing/2014/main" id="{ABCB4689-F692-4B8A-9170-69A4356037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504356578"/>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AC832F0-355C-409E-964E-01422D9D898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79D34C3B-A7FE-4838-B6BC-922EF909DC1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056CF2F1-6981-4617-AF72-CD04A9E580A5}"/>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162E0DCC-2600-40F8-A3F6-077735AFDC43}"/>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관찰 4÷20×100 = 20%</a:t>
            </a:r>
          </a:p>
        </p:txBody>
      </p:sp>
      <p:sp>
        <p:nvSpPr>
          <p:cNvPr id="5" name="">
            <a:extLst xmlns:a="http://schemas.openxmlformats.org/drawingml/2006/main">
              <a:ext uri="{FF2B5EF4-FFF2-40B4-BE49-F238E27FC236}">
                <a16:creationId xmlns:a16="http://schemas.microsoft.com/office/drawing/2014/main" id="{BC148684-86A5-4267-96B2-2827349F4ADF}"/>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원인과 개선 효과는 아직 모릅니다.</a:t>
            </a:r>
          </a:p>
        </p:txBody>
      </p:sp>
      <p:sp>
        <p:nvSpPr>
          <p:cNvPr id="6" name="">
            <a:extLst xmlns:a="http://schemas.openxmlformats.org/drawingml/2006/main">
              <a:ext uri="{FF2B5EF4-FFF2-40B4-BE49-F238E27FC236}">
                <a16:creationId xmlns:a16="http://schemas.microsoft.com/office/drawing/2014/main" id="{1B13B7B1-1216-44E2-84A8-5218693419D7}"/>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기획서를 완성해도 실제 효과를 알 수는 없습니다.</a:t>
            </a:r>
          </a:p>
        </p:txBody>
      </p:sp>
      <p:sp>
        <p:nvSpPr>
          <p:cNvPr id="7" name="">
            <a:extLst xmlns:a="http://schemas.openxmlformats.org/drawingml/2006/main">
              <a:ext uri="{FF2B5EF4-FFF2-40B4-BE49-F238E27FC236}">
                <a16:creationId xmlns:a16="http://schemas.microsoft.com/office/drawing/2014/main" id="{65442710-4A63-47E8-84BA-4D067B868E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2BCD5B6-E8CF-42BD-8726-FD4DB0665B9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BB2A3B7F-B558-4469-8D29-8A368AF983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413721149"/>
      </p:ext>
    </p:extLst>
  </p:cSld>
</p:sld>
</file>

<file path=ppt/slides/slide1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287B7C5-5861-4999-B6FE-5C3DEA90AD1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9F372F5F-CC95-411B-8916-C49E4AB2D7D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0DC131C6-546A-4DCB-8232-E7842527C6D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식당 재고 담당자가 품절을 늦게 확인합니다.</a:t>
            </a:r>
          </a:p>
        </p:txBody>
      </p:sp>
      <p:sp>
        <p:nvSpPr>
          <p:cNvPr id="4" name="">
            <a:extLst xmlns:a="http://schemas.openxmlformats.org/drawingml/2006/main">
              <a:ext uri="{FF2B5EF4-FFF2-40B4-BE49-F238E27FC236}">
                <a16:creationId xmlns:a16="http://schemas.microsoft.com/office/drawing/2014/main" id="{848A05E8-E29F-4C66-BD37-102ABFA1229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사용자·문제·기능·가설을 따로 쓰세요.</a:t>
            </a:r>
          </a:p>
        </p:txBody>
      </p:sp>
      <p:sp>
        <p:nvSpPr>
          <p:cNvPr id="5" name="">
            <a:extLst xmlns:a="http://schemas.openxmlformats.org/drawingml/2006/main">
              <a:ext uri="{FF2B5EF4-FFF2-40B4-BE49-F238E27FC236}">
                <a16:creationId xmlns:a16="http://schemas.microsoft.com/office/drawing/2014/main" id="{815D332E-3DA5-4D7B-A2F1-C56A7490F1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F856CB-A53B-4505-9B4D-CB18114FCBF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1650637A-BDC6-4AD5-AFD9-ACE9D1DE81B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014</a:t>
            </a:r>
          </a:p>
        </p:txBody>
      </p:sp>
    </p:spTree>
    <p:extLst>
      <p:ext uri="{BB962C8B-B14F-4D97-AF65-F5344CB8AC3E}">
        <p14:creationId xmlns:p14="http://schemas.microsoft.com/office/powerpoint/2010/main" val="1318543902"/>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D5FBF4D-F4BA-4881-83A4-39078D3DD5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C29B9C6-A096-435D-83DC-06E1AE92B9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a:t>
            </a:r>
          </a:p>
        </p:txBody>
      </p:sp>
      <p:sp>
        <p:nvSpPr>
          <p:cNvPr id="3" name="">
            <a:extLst xmlns:a="http://schemas.openxmlformats.org/drawingml/2006/main">
              <a:ext uri="{FF2B5EF4-FFF2-40B4-BE49-F238E27FC236}">
                <a16:creationId xmlns:a16="http://schemas.microsoft.com/office/drawing/2014/main" id="{367D37EA-9C07-48BF-9D2B-4ECC19A9AF3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사용자</a:t>
            </a:r>
          </a:p>
        </p:txBody>
      </p:sp>
      <p:sp>
        <p:nvSpPr>
          <p:cNvPr id="4" name="">
            <a:extLst xmlns:a="http://schemas.openxmlformats.org/drawingml/2006/main">
              <a:ext uri="{FF2B5EF4-FFF2-40B4-BE49-F238E27FC236}">
                <a16:creationId xmlns:a16="http://schemas.microsoft.com/office/drawing/2014/main" id="{8DD5A775-7DBC-4240-B715-416CF1F7596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9B9282D-FDFF-4ECD-A286-43ACDFBBB3F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사용자</a:t>
            </a:r>
            <a:r>
              <a:t>: 재고 담당자 · 문제: 확인 지연</a:t>
            </a:r>
          </a:p>
        </p:txBody>
      </p:sp>
      <p:sp>
        <p:nvSpPr>
          <p:cNvPr id="6" name="">
            <a:extLst xmlns:a="http://schemas.openxmlformats.org/drawingml/2006/main">
              <a:ext uri="{FF2B5EF4-FFF2-40B4-BE49-F238E27FC236}">
                <a16:creationId xmlns:a16="http://schemas.microsoft.com/office/drawing/2014/main" id="{455A7003-3867-4F88-9937-6D45B65F89F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기능: 부족 목록 · 가설: 확인 시간 감소</a:t>
            </a:r>
          </a:p>
        </p:txBody>
      </p:sp>
      <p:sp>
        <p:nvSpPr>
          <p:cNvPr id="7" name="">
            <a:extLst xmlns:a="http://schemas.openxmlformats.org/drawingml/2006/main">
              <a:ext uri="{FF2B5EF4-FFF2-40B4-BE49-F238E27FC236}">
                <a16:creationId xmlns:a16="http://schemas.microsoft.com/office/drawing/2014/main" id="{3A4BB333-06F7-4E05-9760-1722A7D03CF9}"/>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측정하지 않은 효과를 사실로 쓰지 않습니다.</a:t>
            </a:r>
          </a:p>
        </p:txBody>
      </p:sp>
      <p:sp>
        <p:nvSpPr>
          <p:cNvPr id="8" name="">
            <a:extLst xmlns:a="http://schemas.openxmlformats.org/drawingml/2006/main">
              <a:ext uri="{FF2B5EF4-FFF2-40B4-BE49-F238E27FC236}">
                <a16:creationId xmlns:a16="http://schemas.microsoft.com/office/drawing/2014/main" id="{ECA60020-E7D5-42CA-925B-52EDC5869C5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7BDE8DF-66E6-4148-BE0E-F0CEBDAE59A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038B4AD5-87BB-47A4-AD73-86CF832DE4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2127223888"/>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150FFB-1988-4DDC-8857-460532FCF68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25E00F99-A084-45D7-B933-2001D2CCE95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조건을 바꿔 보기</a:t>
            </a:r>
          </a:p>
        </p:txBody>
      </p:sp>
      <p:sp>
        <p:nvSpPr>
          <p:cNvPr id="3" name="">
            <a:extLst xmlns:a="http://schemas.openxmlformats.org/drawingml/2006/main">
              <a:ext uri="{FF2B5EF4-FFF2-40B4-BE49-F238E27FC236}">
                <a16:creationId xmlns:a16="http://schemas.microsoft.com/office/drawing/2014/main" id="{703D49F1-384C-484A-981F-2BC88A1FBC0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사용자를 학생으로 바꾸면</a:t>
            </a:r>
          </a:p>
        </p:txBody>
      </p:sp>
      <p:sp>
        <p:nvSpPr>
          <p:cNvPr id="4" name="">
            <a:extLst xmlns:a="http://schemas.openxmlformats.org/drawingml/2006/main">
              <a:ext uri="{FF2B5EF4-FFF2-40B4-BE49-F238E27FC236}">
                <a16:creationId xmlns:a16="http://schemas.microsoft.com/office/drawing/2014/main" id="{619B623B-C671-4B7A-A82F-E0A7555328C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먼저 필요한 정보가 어떻게 달라질까요?</a:t>
            </a:r>
          </a:p>
        </p:txBody>
      </p:sp>
      <p:sp>
        <p:nvSpPr>
          <p:cNvPr id="5" name="">
            <a:extLst xmlns:a="http://schemas.openxmlformats.org/drawingml/2006/main">
              <a:ext uri="{FF2B5EF4-FFF2-40B4-BE49-F238E27FC236}">
                <a16:creationId xmlns:a16="http://schemas.microsoft.com/office/drawing/2014/main" id="{A23180E2-1F16-4F29-B1E1-3E555C84478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0165A4-5DFB-4DCE-BC94-AAB3E597A61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6F92F7B3-88A6-4D4C-A19C-8A79E6406D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1010739254"/>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AE39AF-D4A3-49F2-AB21-093548CA4B0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C6ADD8A-5870-44CF-9AFD-F4595BBCF3C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잘못 쓰기 쉬운 내용</a:t>
            </a:r>
          </a:p>
        </p:txBody>
      </p:sp>
      <p:sp>
        <p:nvSpPr>
          <p:cNvPr id="3" name="">
            <a:extLst xmlns:a="http://schemas.openxmlformats.org/drawingml/2006/main">
              <a:ext uri="{FF2B5EF4-FFF2-40B4-BE49-F238E27FC236}">
                <a16:creationId xmlns:a16="http://schemas.microsoft.com/office/drawing/2014/main" id="{D08E80BA-59B4-418B-AFDD-9D248EAEBA5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ECF0221-520E-4AE8-97B7-7BE787D8773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“AI를 쓰지 않는다”는 사용자 불편을 설명하지 못합니다.</a:t>
            </a:r>
          </a:p>
        </p:txBody>
      </p:sp>
      <p:sp>
        <p:nvSpPr>
          <p:cNvPr id="5" name="">
            <a:extLst xmlns:a="http://schemas.openxmlformats.org/drawingml/2006/main">
              <a:ext uri="{FF2B5EF4-FFF2-40B4-BE49-F238E27FC236}">
                <a16:creationId xmlns:a16="http://schemas.microsoft.com/office/drawing/2014/main" id="{62F855AC-0242-4915-BF12-67602C4806A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EB9236-7F50-4BDB-9367-EC1A975F1EF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9ADBCD2-74FF-4C54-9C08-FC7FE36F215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누가, 언제, 어떤 일에 어려움을 겪는지 적으세요.</a:t>
            </a:r>
          </a:p>
        </p:txBody>
      </p:sp>
      <p:sp>
        <p:nvSpPr>
          <p:cNvPr id="8" name="">
            <a:extLst xmlns:a="http://schemas.openxmlformats.org/drawingml/2006/main">
              <a:ext uri="{FF2B5EF4-FFF2-40B4-BE49-F238E27FC236}">
                <a16:creationId xmlns:a16="http://schemas.microsoft.com/office/drawing/2014/main" id="{D9593689-EBDF-4D6A-B3C5-E90A1AB85BA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5C79C09-DA2D-4330-9A05-BFEDCB9912E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140018AA-FA33-426B-81E2-88F599284DB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1084727411"/>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979187-BD67-4504-9E3A-CBA1E1C0855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A5676520-6613-4B19-9229-488431A97D7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543A7ED5-E385-4B7A-BA85-E6628A44E50B}"/>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자료에서 확인한 사실과 앞으로 확인할 가설은 어떻게 다른가요?</a:t>
            </a:r>
          </a:p>
        </p:txBody>
      </p:sp>
      <p:sp>
        <p:nvSpPr>
          <p:cNvPr id="4" name="">
            <a:extLst xmlns:a="http://schemas.openxmlformats.org/drawingml/2006/main">
              <a:ext uri="{FF2B5EF4-FFF2-40B4-BE49-F238E27FC236}">
                <a16:creationId xmlns:a16="http://schemas.microsoft.com/office/drawing/2014/main" id="{ED2AB731-9039-424D-9223-7FD33FD997A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기획서 완성과 확인 시간 감소는 어떻게 다른가요?</a:t>
            </a:r>
          </a:p>
        </p:txBody>
      </p:sp>
      <p:sp>
        <p:nvSpPr>
          <p:cNvPr id="5" name="">
            <a:extLst xmlns:a="http://schemas.openxmlformats.org/drawingml/2006/main">
              <a:ext uri="{FF2B5EF4-FFF2-40B4-BE49-F238E27FC236}">
                <a16:creationId xmlns:a16="http://schemas.microsoft.com/office/drawing/2014/main" id="{F0248FFE-CEAB-4FE7-BD6C-95CD218CF9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79A3CDB-6665-46E5-9EC8-4F47050F17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AFA1F43C-7982-4859-9F09-EDDE48977DD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1053159300"/>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DD579F-A1AB-4FFF-AF44-3239053946A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4642DCB9-D14B-4DEF-88C3-490C302695A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5E0B4A25-EE69-4B84-BC2B-FBC319AD52E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창고 재고 확인 지연</a:t>
            </a:r>
          </a:p>
        </p:txBody>
      </p:sp>
      <p:sp>
        <p:nvSpPr>
          <p:cNvPr id="4" name="">
            <a:extLst xmlns:a="http://schemas.openxmlformats.org/drawingml/2006/main">
              <a:ext uri="{FF2B5EF4-FFF2-40B4-BE49-F238E27FC236}">
                <a16:creationId xmlns:a16="http://schemas.microsoft.com/office/drawing/2014/main" id="{C4AB110A-4596-46AD-A218-5D25A686ED8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관찰·문제·가설·기능을 네 문장으로 쓰세요.</a:t>
            </a:r>
          </a:p>
        </p:txBody>
      </p:sp>
      <p:sp>
        <p:nvSpPr>
          <p:cNvPr id="5" name="">
            <a:extLst xmlns:a="http://schemas.openxmlformats.org/drawingml/2006/main">
              <a:ext uri="{FF2B5EF4-FFF2-40B4-BE49-F238E27FC236}">
                <a16:creationId xmlns:a16="http://schemas.microsoft.com/office/drawing/2014/main" id="{C966655A-076B-45D5-BEF6-76E6A673B6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450F805-4994-4484-8C95-B41FC7D6557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085DE1F6-7360-48A2-B32D-32F87EEBE9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1117687929"/>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1CF0FC-D9B3-4F3F-A881-266FA780F575}"/>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9E2FA4-A54A-4837-B6DA-B3BFF533547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B0CD0979-943A-464C-9569-FED8A451458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C7F8417A-5303-406A-96CF-A51CF1FB1CF0}"/>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후보 비교와 작은 요구</a:t>
            </a:r>
          </a:p>
        </p:txBody>
      </p:sp>
      <p:sp>
        <p:nvSpPr>
          <p:cNvPr id="5" name="">
            <a:extLst xmlns:a="http://schemas.openxmlformats.org/drawingml/2006/main">
              <a:ext uri="{FF2B5EF4-FFF2-40B4-BE49-F238E27FC236}">
                <a16:creationId xmlns:a16="http://schemas.microsoft.com/office/drawing/2014/main" id="{9D593D1B-51BA-4617-B408-5133467F818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09DED2F-36DE-4C66-9ED3-E33C900E169C}"/>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4FE3AA31-5A36-46C1-B785-AD68B43EDF3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A7C46412-E717-423F-BEDC-17C9F1594F12}"/>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설명 → 예제 따라 하기 → 직접 해 보기 → 풀이</a:t>
            </a:r>
          </a:p>
        </p:txBody>
      </p:sp>
      <p:sp>
        <p:nvSpPr>
          <p:cNvPr id="9" name="">
            <a:extLst xmlns:a="http://schemas.openxmlformats.org/drawingml/2006/main">
              <a:ext uri="{FF2B5EF4-FFF2-40B4-BE49-F238E27FC236}">
                <a16:creationId xmlns:a16="http://schemas.microsoft.com/office/drawing/2014/main" id="{2B91BC6D-8AB3-4BF5-844A-D6BC42E7585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5C43D8DE-BD07-42B4-93DE-90F588121CE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93059827"/>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D3E0B3E-CDD8-4FEF-A7B4-27A98F09656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69CDED2-9E90-4DB7-A79A-5B2F9D8D6B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후보의 공통 비교 기준</a:t>
            </a:r>
          </a:p>
        </p:txBody>
      </p:sp>
      <p:sp>
        <p:nvSpPr>
          <p:cNvPr id="3" name="">
            <a:extLst xmlns:a="http://schemas.openxmlformats.org/drawingml/2006/main">
              <a:ext uri="{FF2B5EF4-FFF2-40B4-BE49-F238E27FC236}">
                <a16:creationId xmlns:a16="http://schemas.microsoft.com/office/drawing/2014/main" id="{4AD08314-9E2F-43A9-A0DC-DC94C0F2D22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필요성</a:t>
            </a:r>
          </a:p>
        </p:txBody>
      </p:sp>
      <p:sp>
        <p:nvSpPr>
          <p:cNvPr id="4" name="">
            <a:extLst xmlns:a="http://schemas.openxmlformats.org/drawingml/2006/main">
              <a:ext uri="{FF2B5EF4-FFF2-40B4-BE49-F238E27FC236}">
                <a16:creationId xmlns:a16="http://schemas.microsoft.com/office/drawing/2014/main" id="{31256191-2EB7-4FD8-85EE-D621B5811D5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0145FB6-F4D6-4715-946B-5DBD88C78089}"/>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필요성</a:t>
            </a:r>
            <a:r>
              <a:t> · 실현 가능성 · 시험 가능성</a:t>
            </a:r>
          </a:p>
        </p:txBody>
      </p:sp>
      <p:sp>
        <p:nvSpPr>
          <p:cNvPr id="6" name="">
            <a:extLst xmlns:a="http://schemas.openxmlformats.org/drawingml/2006/main">
              <a:ext uri="{FF2B5EF4-FFF2-40B4-BE49-F238E27FC236}">
                <a16:creationId xmlns:a16="http://schemas.microsoft.com/office/drawing/2014/main" id="{CBC2889E-F9B8-4BC9-BD0C-E0ACA5578F3D}"/>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각 점수를 준 이유를 적으세요.</a:t>
            </a:r>
          </a:p>
        </p:txBody>
      </p:sp>
      <p:sp>
        <p:nvSpPr>
          <p:cNvPr id="7" name="">
            <a:extLst xmlns:a="http://schemas.openxmlformats.org/drawingml/2006/main">
              <a:ext uri="{FF2B5EF4-FFF2-40B4-BE49-F238E27FC236}">
                <a16:creationId xmlns:a16="http://schemas.microsoft.com/office/drawing/2014/main" id="{89943C9A-2593-4115-88A1-502675ECEA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85BFDD7C-56E2-47D3-8C95-21CC47CEBE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C41CA5BA-8DA0-4CC1-9705-37D91CC2BBE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421948860"/>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10F5B1A-5A05-4F49-A7BE-2C7FEC4CF73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18A1FC9-2B36-495D-9FA9-8F31A25251C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가중치와 중요도</a:t>
            </a:r>
          </a:p>
        </p:txBody>
      </p:sp>
      <p:sp>
        <p:nvSpPr>
          <p:cNvPr id="3" name="">
            <a:extLst xmlns:a="http://schemas.openxmlformats.org/drawingml/2006/main">
              <a:ext uri="{FF2B5EF4-FFF2-40B4-BE49-F238E27FC236}">
                <a16:creationId xmlns:a16="http://schemas.microsoft.com/office/drawing/2014/main" id="{030FEB4D-E968-4B8D-AE1B-0CDF9D2F33B0}"/>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0.40 + 0.35 + 0.25 = 1</a:t>
            </a:r>
          </a:p>
        </p:txBody>
      </p:sp>
      <p:sp>
        <p:nvSpPr>
          <p:cNvPr id="4" name="">
            <a:extLst xmlns:a="http://schemas.openxmlformats.org/drawingml/2006/main">
              <a:ext uri="{FF2B5EF4-FFF2-40B4-BE49-F238E27FC236}">
                <a16:creationId xmlns:a16="http://schemas.microsoft.com/office/drawing/2014/main" id="{5EDD48BA-4850-4015-B79C-89B39EAEA00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점수에 각각 곱한 뒤 더합니다.</a:t>
            </a:r>
          </a:p>
        </p:txBody>
      </p:sp>
      <p:sp>
        <p:nvSpPr>
          <p:cNvPr id="5" name="">
            <a:extLst xmlns:a="http://schemas.openxmlformats.org/drawingml/2006/main">
              <a:ext uri="{FF2B5EF4-FFF2-40B4-BE49-F238E27FC236}">
                <a16:creationId xmlns:a16="http://schemas.microsoft.com/office/drawing/2014/main" id="{CAACBBF5-9D00-4C26-8771-C188B0CDAEA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36FCA88-B5D9-40F5-A371-2B8D8E1BC24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8C3A0F1C-7528-49FF-A258-4B9686AEC1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736502517"/>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EA511E-1A04-42BD-A67B-536530A535D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1DBBC6E-6C3C-47D9-AF49-A49389E6A0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점수의 의미와 한계</a:t>
            </a:r>
          </a:p>
        </p:txBody>
      </p:sp>
      <p:sp>
        <p:nvSpPr>
          <p:cNvPr id="3" name="">
            <a:extLst xmlns:a="http://schemas.openxmlformats.org/drawingml/2006/main">
              <a:ext uri="{FF2B5EF4-FFF2-40B4-BE49-F238E27FC236}">
                <a16:creationId xmlns:a16="http://schemas.microsoft.com/office/drawing/2014/main" id="{14D22907-25E3-47B8-BCC2-4D64B029443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444766F-A986-4E90-B44D-4905490F8C0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후보 A</a:t>
            </a:r>
            <a:r>
              <a:t>: 5·4·5 → 4.65점</a:t>
            </a:r>
          </a:p>
        </p:txBody>
      </p:sp>
      <p:sp>
        <p:nvSpPr>
          <p:cNvPr id="5" name="">
            <a:extLst xmlns:a="http://schemas.openxmlformats.org/drawingml/2006/main">
              <a:ext uri="{FF2B5EF4-FFF2-40B4-BE49-F238E27FC236}">
                <a16:creationId xmlns:a16="http://schemas.microsoft.com/office/drawing/2014/main" id="{64D73167-815E-412C-BF88-5C5A56D0687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6678C49-5A0C-4482-B9DB-51A0D9E05C5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B10CB92-8473-48A5-B674-23B1CB39C4F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예제에 매긴 점수입니다. 조건이 달라지면 다시 계산합니다.</a:t>
            </a:r>
          </a:p>
        </p:txBody>
      </p:sp>
      <p:sp>
        <p:nvSpPr>
          <p:cNvPr id="8" name="">
            <a:extLst xmlns:a="http://schemas.openxmlformats.org/drawingml/2006/main">
              <a:ext uri="{FF2B5EF4-FFF2-40B4-BE49-F238E27FC236}">
                <a16:creationId xmlns:a16="http://schemas.microsoft.com/office/drawing/2014/main" id="{15CDC05A-95DA-48ED-8A76-CD7A1E4FC52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DE53830-D60E-41BF-B753-80CB4D8EA29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04CE4A5-6E48-4F74-8E7C-96F1E1E335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193057514"/>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0B2280-E856-4B60-89B5-1E63201E05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BE68E47-B3E9-40EE-A8D0-7521529976A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포함 범위와 제외 범위</a:t>
            </a:r>
          </a:p>
        </p:txBody>
      </p:sp>
      <p:sp>
        <p:nvSpPr>
          <p:cNvPr id="3" name="">
            <a:extLst xmlns:a="http://schemas.openxmlformats.org/drawingml/2006/main">
              <a:ext uri="{FF2B5EF4-FFF2-40B4-BE49-F238E27FC236}">
                <a16:creationId xmlns:a16="http://schemas.microsoft.com/office/drawing/2014/main" id="{A6EA5EBB-2F81-41D3-997E-6C075AD2FE29}"/>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만들 기능:</a:t>
            </a:r>
          </a:p>
        </p:txBody>
      </p:sp>
      <p:sp>
        <p:nvSpPr>
          <p:cNvPr id="4" name="">
            <a:extLst xmlns:a="http://schemas.openxmlformats.org/drawingml/2006/main">
              <a:ext uri="{FF2B5EF4-FFF2-40B4-BE49-F238E27FC236}">
                <a16:creationId xmlns:a16="http://schemas.microsoft.com/office/drawing/2014/main" id="{72674849-923B-4AD9-9BE0-C3F016D0B361}"/>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읽기·값 검사·미확인 목록</a:t>
            </a:r>
          </a:p>
        </p:txBody>
      </p:sp>
      <p:sp>
        <p:nvSpPr>
          <p:cNvPr id="5" name="">
            <a:extLst xmlns:a="http://schemas.openxmlformats.org/drawingml/2006/main">
              <a:ext uri="{FF2B5EF4-FFF2-40B4-BE49-F238E27FC236}">
                <a16:creationId xmlns:a16="http://schemas.microsoft.com/office/drawing/2014/main" id="{542D6110-8C76-4744-BE4B-680F2F50D7AA}"/>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3CF1FFF-A4B0-4B51-A76D-7D875F6D206E}"/>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이번에 만들지 않을 기능:</a:t>
            </a:r>
          </a:p>
        </p:txBody>
      </p:sp>
      <p:sp>
        <p:nvSpPr>
          <p:cNvPr id="7" name="">
            <a:extLst xmlns:a="http://schemas.openxmlformats.org/drawingml/2006/main">
              <a:ext uri="{FF2B5EF4-FFF2-40B4-BE49-F238E27FC236}">
                <a16:creationId xmlns:a16="http://schemas.microsoft.com/office/drawing/2014/main" id="{84341FAF-757F-4611-8BFB-3C6300797D95}"/>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카메라·자동 잠금·외부 메시지</a:t>
            </a:r>
          </a:p>
        </p:txBody>
      </p:sp>
      <p:sp>
        <p:nvSpPr>
          <p:cNvPr id="8" name="">
            <a:extLst xmlns:a="http://schemas.openxmlformats.org/drawingml/2006/main">
              <a:ext uri="{FF2B5EF4-FFF2-40B4-BE49-F238E27FC236}">
                <a16:creationId xmlns:a16="http://schemas.microsoft.com/office/drawing/2014/main" id="{99C8804B-7379-43F5-B915-07DE4A2F12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046F68B-0A98-4328-A07C-7A8E3595BA9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FE6EF8EC-DC54-47B8-9588-9B2B90871F6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41823452"/>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7C97F3-46D3-43E4-85BE-118248A7C9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A50217E-6DB7-4CB5-976E-6A75CE4FC7C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대여 요구와 기대 상태</a:t>
            </a:r>
          </a:p>
        </p:txBody>
      </p:sp>
      <p:sp>
        <p:nvSpPr>
          <p:cNvPr id="3" name="">
            <a:extLst xmlns:a="http://schemas.openxmlformats.org/drawingml/2006/main">
              <a:ext uri="{FF2B5EF4-FFF2-40B4-BE49-F238E27FC236}">
                <a16:creationId xmlns:a16="http://schemas.microsoft.com/office/drawing/2014/main" id="{A2F887ED-8051-4754-BFD9-0ED5AC5B39C6}"/>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R01:</a:t>
            </a:r>
          </a:p>
        </p:txBody>
      </p:sp>
      <p:sp>
        <p:nvSpPr>
          <p:cNvPr id="4" name="">
            <a:extLst xmlns:a="http://schemas.openxmlformats.org/drawingml/2006/main">
              <a:ext uri="{FF2B5EF4-FFF2-40B4-BE49-F238E27FC236}">
                <a16:creationId xmlns:a16="http://schemas.microsoft.com/office/drawing/2014/main" id="{6E2698FE-F3E4-4F6C-ABD4-9C277A78AC66}"/>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정상 3건 → ID가 보이는 3행</a:t>
            </a:r>
          </a:p>
        </p:txBody>
      </p:sp>
      <p:sp>
        <p:nvSpPr>
          <p:cNvPr id="5" name="">
            <a:extLst xmlns:a="http://schemas.openxmlformats.org/drawingml/2006/main">
              <a:ext uri="{FF2B5EF4-FFF2-40B4-BE49-F238E27FC236}">
                <a16:creationId xmlns:a16="http://schemas.microsoft.com/office/drawing/2014/main" id="{B2B0986E-3F71-4343-A309-221AC776BA8B}"/>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7736805-9E7D-421E-A371-35945F9B5821}"/>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R02:</a:t>
            </a:r>
          </a:p>
        </p:txBody>
      </p:sp>
      <p:sp>
        <p:nvSpPr>
          <p:cNvPr id="7" name="">
            <a:extLst xmlns:a="http://schemas.openxmlformats.org/drawingml/2006/main">
              <a:ext uri="{FF2B5EF4-FFF2-40B4-BE49-F238E27FC236}">
                <a16:creationId xmlns:a16="http://schemas.microsoft.com/office/drawing/2014/main" id="{13ED73AF-499C-4E8E-BBD6-8C155F534E3E}"/>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updated_at 빈칸</a:t>
            </a:r>
            <a:r>
              <a:t> → </a:t>
            </a:r>
            <a:r>
              <a:rPr b="1">
                <a:solidFill>
                  <a:srgbClr val="002FA7"/>
                </a:solidFill>
              </a:rPr>
              <a:t>review</a:t>
            </a:r>
            <a:r>
              <a:t>와 이유</a:t>
            </a:r>
          </a:p>
        </p:txBody>
      </p:sp>
      <p:sp>
        <p:nvSpPr>
          <p:cNvPr id="8" name="">
            <a:extLst xmlns:a="http://schemas.openxmlformats.org/drawingml/2006/main">
              <a:ext uri="{FF2B5EF4-FFF2-40B4-BE49-F238E27FC236}">
                <a16:creationId xmlns:a16="http://schemas.microsoft.com/office/drawing/2014/main" id="{B065170A-4180-4ABF-AA19-4C8082D185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306AAA-6B04-4244-89B1-50B12B07F0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B8B3E1E4-0148-40C7-936B-6940373733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246899982"/>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EBD1CD-9981-46FE-B0A0-30619D59253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662EC016-1CAF-4964-8391-EDA84F80880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중복 거절과 원문 보존</a:t>
            </a:r>
          </a:p>
        </p:txBody>
      </p:sp>
      <p:sp>
        <p:nvSpPr>
          <p:cNvPr id="3" name="">
            <a:extLst xmlns:a="http://schemas.openxmlformats.org/drawingml/2006/main">
              <a:ext uri="{FF2B5EF4-FFF2-40B4-BE49-F238E27FC236}">
                <a16:creationId xmlns:a16="http://schemas.microsoft.com/office/drawing/2014/main" id="{50C26FF4-5B5D-461D-AAD4-EF9B04D7AD52}"/>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R03:</a:t>
            </a:r>
          </a:p>
        </p:txBody>
      </p:sp>
      <p:sp>
        <p:nvSpPr>
          <p:cNvPr id="4" name="">
            <a:extLst xmlns:a="http://schemas.openxmlformats.org/drawingml/2006/main">
              <a:ext uri="{FF2B5EF4-FFF2-40B4-BE49-F238E27FC236}">
                <a16:creationId xmlns:a16="http://schemas.microsoft.com/office/drawing/2014/main" id="{89D3AD62-2D85-4B06-A8AB-318930845F72}"/>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중복 loan_id → reject</a:t>
            </a:r>
          </a:p>
        </p:txBody>
      </p:sp>
      <p:sp>
        <p:nvSpPr>
          <p:cNvPr id="5" name="">
            <a:extLst xmlns:a="http://schemas.openxmlformats.org/drawingml/2006/main">
              <a:ext uri="{FF2B5EF4-FFF2-40B4-BE49-F238E27FC236}">
                <a16:creationId xmlns:a16="http://schemas.microsoft.com/office/drawing/2014/main" id="{B11333E3-B874-4759-8B1D-8FF990517934}"/>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953FDB1-0787-4401-8A34-C0CCB5CE6FCB}"/>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R04:</a:t>
            </a:r>
          </a:p>
        </p:txBody>
      </p:sp>
      <p:sp>
        <p:nvSpPr>
          <p:cNvPr id="7" name="">
            <a:extLst xmlns:a="http://schemas.openxmlformats.org/drawingml/2006/main">
              <a:ext uri="{FF2B5EF4-FFF2-40B4-BE49-F238E27FC236}">
                <a16:creationId xmlns:a16="http://schemas.microsoft.com/office/drawing/2014/main" id="{2B22C3CB-7E82-4AF3-AD81-72489AC0EA23}"/>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읽기 전후 원문 바이트 불변</a:t>
            </a:r>
          </a:p>
        </p:txBody>
      </p:sp>
      <p:sp>
        <p:nvSpPr>
          <p:cNvPr id="8" name="">
            <a:extLst xmlns:a="http://schemas.openxmlformats.org/drawingml/2006/main">
              <a:ext uri="{FF2B5EF4-FFF2-40B4-BE49-F238E27FC236}">
                <a16:creationId xmlns:a16="http://schemas.microsoft.com/office/drawing/2014/main" id="{478541AC-6712-473D-BAF2-B4217478C61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F037ED5-737F-435B-B17B-98413F332CF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AF49D84E-BDC1-434E-ABCE-6996F2B0F14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685438279"/>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6CC891F-8325-4925-B7F3-2281B136592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B92720C-6DDB-492F-8305-F648F0CA7E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가중 점수 계산 예제</a:t>
            </a:r>
          </a:p>
        </p:txBody>
      </p:sp>
      <p:sp>
        <p:nvSpPr>
          <p:cNvPr id="3" name="">
            <a:extLst xmlns:a="http://schemas.openxmlformats.org/drawingml/2006/main">
              <a:ext uri="{FF2B5EF4-FFF2-40B4-BE49-F238E27FC236}">
                <a16:creationId xmlns:a16="http://schemas.microsoft.com/office/drawing/2014/main" id="{3ECCF07F-E8E0-41A9-8735-0F034FF9C047}"/>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9767569-FE25-4753-9547-4910A9FCBB05}"/>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0F63B1E-3EDE-49DF-A81A-3110A0D443F7}"/>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weights = [0.40, 0.35, 0.25]</a:t>
            </a:r>
          </a:p>
        </p:txBody>
      </p:sp>
      <p:sp>
        <p:nvSpPr>
          <p:cNvPr id="6" name="">
            <a:extLst xmlns:a="http://schemas.openxmlformats.org/drawingml/2006/main">
              <a:ext uri="{FF2B5EF4-FFF2-40B4-BE49-F238E27FC236}">
                <a16:creationId xmlns:a16="http://schemas.microsoft.com/office/drawing/2014/main" id="{08C790CE-87DB-4B2B-AD5C-D8DACC1D4ADB}"/>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5DF0F8E6-D709-4590-9201-E47ADA7A72DB}"/>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scores = [5, 4, 5]</a:t>
            </a:r>
          </a:p>
        </p:txBody>
      </p:sp>
      <p:sp>
        <p:nvSpPr>
          <p:cNvPr id="8" name="">
            <a:extLst xmlns:a="http://schemas.openxmlformats.org/drawingml/2006/main">
              <a:ext uri="{FF2B5EF4-FFF2-40B4-BE49-F238E27FC236}">
                <a16:creationId xmlns:a16="http://schemas.microsoft.com/office/drawing/2014/main" id="{A92A121C-D136-48EC-ABF0-2F203E332D52}"/>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85FA44FE-D323-476C-A472-24FF75F7343A}"/>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total = 0</a:t>
            </a:r>
          </a:p>
        </p:txBody>
      </p:sp>
      <p:sp>
        <p:nvSpPr>
          <p:cNvPr id="10" name="">
            <a:extLst xmlns:a="http://schemas.openxmlformats.org/drawingml/2006/main">
              <a:ext uri="{FF2B5EF4-FFF2-40B4-BE49-F238E27FC236}">
                <a16:creationId xmlns:a16="http://schemas.microsoft.com/office/drawing/2014/main" id="{E1531F8D-4503-40FA-9801-37A528B07461}"/>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5C68A00C-6DC2-40F8-9987-A133C89B77BC}"/>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index </a:t>
            </a:r>
            <a:r>
              <a:rPr b="1">
                <a:solidFill>
                  <a:srgbClr val="FFFFFF"/>
                </a:solidFill>
              </a:rPr>
              <a:t>in</a:t>
            </a:r>
            <a:r>
              <a:rPr>
                <a:solidFill>
                  <a:srgbClr val="FFFFFF"/>
                </a:solidFill>
              </a:rPr>
              <a:t> range(3):</a:t>
            </a:r>
          </a:p>
        </p:txBody>
      </p:sp>
      <p:sp>
        <p:nvSpPr>
          <p:cNvPr id="12" name="">
            <a:extLst xmlns:a="http://schemas.openxmlformats.org/drawingml/2006/main">
              <a:ext uri="{FF2B5EF4-FFF2-40B4-BE49-F238E27FC236}">
                <a16:creationId xmlns:a16="http://schemas.microsoft.com/office/drawing/2014/main" id="{1D3EDE70-157F-4B44-8B73-1E25DC894EC3}"/>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3A32FA11-4EFB-4909-834C-7FE93445630E}"/>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total = total + weights[index] * scores[index]</a:t>
            </a:r>
          </a:p>
        </p:txBody>
      </p:sp>
      <p:sp>
        <p:nvSpPr>
          <p:cNvPr id="14" name="">
            <a:extLst xmlns:a="http://schemas.openxmlformats.org/drawingml/2006/main">
              <a:ext uri="{FF2B5EF4-FFF2-40B4-BE49-F238E27FC236}">
                <a16:creationId xmlns:a16="http://schemas.microsoft.com/office/drawing/2014/main" id="{22146D6D-A178-4B93-B7A1-43F6A9AFB6F4}"/>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178E337B-F8D2-40EB-9623-B34B26DA09B6}"/>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print(round(total, 2))</a:t>
            </a:r>
          </a:p>
        </p:txBody>
      </p:sp>
      <p:sp>
        <p:nvSpPr>
          <p:cNvPr id="16" name="">
            <a:extLst xmlns:a="http://schemas.openxmlformats.org/drawingml/2006/main">
              <a:ext uri="{FF2B5EF4-FFF2-40B4-BE49-F238E27FC236}">
                <a16:creationId xmlns:a16="http://schemas.microsoft.com/office/drawing/2014/main" id="{0ACDBFB4-06BD-41BD-BF63-1F921B009F9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5F3F94C-FA74-494F-A7DB-3729A55AF78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8" name="">
            <a:extLst xmlns:a="http://schemas.openxmlformats.org/drawingml/2006/main">
              <a:ext uri="{FF2B5EF4-FFF2-40B4-BE49-F238E27FC236}">
                <a16:creationId xmlns:a16="http://schemas.microsoft.com/office/drawing/2014/main" id="{A5F26120-34BA-468D-82A1-9270ADC95A2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451323512"/>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A4C6699F-CE70-4263-825C-23C45CAC6C9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E97BA2ED-BCD8-4712-A4BF-36A187668FC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F3BF5A5C-1ACB-4BEE-B984-3A4EB089B123}"/>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0C0659B7-27D8-4099-8626-55385C35B8B9}"/>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가중치·점수·합계를 준비합니다.</a:t>
            </a:r>
          </a:p>
        </p:txBody>
      </p:sp>
      <p:sp>
        <p:nvSpPr>
          <p:cNvPr id="5" name="">
            <a:extLst xmlns:a="http://schemas.openxmlformats.org/drawingml/2006/main">
              <a:ext uri="{FF2B5EF4-FFF2-40B4-BE49-F238E27FC236}">
                <a16:creationId xmlns:a16="http://schemas.microsoft.com/office/drawing/2014/main" id="{F554B975-9A19-4842-938F-8CBE068651B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20CF99E-1F50-4E67-A1A0-D2EE9A8C9339}"/>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4행:</a:t>
            </a:r>
          </a:p>
        </p:txBody>
      </p:sp>
      <p:sp>
        <p:nvSpPr>
          <p:cNvPr id="7" name="">
            <a:extLst xmlns:a="http://schemas.openxmlformats.org/drawingml/2006/main">
              <a:ext uri="{FF2B5EF4-FFF2-40B4-BE49-F238E27FC236}">
                <a16:creationId xmlns:a16="http://schemas.microsoft.com/office/drawing/2014/main" id="{0B0ED22D-842F-4CD6-889B-19F96688F920}"/>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번호 0·1·2를 반복합니다.</a:t>
            </a:r>
          </a:p>
        </p:txBody>
      </p:sp>
      <p:sp>
        <p:nvSpPr>
          <p:cNvPr id="8" name="">
            <a:extLst xmlns:a="http://schemas.openxmlformats.org/drawingml/2006/main">
              <a:ext uri="{FF2B5EF4-FFF2-40B4-BE49-F238E27FC236}">
                <a16:creationId xmlns:a16="http://schemas.microsoft.com/office/drawing/2014/main" id="{7ACEB39C-00D3-4FB2-A4D8-E4B272B006FE}"/>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B7BB751-25F8-4211-9337-A21AC27A1FF6}"/>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5행:</a:t>
            </a:r>
          </a:p>
        </p:txBody>
      </p:sp>
      <p:sp>
        <p:nvSpPr>
          <p:cNvPr id="10" name="">
            <a:extLst xmlns:a="http://schemas.openxmlformats.org/drawingml/2006/main">
              <a:ext uri="{FF2B5EF4-FFF2-40B4-BE49-F238E27FC236}">
                <a16:creationId xmlns:a16="http://schemas.microsoft.com/office/drawing/2014/main" id="{3AA979B4-6F0E-416B-86EA-B58BB7858440}"/>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기준의 값을 곱해 더합니다.</a:t>
            </a:r>
          </a:p>
        </p:txBody>
      </p:sp>
      <p:sp>
        <p:nvSpPr>
          <p:cNvPr id="11" name="">
            <a:extLst xmlns:a="http://schemas.openxmlformats.org/drawingml/2006/main">
              <a:ext uri="{FF2B5EF4-FFF2-40B4-BE49-F238E27FC236}">
                <a16:creationId xmlns:a16="http://schemas.microsoft.com/office/drawing/2014/main" id="{A5F3BDA4-1218-44E9-B998-E0DFD52CF4CC}"/>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1DD36F1-7CB4-44EC-99B8-FC32B7FFE27D}"/>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3" name="">
            <a:extLst xmlns:a="http://schemas.openxmlformats.org/drawingml/2006/main">
              <a:ext uri="{FF2B5EF4-FFF2-40B4-BE49-F238E27FC236}">
                <a16:creationId xmlns:a16="http://schemas.microsoft.com/office/drawing/2014/main" id="{18ACF1B4-C077-4897-88BC-571228A43DC0}"/>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점수를 반올림해 출력합니다.</a:t>
            </a:r>
          </a:p>
        </p:txBody>
      </p:sp>
      <p:sp>
        <p:nvSpPr>
          <p:cNvPr id="14" name="">
            <a:extLst xmlns:a="http://schemas.openxmlformats.org/drawingml/2006/main">
              <a:ext uri="{FF2B5EF4-FFF2-40B4-BE49-F238E27FC236}">
                <a16:creationId xmlns:a16="http://schemas.microsoft.com/office/drawing/2014/main" id="{A9472DBE-6E0B-46C7-A54F-CE99D5A11BD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E7ED3C5-3E93-4288-8C63-2DD839EF640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9C0D5B46-3145-45C0-AD0B-1F6BD7EA4DA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197208947"/>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4972EC3-BAD0-420E-8A06-23B4D832ABC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3792844-9CD6-4E09-8F1C-F79D0DF3CB5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D06090E1-A7B4-4894-ADE2-CDA82EAE2029}"/>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6D71C44-2435-4535-A6BF-04EF2BBF35A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9EFEEAF0-16DB-47DA-A835-E3E0CAF48BD5}"/>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3C474A-8729-44DE-A491-C0EEF19A6DB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D85E3A1-C21C-4349-80D6-DA819CB529C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work/option_trace.py</a:t>
            </a:r>
          </a:p>
        </p:txBody>
      </p:sp>
      <p:sp>
        <p:nvSpPr>
          <p:cNvPr id="8" name="">
            <a:extLst xmlns:a="http://schemas.openxmlformats.org/drawingml/2006/main">
              <a:ext uri="{FF2B5EF4-FFF2-40B4-BE49-F238E27FC236}">
                <a16:creationId xmlns:a16="http://schemas.microsoft.com/office/drawing/2014/main" id="{65F77384-8DC0-4546-BF2D-0C9B745E9CF2}"/>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3FA9E8E-54E4-46AB-B8E7-DBAF04299232}"/>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511FC1FF-E38D-4CAE-A035-81B4D2CF1B3D}"/>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work/option_trace.py</a:t>
            </a:r>
          </a:p>
        </p:txBody>
      </p:sp>
      <p:sp>
        <p:nvSpPr>
          <p:cNvPr id="11" name="">
            <a:extLst xmlns:a="http://schemas.openxmlformats.org/drawingml/2006/main">
              <a:ext uri="{FF2B5EF4-FFF2-40B4-BE49-F238E27FC236}">
                <a16:creationId xmlns:a16="http://schemas.microsoft.com/office/drawing/2014/main" id="{4AABF63A-C1B6-4D9B-99E1-4B6110CBC14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1288BA5-5D5A-408E-A673-3BD7DEF31E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368869DC-A41B-4DF1-A0DC-0C506A3866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1018618458"/>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57A0DE3-5A77-4FAF-A2CD-50AE4610908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CAE4E4E2-FDA6-403C-82C0-0BA0181B2FC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C7D57231-62C6-44CC-8566-F6606C7C9C63}"/>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6288429-D853-44D0-B3B4-9A22FA01A5DE}"/>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2.00 + 1.40 + 1.25 = 4.65</a:t>
            </a:r>
          </a:p>
        </p:txBody>
      </p:sp>
      <p:sp>
        <p:nvSpPr>
          <p:cNvPr id="5" name="">
            <a:extLst xmlns:a="http://schemas.openxmlformats.org/drawingml/2006/main">
              <a:ext uri="{FF2B5EF4-FFF2-40B4-BE49-F238E27FC236}">
                <a16:creationId xmlns:a16="http://schemas.microsoft.com/office/drawing/2014/main" id="{49935D06-8F76-4D9B-BAAA-5114A1B973BB}"/>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가중치를 정한 이유와 각 점수를 준 이유를 적으세요.</a:t>
            </a:r>
          </a:p>
        </p:txBody>
      </p:sp>
      <p:sp>
        <p:nvSpPr>
          <p:cNvPr id="6" name="">
            <a:extLst xmlns:a="http://schemas.openxmlformats.org/drawingml/2006/main">
              <a:ext uri="{FF2B5EF4-FFF2-40B4-BE49-F238E27FC236}">
                <a16:creationId xmlns:a16="http://schemas.microsoft.com/office/drawing/2014/main" id="{7E12205A-7C50-45A3-97A3-79B47B7CEE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15A2FCD-9BE5-4EFA-B740-4188A89D0B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E7EA68AC-478D-4556-8487-28042C84192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302067530"/>
      </p:ext>
    </p:extLst>
  </p:cSld>
</p:sld>
</file>

<file path=ppt/slides/slide3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F76FED-FAF4-45AD-BC69-48738FAEA03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75BCBA67-DD0F-41D8-B12C-3CBB506C0DC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C6750795-266B-4BA6-8787-B3F5E049B4F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후보 D: 점수 4·5·3</a:t>
            </a:r>
          </a:p>
        </p:txBody>
      </p:sp>
      <p:sp>
        <p:nvSpPr>
          <p:cNvPr id="4" name="">
            <a:extLst xmlns:a="http://schemas.openxmlformats.org/drawingml/2006/main">
              <a:ext uri="{FF2B5EF4-FFF2-40B4-BE49-F238E27FC236}">
                <a16:creationId xmlns:a16="http://schemas.microsoft.com/office/drawing/2014/main" id="{75CDBD1E-63BE-4727-90A2-566007EB231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같은 가중치의 점수를 계산하세요.</a:t>
            </a:r>
          </a:p>
        </p:txBody>
      </p:sp>
      <p:sp>
        <p:nvSpPr>
          <p:cNvPr id="5" name="">
            <a:extLst xmlns:a="http://schemas.openxmlformats.org/drawingml/2006/main">
              <a:ext uri="{FF2B5EF4-FFF2-40B4-BE49-F238E27FC236}">
                <a16:creationId xmlns:a16="http://schemas.microsoft.com/office/drawing/2014/main" id="{3EAF159A-2EC7-480C-922D-6F1B99A7D6D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60EF364-554A-4B76-B1F6-7A141445722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AFC016F3-FC86-4319-876B-1D3D8F7D331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031</a:t>
            </a:r>
          </a:p>
        </p:txBody>
      </p:sp>
    </p:spTree>
    <p:extLst>
      <p:ext uri="{BB962C8B-B14F-4D97-AF65-F5344CB8AC3E}">
        <p14:creationId xmlns:p14="http://schemas.microsoft.com/office/powerpoint/2010/main" val="570807833"/>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FB9B65A-D976-4C4F-96CF-9684F1DB740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3EAA7FE9-730A-42A8-9BA6-B4A3E066DF2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a:t>
            </a:r>
          </a:p>
        </p:txBody>
      </p:sp>
      <p:sp>
        <p:nvSpPr>
          <p:cNvPr id="3" name="">
            <a:extLst xmlns:a="http://schemas.openxmlformats.org/drawingml/2006/main">
              <a:ext uri="{FF2B5EF4-FFF2-40B4-BE49-F238E27FC236}">
                <a16:creationId xmlns:a16="http://schemas.microsoft.com/office/drawing/2014/main" id="{4DC8644C-5A91-4B31-A4A7-8473C2A0D06F}"/>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1.60 + 1.75 + 0.75 = 4.10</a:t>
            </a:r>
          </a:p>
        </p:txBody>
      </p:sp>
      <p:sp>
        <p:nvSpPr>
          <p:cNvPr id="4" name="">
            <a:extLst xmlns:a="http://schemas.openxmlformats.org/drawingml/2006/main">
              <a:ext uri="{FF2B5EF4-FFF2-40B4-BE49-F238E27FC236}">
                <a16:creationId xmlns:a16="http://schemas.microsoft.com/office/drawing/2014/main" id="{E3138983-2905-4CEE-AFEF-F78836A20738}"/>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4.10을 성공 확률 41%로 쓰지 않습니다.</a:t>
            </a:r>
          </a:p>
        </p:txBody>
      </p:sp>
      <p:sp>
        <p:nvSpPr>
          <p:cNvPr id="5" name="">
            <a:extLst xmlns:a="http://schemas.openxmlformats.org/drawingml/2006/main">
              <a:ext uri="{FF2B5EF4-FFF2-40B4-BE49-F238E27FC236}">
                <a16:creationId xmlns:a16="http://schemas.microsoft.com/office/drawing/2014/main" id="{F120821F-7E65-4C18-A9E4-3FEE4CDBD5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4508A8F-AF55-4F6C-BC39-99F2B643ED0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2FF28800-413F-4C5B-ABC3-456F3407CB4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313678917"/>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5574C6-C1CC-4112-AD4A-83E945AC9D3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120BD132-E90E-4E36-9FF9-0BE2326C144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조건을 바꿔 보기</a:t>
            </a:r>
          </a:p>
        </p:txBody>
      </p:sp>
      <p:sp>
        <p:nvSpPr>
          <p:cNvPr id="3" name="">
            <a:extLst xmlns:a="http://schemas.openxmlformats.org/drawingml/2006/main">
              <a:ext uri="{FF2B5EF4-FFF2-40B4-BE49-F238E27FC236}">
                <a16:creationId xmlns:a16="http://schemas.microsoft.com/office/drawing/2014/main" id="{7FE2E82B-9926-4305-870C-881D1AACE44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scores를 [3,4,4]로 바꿉니다.</a:t>
            </a:r>
          </a:p>
        </p:txBody>
      </p:sp>
      <p:sp>
        <p:nvSpPr>
          <p:cNvPr id="4" name="">
            <a:extLst xmlns:a="http://schemas.openxmlformats.org/drawingml/2006/main">
              <a:ext uri="{FF2B5EF4-FFF2-40B4-BE49-F238E27FC236}">
                <a16:creationId xmlns:a16="http://schemas.microsoft.com/office/drawing/2014/main" id="{760262CE-3699-41C6-BECC-F34D6CD75296}"/>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점수는 3.60입니다.</a:t>
            </a:r>
          </a:p>
        </p:txBody>
      </p:sp>
      <p:sp>
        <p:nvSpPr>
          <p:cNvPr id="5" name="">
            <a:extLst xmlns:a="http://schemas.openxmlformats.org/drawingml/2006/main">
              <a:ext uri="{FF2B5EF4-FFF2-40B4-BE49-F238E27FC236}">
                <a16:creationId xmlns:a16="http://schemas.microsoft.com/office/drawing/2014/main" id="{76C12C62-F2A6-4F09-8ABF-4BEBE7C07CF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5F63908-95C0-4BC3-AC91-FF49A72A9E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8F85EE0B-14D1-46EA-A644-6D89A87A41B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1025517594"/>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BECA554-E8C5-47C0-B2E6-38034A66AA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39CD352-AF98-476D-9EDA-52BFF68BED0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잘못 쓰기 쉬운 내용</a:t>
            </a:r>
          </a:p>
        </p:txBody>
      </p:sp>
      <p:sp>
        <p:nvSpPr>
          <p:cNvPr id="3" name="">
            <a:extLst xmlns:a="http://schemas.openxmlformats.org/drawingml/2006/main">
              <a:ext uri="{FF2B5EF4-FFF2-40B4-BE49-F238E27FC236}">
                <a16:creationId xmlns:a16="http://schemas.microsoft.com/office/drawing/2014/main" id="{FC9A5F4C-001A-4661-9A1B-41C76F80EF1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631951A-9173-441C-B4D0-78D06CA8877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“편하고 빠르게”만으로는 무엇을 확인할지 알 수 없습니다.</a:t>
            </a:r>
          </a:p>
        </p:txBody>
      </p:sp>
      <p:sp>
        <p:nvSpPr>
          <p:cNvPr id="5" name="">
            <a:extLst xmlns:a="http://schemas.openxmlformats.org/drawingml/2006/main">
              <a:ext uri="{FF2B5EF4-FFF2-40B4-BE49-F238E27FC236}">
                <a16:creationId xmlns:a16="http://schemas.microsoft.com/office/drawing/2014/main" id="{14687582-440C-4076-BE48-D03F4A5CF39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5CC7D2-6F79-45D2-9CE8-F2931EDF7A7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04CC6FF-1F65-416C-BDE2-EF9D0C2F62E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시험에 쓸 입력, 나와야 할 결과, 측정 방법을 적으세요.</a:t>
            </a:r>
          </a:p>
        </p:txBody>
      </p:sp>
      <p:sp>
        <p:nvSpPr>
          <p:cNvPr id="8" name="">
            <a:extLst xmlns:a="http://schemas.openxmlformats.org/drawingml/2006/main">
              <a:ext uri="{FF2B5EF4-FFF2-40B4-BE49-F238E27FC236}">
                <a16:creationId xmlns:a16="http://schemas.microsoft.com/office/drawing/2014/main" id="{3E37A21F-1FCC-46CD-9AF7-1942D651090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28A5775-1BDE-41D0-B059-EF8E99EA851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B3A67767-757E-4182-91A8-3ACAB533474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735329681"/>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F19F941-E1C5-467C-98A6-1E38C102DB2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9D14430-1728-4D4F-8FAA-B6BC56704C9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17B86FC4-621C-40D8-96FD-52D4228CB9C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이번에 만들 기능과 만들지 않을 기능을 말해 보세요.</a:t>
            </a:r>
          </a:p>
        </p:txBody>
      </p:sp>
      <p:sp>
        <p:nvSpPr>
          <p:cNvPr id="4" name="">
            <a:extLst xmlns:a="http://schemas.openxmlformats.org/drawingml/2006/main">
              <a:ext uri="{FF2B5EF4-FFF2-40B4-BE49-F238E27FC236}">
                <a16:creationId xmlns:a16="http://schemas.microsoft.com/office/drawing/2014/main" id="{F3BAC443-E2A9-47F4-8B7E-4BEDDBD7B20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입력이 잘못됐을 때의 처리도 정해야 하는 이유는?</a:t>
            </a:r>
          </a:p>
        </p:txBody>
      </p:sp>
      <p:sp>
        <p:nvSpPr>
          <p:cNvPr id="5" name="">
            <a:extLst xmlns:a="http://schemas.openxmlformats.org/drawingml/2006/main">
              <a:ext uri="{FF2B5EF4-FFF2-40B4-BE49-F238E27FC236}">
                <a16:creationId xmlns:a16="http://schemas.microsoft.com/office/drawing/2014/main" id="{5E248639-88B6-42C9-A3FB-D5CADD5A0E0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03FC8E1-C562-41E1-A8E2-8998284BA5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34C75273-853E-4C1C-B5CD-186D297B48A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1613926772"/>
      </p:ext>
    </p:extLst>
  </p:cSld>
</p:sld>
</file>

<file path=ppt/slides/slide3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4C442D-3A93-413F-A621-2AE8410B3DD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0CE6EFF-56D7-4E1D-9022-6C6B2C11436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7331143B-1E16-41C0-8D71-B29E1BC9512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카메라 기능 추가 요청</a:t>
            </a:r>
          </a:p>
        </p:txBody>
      </p:sp>
      <p:sp>
        <p:nvSpPr>
          <p:cNvPr id="4" name="">
            <a:extLst xmlns:a="http://schemas.openxmlformats.org/drawingml/2006/main">
              <a:ext uri="{FF2B5EF4-FFF2-40B4-BE49-F238E27FC236}">
                <a16:creationId xmlns:a16="http://schemas.microsoft.com/office/drawing/2014/main" id="{9FC10593-9492-45FF-8112-EAFCF405735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데이터·시험·일정에 주는 영향을 쓰세요.</a:t>
            </a:r>
          </a:p>
        </p:txBody>
      </p:sp>
      <p:sp>
        <p:nvSpPr>
          <p:cNvPr id="5" name="">
            <a:extLst xmlns:a="http://schemas.openxmlformats.org/drawingml/2006/main">
              <a:ext uri="{FF2B5EF4-FFF2-40B4-BE49-F238E27FC236}">
                <a16:creationId xmlns:a16="http://schemas.microsoft.com/office/drawing/2014/main" id="{A67DF12A-2AC3-4520-9CDE-0990597A5C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FB088B-ADFA-43BA-8662-61551E686D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A7D09AA1-F8F2-4AEE-923D-B8E4CFC3FD6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036</a:t>
            </a:r>
          </a:p>
        </p:txBody>
      </p:sp>
    </p:spTree>
    <p:extLst>
      <p:ext uri="{BB962C8B-B14F-4D97-AF65-F5344CB8AC3E}">
        <p14:creationId xmlns:p14="http://schemas.microsoft.com/office/powerpoint/2010/main" val="634848324"/>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E953F4-9F23-4039-A1D9-485255828B4B}"/>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777FFB4-DA0A-45FD-B120-A583E3F8587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2FCA48F5-13EF-49B6-A1E8-51FAD922ACC0}"/>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95EE5B1-7633-4562-94E2-AE1B63C6201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데이터·흐름·오류 화면</a:t>
            </a:r>
          </a:p>
        </p:txBody>
      </p:sp>
      <p:sp>
        <p:nvSpPr>
          <p:cNvPr id="5" name="">
            <a:extLst xmlns:a="http://schemas.openxmlformats.org/drawingml/2006/main">
              <a:ext uri="{FF2B5EF4-FFF2-40B4-BE49-F238E27FC236}">
                <a16:creationId xmlns:a16="http://schemas.microsoft.com/office/drawing/2014/main" id="{150E4CB4-DEFA-44E6-84F5-1C0F4E937A1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EB7112-21F5-4022-B8A0-5A56610B3E88}"/>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C496C87E-98BF-4243-ABD5-F46258DCD73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302F7D1A-C8D6-49FA-A283-0BCDBFB46256}"/>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설명 → 예제 따라 하기 → 직접 해 보기 → 풀이</a:t>
            </a:r>
          </a:p>
        </p:txBody>
      </p:sp>
      <p:sp>
        <p:nvSpPr>
          <p:cNvPr id="9" name="">
            <a:extLst xmlns:a="http://schemas.openxmlformats.org/drawingml/2006/main">
              <a:ext uri="{FF2B5EF4-FFF2-40B4-BE49-F238E27FC236}">
                <a16:creationId xmlns:a16="http://schemas.microsoft.com/office/drawing/2014/main" id="{8DC0429F-2B5A-48C1-9A95-233EDF5B8D38}"/>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35BFCCD3-CB05-4DB1-B5C7-75E0A020A02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1204004611"/>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859A2C-A10B-4D3A-98FC-7249EA4528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64A01CB-C92D-4404-8394-33CC0F25E37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대여 키와 물품 식별자</a:t>
            </a:r>
          </a:p>
        </p:txBody>
      </p:sp>
      <p:sp>
        <p:nvSpPr>
          <p:cNvPr id="3" name="">
            <a:extLst xmlns:a="http://schemas.openxmlformats.org/drawingml/2006/main">
              <a:ext uri="{FF2B5EF4-FFF2-40B4-BE49-F238E27FC236}">
                <a16:creationId xmlns:a16="http://schemas.microsoft.com/office/drawing/2014/main" id="{E176370C-7831-4E21-B1EF-6B81F59D2B74}"/>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loan_id:</a:t>
            </a:r>
          </a:p>
        </p:txBody>
      </p:sp>
      <p:sp>
        <p:nvSpPr>
          <p:cNvPr id="4" name="">
            <a:extLst xmlns:a="http://schemas.openxmlformats.org/drawingml/2006/main">
              <a:ext uri="{FF2B5EF4-FFF2-40B4-BE49-F238E27FC236}">
                <a16:creationId xmlns:a16="http://schemas.microsoft.com/office/drawing/2014/main" id="{54C91945-5E39-4903-9CBE-3F912FA57160}"/>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대여 한 건의 키</a:t>
            </a:r>
          </a:p>
        </p:txBody>
      </p:sp>
      <p:sp>
        <p:nvSpPr>
          <p:cNvPr id="5" name="">
            <a:extLst xmlns:a="http://schemas.openxmlformats.org/drawingml/2006/main">
              <a:ext uri="{FF2B5EF4-FFF2-40B4-BE49-F238E27FC236}">
                <a16:creationId xmlns:a16="http://schemas.microsoft.com/office/drawing/2014/main" id="{05CEEFC4-586C-45EC-96A6-9D00A37A7E01}"/>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DABD29-690A-43AD-B221-976B305CCF02}"/>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item_id:</a:t>
            </a:r>
          </a:p>
        </p:txBody>
      </p:sp>
      <p:sp>
        <p:nvSpPr>
          <p:cNvPr id="7" name="">
            <a:extLst xmlns:a="http://schemas.openxmlformats.org/drawingml/2006/main">
              <a:ext uri="{FF2B5EF4-FFF2-40B4-BE49-F238E27FC236}">
                <a16:creationId xmlns:a16="http://schemas.microsoft.com/office/drawing/2014/main" id="{7A5A2285-77B1-411C-9F59-4D1F1D1DAACB}"/>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물품의 식별자</a:t>
            </a:r>
          </a:p>
        </p:txBody>
      </p:sp>
      <p:sp>
        <p:nvSpPr>
          <p:cNvPr id="8" name="">
            <a:extLst xmlns:a="http://schemas.openxmlformats.org/drawingml/2006/main">
              <a:ext uri="{FF2B5EF4-FFF2-40B4-BE49-F238E27FC236}">
                <a16:creationId xmlns:a16="http://schemas.microsoft.com/office/drawing/2014/main" id="{E001924E-0E90-432D-8A48-16027AF8167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FE4E81-85F2-410D-B0C4-D9B2DC7BF2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5BA3E3C-9E65-47F9-A8CE-55694921BA2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257405402"/>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E42B25C-101C-4579-8DAF-F50FA5EDFA7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89CE6E16-E9CE-468E-A045-2F685A74F15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물품 중복과 기록 중복</a:t>
            </a:r>
          </a:p>
        </p:txBody>
      </p:sp>
      <p:sp>
        <p:nvSpPr>
          <p:cNvPr id="3" name="">
            <a:extLst xmlns:a="http://schemas.openxmlformats.org/drawingml/2006/main">
              <a:ext uri="{FF2B5EF4-FFF2-40B4-BE49-F238E27FC236}">
                <a16:creationId xmlns:a16="http://schemas.microsoft.com/office/drawing/2014/main" id="{F995D3A4-C710-43DF-856F-F9AB4A690DFE}"/>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6D379F1-412A-425C-B1A3-ED5A9419E2FB}"/>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다른 loan_id의 같은 item_id는 가능</a:t>
            </a:r>
          </a:p>
        </p:txBody>
      </p:sp>
      <p:sp>
        <p:nvSpPr>
          <p:cNvPr id="5" name="">
            <a:extLst xmlns:a="http://schemas.openxmlformats.org/drawingml/2006/main">
              <a:ext uri="{FF2B5EF4-FFF2-40B4-BE49-F238E27FC236}">
                <a16:creationId xmlns:a16="http://schemas.microsoft.com/office/drawing/2014/main" id="{28319E15-C6FE-4BBA-9A9D-F1E9B2ADB70F}"/>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같은 loan_id가 두 행에 있으면 중복 오류로 처리</a:t>
            </a:r>
          </a:p>
        </p:txBody>
      </p:sp>
      <p:sp>
        <p:nvSpPr>
          <p:cNvPr id="6" name="">
            <a:extLst xmlns:a="http://schemas.openxmlformats.org/drawingml/2006/main">
              <a:ext uri="{FF2B5EF4-FFF2-40B4-BE49-F238E27FC236}">
                <a16:creationId xmlns:a16="http://schemas.microsoft.com/office/drawing/2014/main" id="{36F87E7B-A7D1-4C06-8D6B-DD2B8867206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CDDBAE0-FADC-4ED5-A633-78E9E3C8093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7CA31C05-EA5F-43A5-A885-7E6E19899F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498567202"/>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B5D661E-6019-467E-919C-F08EE971450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2DA02AE-BFD4-489F-BFEB-0C5FFAFF1A8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updated_at과 기록 갱신</a:t>
            </a:r>
          </a:p>
        </p:txBody>
      </p:sp>
      <p:sp>
        <p:nvSpPr>
          <p:cNvPr id="3" name="">
            <a:extLst xmlns:a="http://schemas.openxmlformats.org/drawingml/2006/main">
              <a:ext uri="{FF2B5EF4-FFF2-40B4-BE49-F238E27FC236}">
                <a16:creationId xmlns:a16="http://schemas.microsoft.com/office/drawing/2014/main" id="{BE49C874-9ED4-435F-8311-DDC6ED405FAA}"/>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F058181-53B7-407C-919E-668BA0D11D1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updated_at만으로 반납 시각이나 반납 여부를 알 수 없습니다.</a:t>
            </a:r>
          </a:p>
        </p:txBody>
      </p:sp>
      <p:sp>
        <p:nvSpPr>
          <p:cNvPr id="5" name="">
            <a:extLst xmlns:a="http://schemas.openxmlformats.org/drawingml/2006/main">
              <a:ext uri="{FF2B5EF4-FFF2-40B4-BE49-F238E27FC236}">
                <a16:creationId xmlns:a16="http://schemas.microsoft.com/office/drawing/2014/main" id="{47F28968-B141-4DE5-9123-A7C679A0E2B9}"/>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status</a:t>
            </a:r>
            <a:r>
              <a:t>와 함께 원문 그대로 읽습니다.</a:t>
            </a:r>
          </a:p>
        </p:txBody>
      </p:sp>
      <p:sp>
        <p:nvSpPr>
          <p:cNvPr id="6" name="">
            <a:extLst xmlns:a="http://schemas.openxmlformats.org/drawingml/2006/main">
              <a:ext uri="{FF2B5EF4-FFF2-40B4-BE49-F238E27FC236}">
                <a16:creationId xmlns:a16="http://schemas.microsoft.com/office/drawing/2014/main" id="{E2CCF3B9-26FC-47E2-B595-6B9BCA1D672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D53A516-B382-4487-A4BC-97E58C343FF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706050D5-55A2-4DFD-80C2-4455C8DE9A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802880243"/>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D4062F-972C-4C6C-8DC6-68F5B372C9E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1AE5E87-D946-4874-895C-90386F49426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status와 review·reject</a:t>
            </a:r>
          </a:p>
        </p:txBody>
      </p:sp>
      <p:sp>
        <p:nvSpPr>
          <p:cNvPr id="3" name="">
            <a:extLst xmlns:a="http://schemas.openxmlformats.org/drawingml/2006/main">
              <a:ext uri="{FF2B5EF4-FFF2-40B4-BE49-F238E27FC236}">
                <a16:creationId xmlns:a16="http://schemas.microsoft.com/office/drawing/2014/main" id="{31135F4A-4141-4C59-9B7D-CFD7A6545204}"/>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status:</a:t>
            </a:r>
          </a:p>
        </p:txBody>
      </p:sp>
      <p:sp>
        <p:nvSpPr>
          <p:cNvPr id="4" name="">
            <a:extLst xmlns:a="http://schemas.openxmlformats.org/drawingml/2006/main">
              <a:ext uri="{FF2B5EF4-FFF2-40B4-BE49-F238E27FC236}">
                <a16:creationId xmlns:a16="http://schemas.microsoft.com/office/drawing/2014/main" id="{3649A3E7-AC46-43C6-A284-221754605130}"/>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checked_out · returned · unknown</a:t>
            </a:r>
          </a:p>
        </p:txBody>
      </p:sp>
      <p:sp>
        <p:nvSpPr>
          <p:cNvPr id="5" name="">
            <a:extLst xmlns:a="http://schemas.openxmlformats.org/drawingml/2006/main">
              <a:ext uri="{FF2B5EF4-FFF2-40B4-BE49-F238E27FC236}">
                <a16:creationId xmlns:a16="http://schemas.microsoft.com/office/drawing/2014/main" id="{4AAAC882-A1E2-42F8-9810-FC9750CC0635}"/>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B5EC4AF-92DB-43FB-8C6C-0E53105F2741}"/>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처리 결과:</a:t>
            </a:r>
          </a:p>
        </p:txBody>
      </p:sp>
      <p:sp>
        <p:nvSpPr>
          <p:cNvPr id="7" name="">
            <a:extLst xmlns:a="http://schemas.openxmlformats.org/drawingml/2006/main">
              <a:ext uri="{FF2B5EF4-FFF2-40B4-BE49-F238E27FC236}">
                <a16:creationId xmlns:a16="http://schemas.microsoft.com/office/drawing/2014/main" id="{048C8FBE-3DAE-44F1-A0EB-985023BEF59E}"/>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review · reject</a:t>
            </a:r>
          </a:p>
        </p:txBody>
      </p:sp>
      <p:sp>
        <p:nvSpPr>
          <p:cNvPr id="8" name="">
            <a:extLst xmlns:a="http://schemas.openxmlformats.org/drawingml/2006/main">
              <a:ext uri="{FF2B5EF4-FFF2-40B4-BE49-F238E27FC236}">
                <a16:creationId xmlns:a16="http://schemas.microsoft.com/office/drawing/2014/main" id="{7E594849-F46C-4F06-A61A-1ECAB857A5E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1799AD4-B551-4055-9B44-3B0511B679A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E9E99ED9-2454-43EB-A281-34B20BB22D0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847780231"/>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4187DF-8215-4D2A-9131-E06CFEFF712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26C264AD-924C-4928-A87B-D2889E5AA5B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읽기와 값 검사</a:t>
            </a:r>
          </a:p>
        </p:txBody>
      </p:sp>
      <p:sp>
        <p:nvSpPr>
          <p:cNvPr id="3" name="">
            <a:extLst xmlns:a="http://schemas.openxmlformats.org/drawingml/2006/main">
              <a:ext uri="{FF2B5EF4-FFF2-40B4-BE49-F238E27FC236}">
                <a16:creationId xmlns:a16="http://schemas.microsoft.com/office/drawing/2014/main" id="{B76E320C-9492-4C46-87D3-B607EE46BFE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9E5601E-F5B7-4A87-96E9-90B459625CC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CSV 파싱</a:t>
            </a:r>
            <a:r>
              <a:t> → </a:t>
            </a:r>
            <a:r>
              <a:rPr b="1">
                <a:solidFill>
                  <a:srgbClr val="002FA7"/>
                </a:solidFill>
              </a:rPr>
              <a:t>키·값 검사</a:t>
            </a:r>
            <a:r>
              <a:t> → 화면 표시</a:t>
            </a:r>
          </a:p>
        </p:txBody>
      </p:sp>
      <p:sp>
        <p:nvSpPr>
          <p:cNvPr id="5" name="">
            <a:extLst xmlns:a="http://schemas.openxmlformats.org/drawingml/2006/main">
              <a:ext uri="{FF2B5EF4-FFF2-40B4-BE49-F238E27FC236}">
                <a16:creationId xmlns:a16="http://schemas.microsoft.com/office/drawing/2014/main" id="{4FA2E698-69A4-49E0-B050-B297FE939E1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9B1B7CA-A064-43FB-871A-C81039900A3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5F2B36A-CC84-4231-8943-747E4FE4F2D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 형식 오류와 값이 규칙에 맞지 않는 오류를 구분합니다.</a:t>
            </a:r>
          </a:p>
        </p:txBody>
      </p:sp>
      <p:sp>
        <p:nvSpPr>
          <p:cNvPr id="8" name="">
            <a:extLst xmlns:a="http://schemas.openxmlformats.org/drawingml/2006/main">
              <a:ext uri="{FF2B5EF4-FFF2-40B4-BE49-F238E27FC236}">
                <a16:creationId xmlns:a16="http://schemas.microsoft.com/office/drawing/2014/main" id="{2044C7BF-02D7-456A-ACEB-BDD48A1C916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3BF2B80-FFDF-4C02-8A32-4CEFF70950D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544EE1E5-A454-4B66-986B-CA33FEB8C8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592470395"/>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25EF82-8CC9-4305-862D-FEC1A71044F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4CC40021-6286-4652-8A96-A60EE664581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갱신 시각 누락 처리</a:t>
            </a:r>
          </a:p>
        </p:txBody>
      </p:sp>
      <p:sp>
        <p:nvSpPr>
          <p:cNvPr id="3" name="">
            <a:extLst xmlns:a="http://schemas.openxmlformats.org/drawingml/2006/main">
              <a:ext uri="{FF2B5EF4-FFF2-40B4-BE49-F238E27FC236}">
                <a16:creationId xmlns:a16="http://schemas.microsoft.com/office/drawing/2014/main" id="{3BEA0B82-FC8D-4877-9BB0-C39ACA749AD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347D66A-5677-4413-AD64-C09D7F7C791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updated_at 빈칸</a:t>
            </a:r>
            <a:r>
              <a:t> → </a:t>
            </a:r>
            <a:r>
              <a:rPr b="1">
                <a:solidFill>
                  <a:srgbClr val="002FA7"/>
                </a:solidFill>
              </a:rPr>
              <a:t>review</a:t>
            </a:r>
            <a:r>
              <a:t>와 이유</a:t>
            </a:r>
          </a:p>
        </p:txBody>
      </p:sp>
      <p:sp>
        <p:nvSpPr>
          <p:cNvPr id="5" name="">
            <a:extLst xmlns:a="http://schemas.openxmlformats.org/drawingml/2006/main">
              <a:ext uri="{FF2B5EF4-FFF2-40B4-BE49-F238E27FC236}">
                <a16:creationId xmlns:a16="http://schemas.microsoft.com/office/drawing/2014/main" id="{347D790B-2755-4B0E-BE7A-424B4A0896D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DF81B4-A04D-4302-A3EC-D9921165AEF7}"/>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66E3BFC-8BEB-4D1A-8CC0-2A5078C7DB2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현재 시각</a:t>
            </a:r>
            <a:r>
              <a:t>을 만들거나 반납 완료로 바꾸지 않습니다.</a:t>
            </a:r>
          </a:p>
        </p:txBody>
      </p:sp>
      <p:sp>
        <p:nvSpPr>
          <p:cNvPr id="8" name="">
            <a:extLst xmlns:a="http://schemas.openxmlformats.org/drawingml/2006/main">
              <a:ext uri="{FF2B5EF4-FFF2-40B4-BE49-F238E27FC236}">
                <a16:creationId xmlns:a16="http://schemas.microsoft.com/office/drawing/2014/main" id="{4D30D1ED-D973-496D-A5A9-CE8BFF35B9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489971-0938-4250-A859-2D8FBC7456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55CB384F-CF5F-4770-ADA9-13D0932957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1235140271"/>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84C22CA-4E31-4429-9D68-F27800B45F0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A3DF6AC3-8B1A-4D1B-9724-624031EDBBF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정상·검토 필요·오류 화면</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064369"/>
                <a:gridCol w="3798277"/>
                <a:gridCol w="2110154"/>
              </a:tblGrid>
              <a:tr h="685800">
                <a:tc>
                  <a:txBody>
                    <a:bodyPr wrap="square"/>
                    <a:lstStyle/>
                    <a:p>
                      <a:pPr>
                        <a:lnSpc>
                          <a:spcPct val="94000"/>
                        </a:lnSpc>
                        <a:buNone/>
                      </a:pPr>
                      <a:r>
                        <a:rPr sz="2100" b="1">
                          <a:solidFill>
                            <a:srgbClr val="FFFFFF"/>
                          </a:solidFill>
                          <a:latin typeface="Noto Sans KR"/>
                          <a:ea typeface="Noto Sans KR"/>
                          <a:cs typeface="Noto Sans KR"/>
                        </a:rPr>
                        <a:t>입력 조건</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처리 결과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원문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정상 3건</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3행 표시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갱신 시각 없음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review</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대여 키 중복</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reject</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CSV 문법 오류</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읽기 실패</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보존</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E8DFB11F-5DC6-449B-A357-EFEADF26F4C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9CC40F1-5E3D-4C46-9DA5-565E7A45067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6" name="">
            <a:extLst xmlns:a="http://schemas.openxmlformats.org/drawingml/2006/main">
              <a:ext uri="{FF2B5EF4-FFF2-40B4-BE49-F238E27FC236}">
                <a16:creationId xmlns:a16="http://schemas.microsoft.com/office/drawing/2014/main" id="{F10946F0-6D77-4262-9CD1-D5ABB58BD7D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1866494218"/>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42EB322-E081-4BE2-9022-7EE0A491D4D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798A7F9-3563-42D7-AA6C-1F4480A686C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5EA607B4-8047-4497-9039-F11ED748D575}"/>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E8D0667-72CB-4716-ABBE-15466275F48D}"/>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t>대여 ID가 중복되거나 갱신 시각이 없을 때의 처리를 정하세요.</a:t>
            </a:r>
          </a:p>
        </p:txBody>
      </p:sp>
      <p:sp>
        <p:nvSpPr>
          <p:cNvPr id="5" name="">
            <a:extLst xmlns:a="http://schemas.openxmlformats.org/drawingml/2006/main">
              <a:ext uri="{FF2B5EF4-FFF2-40B4-BE49-F238E27FC236}">
                <a16:creationId xmlns:a16="http://schemas.microsoft.com/office/drawing/2014/main" id="{A0E39D9D-F792-4B63-A918-A83844F2F994}"/>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검토가 필요한 이유와 원래 기록을 화면에 표시합니다.</a:t>
            </a:r>
          </a:p>
        </p:txBody>
      </p:sp>
      <p:sp>
        <p:nvSpPr>
          <p:cNvPr id="6" name="">
            <a:extLst xmlns:a="http://schemas.openxmlformats.org/drawingml/2006/main">
              <a:ext uri="{FF2B5EF4-FFF2-40B4-BE49-F238E27FC236}">
                <a16:creationId xmlns:a16="http://schemas.microsoft.com/office/drawing/2014/main" id="{B9DCC7E0-7DEC-4ACF-AB07-ABD64725533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DB7414E-C9A5-44F4-AD69-299C361E1DA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BEFAB387-BDF3-4674-BEDE-C309B1DA65D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028863030"/>
      </p:ext>
    </p:extLst>
  </p:cSld>
</p:sld>
</file>

<file path=ppt/slides/slide4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F7D2AE7-5C3B-4DBD-94EC-38F22117628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6F44C6ED-5B7F-4527-9118-423F775DEA4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D5BE698C-C5B2-4EBC-A4B5-DDB7B54C7AF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L10/I02 · L11/I02 · L10/I03</a:t>
            </a:r>
          </a:p>
        </p:txBody>
      </p:sp>
      <p:sp>
        <p:nvSpPr>
          <p:cNvPr id="4" name="">
            <a:extLst xmlns:a="http://schemas.openxmlformats.org/drawingml/2006/main">
              <a:ext uri="{FF2B5EF4-FFF2-40B4-BE49-F238E27FC236}">
                <a16:creationId xmlns:a16="http://schemas.microsoft.com/office/drawing/2014/main" id="{3EF2BF46-EF54-45DA-B6CF-B311691E60E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loan_id가 중복된 두 행은 어느 것인가요?</a:t>
            </a:r>
          </a:p>
        </p:txBody>
      </p:sp>
      <p:sp>
        <p:nvSpPr>
          <p:cNvPr id="5" name="">
            <a:extLst xmlns:a="http://schemas.openxmlformats.org/drawingml/2006/main">
              <a:ext uri="{FF2B5EF4-FFF2-40B4-BE49-F238E27FC236}">
                <a16:creationId xmlns:a16="http://schemas.microsoft.com/office/drawing/2014/main" id="{D209E2C9-4D04-4E02-B857-8177C145C1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23F86C8-F052-4AC7-B79E-DAB9130A83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BD46E43B-C90E-44A3-8BB2-4DBBA963554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046</a:t>
            </a:r>
          </a:p>
        </p:txBody>
      </p:sp>
    </p:spTree>
    <p:extLst>
      <p:ext uri="{BB962C8B-B14F-4D97-AF65-F5344CB8AC3E}">
        <p14:creationId xmlns:p14="http://schemas.microsoft.com/office/powerpoint/2010/main" val="1976514382"/>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25AF7F7-7C9F-42D7-A29F-DF0E851A450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AC2C797-361D-443D-BDF2-3285EEE4A97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a:t>
            </a:r>
          </a:p>
        </p:txBody>
      </p:sp>
      <p:sp>
        <p:nvSpPr>
          <p:cNvPr id="3" name="">
            <a:extLst xmlns:a="http://schemas.openxmlformats.org/drawingml/2006/main">
              <a:ext uri="{FF2B5EF4-FFF2-40B4-BE49-F238E27FC236}">
                <a16:creationId xmlns:a16="http://schemas.microsoft.com/office/drawing/2014/main" id="{A44C87C8-89BD-4A84-BF6B-CEE0D92087C2}"/>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loan_id</a:t>
            </a:r>
          </a:p>
        </p:txBody>
      </p:sp>
      <p:sp>
        <p:nvSpPr>
          <p:cNvPr id="4" name="">
            <a:extLst xmlns:a="http://schemas.openxmlformats.org/drawingml/2006/main">
              <a:ext uri="{FF2B5EF4-FFF2-40B4-BE49-F238E27FC236}">
                <a16:creationId xmlns:a16="http://schemas.microsoft.com/office/drawing/2014/main" id="{86496F73-2705-4433-BB60-407C803E7AC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9F7DA0-1E5A-4C71-9885-2ED8B63249D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첫째와 셋째의 </a:t>
            </a:r>
            <a:r>
              <a:rPr b="1">
                <a:solidFill>
                  <a:srgbClr val="002FA7"/>
                </a:solidFill>
              </a:rPr>
              <a:t>loan_id</a:t>
            </a:r>
            <a:r>
              <a:t>=L10이 충돌합니다.</a:t>
            </a:r>
          </a:p>
        </p:txBody>
      </p:sp>
      <p:sp>
        <p:nvSpPr>
          <p:cNvPr id="6" name="">
            <a:extLst xmlns:a="http://schemas.openxmlformats.org/drawingml/2006/main">
              <a:ext uri="{FF2B5EF4-FFF2-40B4-BE49-F238E27FC236}">
                <a16:creationId xmlns:a16="http://schemas.microsoft.com/office/drawing/2014/main" id="{D59692D2-8764-4B4E-BF7A-E7B4F42CD11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같은 item_id=I02는 별도 대여일 수 있습니다.</a:t>
            </a:r>
          </a:p>
        </p:txBody>
      </p:sp>
      <p:sp>
        <p:nvSpPr>
          <p:cNvPr id="7" name="">
            <a:extLst xmlns:a="http://schemas.openxmlformats.org/drawingml/2006/main">
              <a:ext uri="{FF2B5EF4-FFF2-40B4-BE49-F238E27FC236}">
                <a16:creationId xmlns:a16="http://schemas.microsoft.com/office/drawing/2014/main" id="{0D628520-515C-434E-8FC2-E98B88A901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BF95368C-BC74-4611-A885-442EB7E4719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7CC4257E-143E-4326-B8A3-C0DBED5C67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391452863"/>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49825F-D00D-4C1D-86ED-6E21F1F17B7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64BAFC2E-ED0D-4D44-ACB5-B7F891F503D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조건을 바꿔 보기</a:t>
            </a:r>
          </a:p>
        </p:txBody>
      </p:sp>
      <p:sp>
        <p:nvSpPr>
          <p:cNvPr id="3" name="">
            <a:extLst xmlns:a="http://schemas.openxmlformats.org/drawingml/2006/main">
              <a:ext uri="{FF2B5EF4-FFF2-40B4-BE49-F238E27FC236}">
                <a16:creationId xmlns:a16="http://schemas.microsoft.com/office/drawing/2014/main" id="{6E494C64-FD94-403E-ACEE-A4A79E8ACC1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예제에서 updated_at을 빈칸으로 바꿉니다.</a:t>
            </a:r>
          </a:p>
        </p:txBody>
      </p:sp>
      <p:sp>
        <p:nvSpPr>
          <p:cNvPr id="4" name="">
            <a:extLst xmlns:a="http://schemas.openxmlformats.org/drawingml/2006/main">
              <a:ext uri="{FF2B5EF4-FFF2-40B4-BE49-F238E27FC236}">
                <a16:creationId xmlns:a16="http://schemas.microsoft.com/office/drawing/2014/main" id="{6C5EA25D-3551-452D-9A55-72FCB9FAD9A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status는 유지하고 review를 추가합니다.</a:t>
            </a:r>
          </a:p>
        </p:txBody>
      </p:sp>
      <p:sp>
        <p:nvSpPr>
          <p:cNvPr id="5" name="">
            <a:extLst xmlns:a="http://schemas.openxmlformats.org/drawingml/2006/main">
              <a:ext uri="{FF2B5EF4-FFF2-40B4-BE49-F238E27FC236}">
                <a16:creationId xmlns:a16="http://schemas.microsoft.com/office/drawing/2014/main" id="{FC9D2111-F4F1-4EB2-8371-4FBDF56F98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533285-6757-4141-9814-C349DCFFE09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D7CC825B-D01E-4031-97C4-027DDE6974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1535629169"/>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1C7145-5834-4797-A29B-E1D89A09A24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FDA9587-F20B-474E-8449-B9BFC0D10A6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잘못 쓰기 쉬운 내용</a:t>
            </a:r>
          </a:p>
        </p:txBody>
      </p:sp>
      <p:sp>
        <p:nvSpPr>
          <p:cNvPr id="3" name="">
            <a:extLst xmlns:a="http://schemas.openxmlformats.org/drawingml/2006/main">
              <a:ext uri="{FF2B5EF4-FFF2-40B4-BE49-F238E27FC236}">
                <a16:creationId xmlns:a16="http://schemas.microsoft.com/office/drawing/2014/main" id="{8E4DE9AA-3944-41F2-A07C-2A1BA466B4A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9A859EA-A587-4DDF-8B1F-CAB14B077BA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 </a:t>
            </a:r>
            <a:r>
              <a:rPr b="1">
                <a:solidFill>
                  <a:srgbClr val="002FA7"/>
                </a:solidFill>
              </a:rPr>
              <a:t>updated_at</a:t>
            </a:r>
            <a:r>
              <a:t>에 현재 시각을 자동으로 넣지 마세요.</a:t>
            </a:r>
          </a:p>
        </p:txBody>
      </p:sp>
      <p:sp>
        <p:nvSpPr>
          <p:cNvPr id="5" name="">
            <a:extLst xmlns:a="http://schemas.openxmlformats.org/drawingml/2006/main">
              <a:ext uri="{FF2B5EF4-FFF2-40B4-BE49-F238E27FC236}">
                <a16:creationId xmlns:a16="http://schemas.microsoft.com/office/drawing/2014/main" id="{F91CF82F-F8E8-4268-B04D-EFE8D48BB39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E309368-EFA0-4108-AB15-08CC600F10DD}"/>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1575D356-257F-4496-90E5-E2FCAF93837F}"/>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기록이 갱신되지 않았는데도 갱신된 것처럼 보일 수 있습니다.</a:t>
            </a:r>
          </a:p>
        </p:txBody>
      </p:sp>
      <p:sp>
        <p:nvSpPr>
          <p:cNvPr id="8" name="">
            <a:extLst xmlns:a="http://schemas.openxmlformats.org/drawingml/2006/main">
              <a:ext uri="{FF2B5EF4-FFF2-40B4-BE49-F238E27FC236}">
                <a16:creationId xmlns:a16="http://schemas.microsoft.com/office/drawing/2014/main" id="{E09FFD3A-A549-4E91-8048-A96C9DA89D4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D72ED49-E9C7-45A3-A43B-AF3508476B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598FBA91-EB07-4D3C-9EC5-722B53E1FF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171583885"/>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D449E61-72F2-4044-8F24-AE2164C06EA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3AE7065E-46D1-4AF8-816C-381454A3EF4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A617BA8F-1440-4417-B491-4CFE012F6C1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updated_at과 status는 각각 무엇을 나타내나요?</a:t>
            </a:r>
          </a:p>
        </p:txBody>
      </p:sp>
      <p:sp>
        <p:nvSpPr>
          <p:cNvPr id="4" name="">
            <a:extLst xmlns:a="http://schemas.openxmlformats.org/drawingml/2006/main">
              <a:ext uri="{FF2B5EF4-FFF2-40B4-BE49-F238E27FC236}">
                <a16:creationId xmlns:a16="http://schemas.microsoft.com/office/drawing/2014/main" id="{A4D6D272-5425-4D83-92B3-62F971E5404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review가 returned를 뜻하지 않는 이유는?</a:t>
            </a:r>
          </a:p>
        </p:txBody>
      </p:sp>
      <p:sp>
        <p:nvSpPr>
          <p:cNvPr id="5" name="">
            <a:extLst xmlns:a="http://schemas.openxmlformats.org/drawingml/2006/main">
              <a:ext uri="{FF2B5EF4-FFF2-40B4-BE49-F238E27FC236}">
                <a16:creationId xmlns:a16="http://schemas.microsoft.com/office/drawing/2014/main" id="{42D04A5F-EFFC-4090-98A8-AF8A11F17BB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339C0E9-0208-4E6B-9419-66B6047D827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F64F6019-D96B-487A-B7B6-07FB29F5BBA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1405424132"/>
      </p:ext>
    </p:extLst>
  </p:cSld>
</p:sld>
</file>

<file path=ppt/slides/slide5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E0A1FCA-268E-4F07-8B53-6194CB7B9B1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30DA40AF-D87E-47FD-9843-55E6E210137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B6D70996-2E7B-4E64-99A9-6DAF9628275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키 A·B·A, 물품 X·X·Y</a:t>
            </a:r>
          </a:p>
        </p:txBody>
      </p:sp>
      <p:sp>
        <p:nvSpPr>
          <p:cNvPr id="4" name="">
            <a:extLst xmlns:a="http://schemas.openxmlformats.org/drawingml/2006/main">
              <a:ext uri="{FF2B5EF4-FFF2-40B4-BE49-F238E27FC236}">
                <a16:creationId xmlns:a16="http://schemas.microsoft.com/office/drawing/2014/main" id="{C31E03D0-A668-4A49-BDAC-4C9837DFECB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충돌과 실패 화면의 이유를 직접 쓰세요.</a:t>
            </a:r>
          </a:p>
        </p:txBody>
      </p:sp>
      <p:sp>
        <p:nvSpPr>
          <p:cNvPr id="5" name="">
            <a:extLst xmlns:a="http://schemas.openxmlformats.org/drawingml/2006/main">
              <a:ext uri="{FF2B5EF4-FFF2-40B4-BE49-F238E27FC236}">
                <a16:creationId xmlns:a16="http://schemas.microsoft.com/office/drawing/2014/main" id="{A7043B72-2E7C-48AC-8A61-A7BDD520497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FDCCFE0-3BE1-4F33-9FB6-2CC3B6F3BA4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0DE96C6F-5829-4407-A6AC-453F21CDF86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051</a:t>
            </a:r>
          </a:p>
        </p:txBody>
      </p:sp>
    </p:spTree>
    <p:extLst>
      <p:ext uri="{BB962C8B-B14F-4D97-AF65-F5344CB8AC3E}">
        <p14:creationId xmlns:p14="http://schemas.microsoft.com/office/powerpoint/2010/main" val="260794796"/>
      </p:ext>
    </p:extLst>
  </p:cSld>
</p:sld>
</file>

<file path=ppt/slides/slide5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77951C5-605E-4734-BD45-3684751430BF}"/>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435901-860D-4514-A27D-835DC939225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E6AC881E-3BE0-4364-BAC3-2A490BB1F89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E8C4881F-C733-41EF-B3CE-DE73F18E89DC}"/>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요구·시험·관찰 연결</a:t>
            </a:r>
          </a:p>
        </p:txBody>
      </p:sp>
      <p:sp>
        <p:nvSpPr>
          <p:cNvPr id="5" name="">
            <a:extLst xmlns:a="http://schemas.openxmlformats.org/drawingml/2006/main">
              <a:ext uri="{FF2B5EF4-FFF2-40B4-BE49-F238E27FC236}">
                <a16:creationId xmlns:a16="http://schemas.microsoft.com/office/drawing/2014/main" id="{3CE72DBE-CB35-415E-8B01-93A29374D365}"/>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0AC2F35-E16B-42F5-A7B4-A80B7CD4CAA9}"/>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5040BB3C-A617-446D-8F82-153E9617D299}"/>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2D4A7FB2-1A6E-47E6-9486-32DD141CFEBB}"/>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설명 → 예제 따라 하기 → 직접 해 보기 → 풀이</a:t>
            </a:r>
          </a:p>
        </p:txBody>
      </p:sp>
      <p:sp>
        <p:nvSpPr>
          <p:cNvPr id="9" name="">
            <a:extLst xmlns:a="http://schemas.openxmlformats.org/drawingml/2006/main">
              <a:ext uri="{FF2B5EF4-FFF2-40B4-BE49-F238E27FC236}">
                <a16:creationId xmlns:a16="http://schemas.microsoft.com/office/drawing/2014/main" id="{5E281EE7-4312-42E2-B738-37DCC181889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CA9C834E-713F-45C8-AB60-2AADCDF78FC4}"/>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052</a:t>
            </a:r>
          </a:p>
        </p:txBody>
      </p:sp>
    </p:spTree>
    <p:extLst>
      <p:ext uri="{BB962C8B-B14F-4D97-AF65-F5344CB8AC3E}">
        <p14:creationId xmlns:p14="http://schemas.microsoft.com/office/powerpoint/2010/main" val="1847804259"/>
      </p:ext>
    </p:extLst>
  </p:cSld>
</p:sld>
</file>

<file path=ppt/slides/slide5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C157FDC-4993-4A58-B594-7B07BF23DD6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DA3A2CB-56E3-4A93-A09C-7FE8DFE3085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요구 ID와 시험 ID</a:t>
            </a:r>
          </a:p>
        </p:txBody>
      </p:sp>
      <p:sp>
        <p:nvSpPr>
          <p:cNvPr id="3" name="">
            <a:extLst xmlns:a="http://schemas.openxmlformats.org/drawingml/2006/main">
              <a:ext uri="{FF2B5EF4-FFF2-40B4-BE49-F238E27FC236}">
                <a16:creationId xmlns:a16="http://schemas.microsoft.com/office/drawing/2014/main" id="{61C1745C-780C-4695-B858-A14B7405AD5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65420C82-33DF-4CA5-B2F2-A63B24258E8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R02 ↔ T02</a:t>
            </a:r>
            <a:r>
              <a:t>: 갱신 시각 누락</a:t>
            </a:r>
          </a:p>
        </p:txBody>
      </p:sp>
      <p:sp>
        <p:nvSpPr>
          <p:cNvPr id="5" name="">
            <a:extLst xmlns:a="http://schemas.openxmlformats.org/drawingml/2006/main">
              <a:ext uri="{FF2B5EF4-FFF2-40B4-BE49-F238E27FC236}">
                <a16:creationId xmlns:a16="http://schemas.microsoft.com/office/drawing/2014/main" id="{4A2FEEFC-1EE7-4134-BA91-B93FA160DFA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C694EE2-F2A1-4C07-B8BD-2266909F385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6F4BBC4-6955-438E-9A09-729838A3E83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입력과 review 기대값이 같아야 합니다.</a:t>
            </a:r>
          </a:p>
        </p:txBody>
      </p:sp>
      <p:sp>
        <p:nvSpPr>
          <p:cNvPr id="8" name="">
            <a:extLst xmlns:a="http://schemas.openxmlformats.org/drawingml/2006/main">
              <a:ext uri="{FF2B5EF4-FFF2-40B4-BE49-F238E27FC236}">
                <a16:creationId xmlns:a16="http://schemas.microsoft.com/office/drawing/2014/main" id="{824EA9C2-8EA9-4EE8-9A54-1B21BE26A5C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8D136EE-03E6-49E7-8FDF-080325889A4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EB1A3792-0F86-451A-9BBF-DCD82FCB11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053</a:t>
            </a:r>
          </a:p>
        </p:txBody>
      </p:sp>
    </p:spTree>
    <p:extLst>
      <p:ext uri="{BB962C8B-B14F-4D97-AF65-F5344CB8AC3E}">
        <p14:creationId xmlns:p14="http://schemas.microsoft.com/office/powerpoint/2010/main" val="295893983"/>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E914A0-864B-4B62-964A-FD4DF03D671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55635DE-42EC-47D4-A01D-848C417A49D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시험 입력과 기대값</a:t>
            </a:r>
          </a:p>
        </p:txBody>
      </p:sp>
      <p:sp>
        <p:nvSpPr>
          <p:cNvPr id="3" name="">
            <a:extLst xmlns:a="http://schemas.openxmlformats.org/drawingml/2006/main">
              <a:ext uri="{FF2B5EF4-FFF2-40B4-BE49-F238E27FC236}">
                <a16:creationId xmlns:a16="http://schemas.microsoft.com/office/drawing/2014/main" id="{2618E1BF-178A-4CE5-A875-6A75AD91F6F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E92B9D7-AE99-4E4B-9415-92821D5A40F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어떤 입력을 넣고 무엇을 볼지 정합니다.</a:t>
            </a:r>
          </a:p>
        </p:txBody>
      </p:sp>
      <p:sp>
        <p:nvSpPr>
          <p:cNvPr id="5" name="">
            <a:extLst xmlns:a="http://schemas.openxmlformats.org/drawingml/2006/main">
              <a:ext uri="{FF2B5EF4-FFF2-40B4-BE49-F238E27FC236}">
                <a16:creationId xmlns:a16="http://schemas.microsoft.com/office/drawing/2014/main" id="{019E956E-9208-4F73-959E-84A83C267BA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DC6FCC-D5DA-4354-8D26-BD87E315884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BA2E1F8-29A6-49CC-B614-BEDE9C2846E0}"/>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실패 뒤 기대값을 실제 오류에 맞추지 않습니다.</a:t>
            </a:r>
          </a:p>
        </p:txBody>
      </p:sp>
      <p:sp>
        <p:nvSpPr>
          <p:cNvPr id="8" name="">
            <a:extLst xmlns:a="http://schemas.openxmlformats.org/drawingml/2006/main">
              <a:ext uri="{FF2B5EF4-FFF2-40B4-BE49-F238E27FC236}">
                <a16:creationId xmlns:a16="http://schemas.microsoft.com/office/drawing/2014/main" id="{397F6B8A-3F66-4D3E-9C51-A06DA616C12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4A04249-FDB7-4424-8F41-BCC9CF639A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3B0B3F6A-5973-4158-9BFD-C3F0181600B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792572713"/>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E02D744-AD4E-43A9-A4C5-47C031DECDF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14A1B15B-2B08-4D83-91B5-1C88D0D5A4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시험 통과와 실패</a:t>
            </a:r>
          </a:p>
        </p:txBody>
      </p:sp>
      <p:sp>
        <p:nvSpPr>
          <p:cNvPr id="3" name="">
            <a:extLst xmlns:a="http://schemas.openxmlformats.org/drawingml/2006/main">
              <a:ext uri="{FF2B5EF4-FFF2-40B4-BE49-F238E27FC236}">
                <a16:creationId xmlns:a16="http://schemas.microsoft.com/office/drawing/2014/main" id="{B10C674E-4577-4E4E-9A58-E748DB4622F5}"/>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PASS:</a:t>
            </a:r>
          </a:p>
        </p:txBody>
      </p:sp>
      <p:sp>
        <p:nvSpPr>
          <p:cNvPr id="4" name="">
            <a:extLst xmlns:a="http://schemas.openxmlformats.org/drawingml/2006/main">
              <a:ext uri="{FF2B5EF4-FFF2-40B4-BE49-F238E27FC236}">
                <a16:creationId xmlns:a16="http://schemas.microsoft.com/office/drawing/2014/main" id="{4FE842D8-D8BD-4D3D-8810-FC763FAC4063}"/>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관찰 = 기대</a:t>
            </a:r>
          </a:p>
        </p:txBody>
      </p:sp>
      <p:sp>
        <p:nvSpPr>
          <p:cNvPr id="5" name="">
            <a:extLst xmlns:a="http://schemas.openxmlformats.org/drawingml/2006/main">
              <a:ext uri="{FF2B5EF4-FFF2-40B4-BE49-F238E27FC236}">
                <a16:creationId xmlns:a16="http://schemas.microsoft.com/office/drawing/2014/main" id="{A2F32285-C4B5-45E7-B3F1-A6CD27907F9F}"/>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2CD8533-9554-41A6-9A1B-988163E4793F}"/>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FAIL:</a:t>
            </a:r>
          </a:p>
        </p:txBody>
      </p:sp>
      <p:sp>
        <p:nvSpPr>
          <p:cNvPr id="7" name="">
            <a:extLst xmlns:a="http://schemas.openxmlformats.org/drawingml/2006/main">
              <a:ext uri="{FF2B5EF4-FFF2-40B4-BE49-F238E27FC236}">
                <a16:creationId xmlns:a16="http://schemas.microsoft.com/office/drawing/2014/main" id="{0D982ABE-0C57-4297-B438-8DE196044958}"/>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관찰 ≠ 기대</a:t>
            </a:r>
          </a:p>
        </p:txBody>
      </p:sp>
      <p:sp>
        <p:nvSpPr>
          <p:cNvPr id="8" name="">
            <a:extLst xmlns:a="http://schemas.openxmlformats.org/drawingml/2006/main">
              <a:ext uri="{FF2B5EF4-FFF2-40B4-BE49-F238E27FC236}">
                <a16:creationId xmlns:a16="http://schemas.microsoft.com/office/drawing/2014/main" id="{317C551D-7DB7-436E-9CC6-1011DD023DD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D21077B-3217-4130-8FA7-6964196A7CB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B5D68E52-7D5E-4E74-A1C2-EC01DD7C7A6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1887335445"/>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68BB3E6-EDC7-4BFB-B1D5-4F74B22500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17CE39C-4E71-4283-BEF1-0EBF51645A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NOT_RUN과 관찰 없음</a:t>
            </a:r>
          </a:p>
        </p:txBody>
      </p:sp>
      <p:sp>
        <p:nvSpPr>
          <p:cNvPr id="3" name="">
            <a:extLst xmlns:a="http://schemas.openxmlformats.org/drawingml/2006/main">
              <a:ext uri="{FF2B5EF4-FFF2-40B4-BE49-F238E27FC236}">
                <a16:creationId xmlns:a16="http://schemas.microsoft.com/office/drawing/2014/main" id="{73A95875-F1D1-40AC-AFBA-F2767B6BE39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NOT_RUN</a:t>
            </a:r>
          </a:p>
        </p:txBody>
      </p:sp>
      <p:sp>
        <p:nvSpPr>
          <p:cNvPr id="4" name="">
            <a:extLst xmlns:a="http://schemas.openxmlformats.org/drawingml/2006/main">
              <a:ext uri="{FF2B5EF4-FFF2-40B4-BE49-F238E27FC236}">
                <a16:creationId xmlns:a16="http://schemas.microsoft.com/office/drawing/2014/main" id="{014413B9-416C-485E-B63D-FD99F6B73B31}"/>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854A16-7F48-41B6-8643-58C02866C45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NOT_RUN</a:t>
            </a:r>
            <a:r>
              <a:t>: </a:t>
            </a:r>
            <a:r>
              <a:rPr b="1">
                <a:solidFill>
                  <a:srgbClr val="002FA7"/>
                </a:solidFill>
              </a:rPr>
              <a:t>아직 실행 결과가 없습니다.</a:t>
            </a:r>
          </a:p>
        </p:txBody>
      </p:sp>
      <p:sp>
        <p:nvSpPr>
          <p:cNvPr id="6" name="">
            <a:extLst xmlns:a="http://schemas.openxmlformats.org/drawingml/2006/main">
              <a:ext uri="{FF2B5EF4-FFF2-40B4-BE49-F238E27FC236}">
                <a16:creationId xmlns:a16="http://schemas.microsoft.com/office/drawing/2014/main" id="{41371214-7165-41BF-93A4-8D67E02B5ED7}"/>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실행하지 않은 시험을 PASS로 기록하지 마세요.</a:t>
            </a:r>
          </a:p>
        </p:txBody>
      </p:sp>
      <p:sp>
        <p:nvSpPr>
          <p:cNvPr id="7" name="">
            <a:extLst xmlns:a="http://schemas.openxmlformats.org/drawingml/2006/main">
              <a:ext uri="{FF2B5EF4-FFF2-40B4-BE49-F238E27FC236}">
                <a16:creationId xmlns:a16="http://schemas.microsoft.com/office/drawing/2014/main" id="{3AE61A87-FE6E-459B-81D7-1FEA536F296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1E0D129-198C-4094-A9CD-00461AADCF5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C0D97014-E682-414F-9667-993E68A910F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505749768"/>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49FA1F-A92B-4CBC-B36F-9AAB422D287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1523086-E137-471F-94E5-20F9D1FA022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계획 대비와 실행 대비</a:t>
            </a:r>
          </a:p>
        </p:txBody>
      </p:sp>
      <p:sp>
        <p:nvSpPr>
          <p:cNvPr id="3" name="">
            <a:extLst xmlns:a="http://schemas.openxmlformats.org/drawingml/2006/main">
              <a:ext uri="{FF2B5EF4-FFF2-40B4-BE49-F238E27FC236}">
                <a16:creationId xmlns:a16="http://schemas.microsoft.com/office/drawing/2014/main" id="{6A8687AB-5BAE-4D27-B868-E27F44100A2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580A520-A722-45D2-9D3B-151BF131E21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통과2</a:t>
            </a:r>
            <a:r>
              <a:t> · 실패1 · 미실행1 → 계획 대비2/4</a:t>
            </a:r>
          </a:p>
        </p:txBody>
      </p:sp>
      <p:sp>
        <p:nvSpPr>
          <p:cNvPr id="5" name="">
            <a:extLst xmlns:a="http://schemas.openxmlformats.org/drawingml/2006/main">
              <a:ext uri="{FF2B5EF4-FFF2-40B4-BE49-F238E27FC236}">
                <a16:creationId xmlns:a16="http://schemas.microsoft.com/office/drawing/2014/main" id="{E6E36565-837C-4C00-96C5-4E24D86E82E4}"/>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실행한 시험 기준으로는 2/3입니다. 제품 완성도를 뜻하지는 않습니다.</a:t>
            </a:r>
          </a:p>
        </p:txBody>
      </p:sp>
      <p:sp>
        <p:nvSpPr>
          <p:cNvPr id="6" name="">
            <a:extLst xmlns:a="http://schemas.openxmlformats.org/drawingml/2006/main">
              <a:ext uri="{FF2B5EF4-FFF2-40B4-BE49-F238E27FC236}">
                <a16:creationId xmlns:a16="http://schemas.microsoft.com/office/drawing/2014/main" id="{5F4AF3B2-CD42-42C0-9644-8FF288BAB7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BDBBDE5-22AC-42E4-9009-941BA104988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653561FB-5F49-4A28-A0E7-DFC0C48F9ED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1112719703"/>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DC98C75-3C3C-4EE8-A021-D98A3D9BB10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ACEB2B7A-E80D-46BD-84E5-7DA1A6BB7F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정상·누락·중복·보존 시험</a:t>
            </a:r>
          </a:p>
        </p:txBody>
      </p:sp>
      <p:sp>
        <p:nvSpPr>
          <p:cNvPr id="3" name="">
            <a:extLst xmlns:a="http://schemas.openxmlformats.org/drawingml/2006/main">
              <a:ext uri="{FF2B5EF4-FFF2-40B4-BE49-F238E27FC236}">
                <a16:creationId xmlns:a16="http://schemas.microsoft.com/office/drawing/2014/main" id="{1A017AB4-E0AA-42A2-9231-533FB71A474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정상</a:t>
            </a:r>
          </a:p>
        </p:txBody>
      </p:sp>
      <p:sp>
        <p:nvSpPr>
          <p:cNvPr id="4" name="">
            <a:extLst xmlns:a="http://schemas.openxmlformats.org/drawingml/2006/main">
              <a:ext uri="{FF2B5EF4-FFF2-40B4-BE49-F238E27FC236}">
                <a16:creationId xmlns:a16="http://schemas.microsoft.com/office/drawing/2014/main" id="{0E76F473-BCDE-4992-A01A-9113B8AE2A8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7D85293-55A6-4675-879A-E5EAB4744B4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정상</a:t>
            </a:r>
            <a:r>
              <a:t> · 누락 · 중복 · 원문 보존</a:t>
            </a:r>
          </a:p>
        </p:txBody>
      </p:sp>
      <p:sp>
        <p:nvSpPr>
          <p:cNvPr id="6" name="">
            <a:extLst xmlns:a="http://schemas.openxmlformats.org/drawingml/2006/main">
              <a:ext uri="{FF2B5EF4-FFF2-40B4-BE49-F238E27FC236}">
                <a16:creationId xmlns:a16="http://schemas.microsoft.com/office/drawing/2014/main" id="{EDBB9457-3C05-4746-988F-52566EF13E9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장비가 정해지지 않았다면 대신 확인할 방법과 담당자를 적으세요.</a:t>
            </a:r>
          </a:p>
        </p:txBody>
      </p:sp>
      <p:sp>
        <p:nvSpPr>
          <p:cNvPr id="7" name="">
            <a:extLst xmlns:a="http://schemas.openxmlformats.org/drawingml/2006/main">
              <a:ext uri="{FF2B5EF4-FFF2-40B4-BE49-F238E27FC236}">
                <a16:creationId xmlns:a16="http://schemas.microsoft.com/office/drawing/2014/main" id="{6924B520-8475-48A4-8040-7F11D57546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4232220-3992-4D97-8F07-30D4E8ACBE7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A0A159D1-2980-430D-844B-1B1ABF6AEA5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869740254"/>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B97B3D4A-A956-40F6-8E31-ED1236AFFF9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7118EC1-E9ED-4153-B862-3F49D532E2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시험 상태 비교 코드</a:t>
            </a:r>
          </a:p>
        </p:txBody>
      </p:sp>
      <p:sp>
        <p:nvSpPr>
          <p:cNvPr id="3" name="">
            <a:extLst xmlns:a="http://schemas.openxmlformats.org/drawingml/2006/main">
              <a:ext uri="{FF2B5EF4-FFF2-40B4-BE49-F238E27FC236}">
                <a16:creationId xmlns:a16="http://schemas.microsoft.com/office/drawing/2014/main" id="{026AA191-B129-4034-9E49-D59F16D5A0CD}"/>
              </a:ext>
            </a:extLst>
          </p:cNvPr>
          <p:cNvSpPr>
            <a:spLocks xmlns:a="http://schemas.openxmlformats.org/drawingml/2006/main" noGrp="1"/>
          </p:cNvSpPr>
          <p:nvPr/>
        </p:nvSpPr>
        <p:spPr>
          <a:xfrm xmlns:a="http://schemas.openxmlformats.org/drawingml/2006/main">
            <a:off x="609600" y="2714625"/>
            <a:ext cx="10972800" cy="3276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6B1B342-4E9C-4E52-B957-F4774FB2676F}"/>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DA057D5E-0AD4-447D-9D29-B0C034A0BC0C}"/>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cases = [</a:t>
            </a:r>
          </a:p>
        </p:txBody>
      </p:sp>
      <p:sp>
        <p:nvSpPr>
          <p:cNvPr id="6" name="">
            <a:extLst xmlns:a="http://schemas.openxmlformats.org/drawingml/2006/main">
              <a:ext uri="{FF2B5EF4-FFF2-40B4-BE49-F238E27FC236}">
                <a16:creationId xmlns:a16="http://schemas.microsoft.com/office/drawing/2014/main" id="{79F602D1-BDBC-40B6-8201-BA8F48ECD1BB}"/>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AF61F8AC-B89F-42CC-B505-744DBC700682}"/>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a:solidFill>
                  <a:srgbClr val="BACBFA"/>
                </a:solidFill>
              </a:rPr>
              <a:t>"T02"</a:t>
            </a:r>
            <a:r>
              <a:rPr>
                <a:solidFill>
                  <a:srgbClr val="FFFFFF"/>
                </a:solidFill>
              </a:rPr>
              <a:t>, </a:t>
            </a:r>
            <a:r>
              <a:rPr>
                <a:solidFill>
                  <a:srgbClr val="BACBFA"/>
                </a:solidFill>
              </a:rPr>
              <a:t>"review"</a:t>
            </a:r>
            <a:r>
              <a:rPr>
                <a:solidFill>
                  <a:srgbClr val="FFFFFF"/>
                </a:solidFill>
              </a:rPr>
              <a:t>, </a:t>
            </a:r>
            <a:r>
              <a:rPr>
                <a:solidFill>
                  <a:srgbClr val="BACBFA"/>
                </a:solidFill>
              </a:rPr>
              <a:t>"normal"</a:t>
            </a:r>
            <a:r>
              <a:rPr>
                <a:solidFill>
                  <a:srgbClr val="FFFFFF"/>
                </a:solidFill>
              </a:rPr>
              <a:t>),</a:t>
            </a:r>
          </a:p>
        </p:txBody>
      </p:sp>
      <p:sp>
        <p:nvSpPr>
          <p:cNvPr id="8" name="">
            <a:extLst xmlns:a="http://schemas.openxmlformats.org/drawingml/2006/main">
              <a:ext uri="{FF2B5EF4-FFF2-40B4-BE49-F238E27FC236}">
                <a16:creationId xmlns:a16="http://schemas.microsoft.com/office/drawing/2014/main" id="{98B7127D-2AB2-474A-9CAD-370DA159BA24}"/>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6A1CE9D-CDAD-4813-8F06-A15F68EA46A3}"/>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a:solidFill>
                  <a:srgbClr val="BACBFA"/>
                </a:solidFill>
              </a:rPr>
              <a:t>"T03"</a:t>
            </a:r>
            <a:r>
              <a:rPr>
                <a:solidFill>
                  <a:srgbClr val="FFFFFF"/>
                </a:solidFill>
              </a:rPr>
              <a:t>, </a:t>
            </a:r>
            <a:r>
              <a:rPr>
                <a:solidFill>
                  <a:srgbClr val="BACBFA"/>
                </a:solidFill>
              </a:rPr>
              <a:t>"reject"</a:t>
            </a:r>
            <a:r>
              <a:rPr>
                <a:solidFill>
                  <a:srgbClr val="FFFFFF"/>
                </a:solidFill>
              </a:rPr>
              <a:t>, </a:t>
            </a:r>
            <a:r>
              <a:rPr b="1">
                <a:solidFill>
                  <a:srgbClr val="FFFFFF"/>
                </a:solidFill>
              </a:rPr>
              <a:t>None</a:t>
            </a:r>
            <a:r>
              <a:rPr>
                <a:solidFill>
                  <a:srgbClr val="FFFFFF"/>
                </a:solidFill>
              </a:rPr>
              <a:t>),</a:t>
            </a:r>
          </a:p>
        </p:txBody>
      </p:sp>
      <p:sp>
        <p:nvSpPr>
          <p:cNvPr id="10" name="">
            <a:extLst xmlns:a="http://schemas.openxmlformats.org/drawingml/2006/main">
              <a:ext uri="{FF2B5EF4-FFF2-40B4-BE49-F238E27FC236}">
                <a16:creationId xmlns:a16="http://schemas.microsoft.com/office/drawing/2014/main" id="{095E2773-7A01-4451-87E8-D44CD5066845}"/>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1F46A04A-6E51-496B-856F-47726039A0D5}"/>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a:t>
            </a:r>
          </a:p>
        </p:txBody>
      </p:sp>
      <p:sp>
        <p:nvSpPr>
          <p:cNvPr id="12" name="">
            <a:extLst xmlns:a="http://schemas.openxmlformats.org/drawingml/2006/main">
              <a:ext uri="{FF2B5EF4-FFF2-40B4-BE49-F238E27FC236}">
                <a16:creationId xmlns:a16="http://schemas.microsoft.com/office/drawing/2014/main" id="{E39E0D66-A02C-4A6D-A2CF-6C1C55292BBB}"/>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739AD522-4F04-4763-97F7-3F747CBB271C}"/>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for</a:t>
            </a:r>
            <a:r>
              <a:rPr>
                <a:solidFill>
                  <a:srgbClr val="FFFFFF"/>
                </a:solidFill>
              </a:rPr>
              <a:t> name, expected, actual </a:t>
            </a:r>
            <a:r>
              <a:rPr b="1">
                <a:solidFill>
                  <a:srgbClr val="FFFFFF"/>
                </a:solidFill>
              </a:rPr>
              <a:t>in</a:t>
            </a:r>
            <a:r>
              <a:rPr>
                <a:solidFill>
                  <a:srgbClr val="FFFFFF"/>
                </a:solidFill>
              </a:rPr>
              <a:t> cases:</a:t>
            </a:r>
          </a:p>
        </p:txBody>
      </p:sp>
      <p:sp>
        <p:nvSpPr>
          <p:cNvPr id="14" name="">
            <a:extLst xmlns:a="http://schemas.openxmlformats.org/drawingml/2006/main">
              <a:ext uri="{FF2B5EF4-FFF2-40B4-BE49-F238E27FC236}">
                <a16:creationId xmlns:a16="http://schemas.microsoft.com/office/drawing/2014/main" id="{3F6C0EE5-AD70-4C34-A8ED-3DDCC6C28F1B}"/>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19C5F461-42DD-401B-8C31-D31B7DEEF3F4}"/>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actual is </a:t>
            </a:r>
            <a:r>
              <a:rPr b="1">
                <a:solidFill>
                  <a:srgbClr val="FFFFFF"/>
                </a:solidFill>
              </a:rPr>
              <a:t>None</a:t>
            </a:r>
            <a:r>
              <a:rPr>
                <a:solidFill>
                  <a:srgbClr val="FFFFFF"/>
                </a:solidFill>
              </a:rPr>
              <a:t>:</a:t>
            </a:r>
          </a:p>
        </p:txBody>
      </p:sp>
      <p:sp>
        <p:nvSpPr>
          <p:cNvPr id="16" name="">
            <a:extLst xmlns:a="http://schemas.openxmlformats.org/drawingml/2006/main">
              <a:ext uri="{FF2B5EF4-FFF2-40B4-BE49-F238E27FC236}">
                <a16:creationId xmlns:a16="http://schemas.microsoft.com/office/drawing/2014/main" id="{C0D4FD54-61E0-4314-B811-F0069EC9FDEF}"/>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FB5345B1-BE04-4163-AA5A-7674B4BD90C7}"/>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result = </a:t>
            </a:r>
            <a:r>
              <a:rPr>
                <a:solidFill>
                  <a:srgbClr val="BACBFA"/>
                </a:solidFill>
              </a:rPr>
              <a:t>"NOT_RUN"</a:t>
            </a:r>
          </a:p>
        </p:txBody>
      </p:sp>
      <p:sp>
        <p:nvSpPr>
          <p:cNvPr id="18" name="">
            <a:extLst xmlns:a="http://schemas.openxmlformats.org/drawingml/2006/main">
              <a:ext uri="{FF2B5EF4-FFF2-40B4-BE49-F238E27FC236}">
                <a16:creationId xmlns:a16="http://schemas.microsoft.com/office/drawing/2014/main" id="{66453DD3-BDD3-4956-B2B7-FF9D7EEB76B8}"/>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EF968941-43C5-4726-BB60-2ADAD7DB23B6}"/>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else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69ABE343-1F53-42F6-B438-2C60954CF41B}"/>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37B12B75-5D84-4EF9-85CD-C6B3A5397EBB}"/>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result = </a:t>
            </a:r>
            <a:r>
              <a:rPr>
                <a:solidFill>
                  <a:srgbClr val="BACBFA"/>
                </a:solidFill>
              </a:rPr>
              <a:t>"PASS"</a:t>
            </a:r>
            <a:r>
              <a:rPr>
                <a:solidFill>
                  <a:srgbClr val="FFFFFF"/>
                </a:solidFill>
              </a:rPr>
              <a:t> </a:t>
            </a:r>
            <a:r>
              <a:rPr b="1">
                <a:solidFill>
                  <a:srgbClr val="FFFFFF"/>
                </a:solidFill>
              </a:rPr>
              <a:t>if</a:t>
            </a:r>
            <a:r>
              <a:rPr>
                <a:solidFill>
                  <a:srgbClr val="FFFFFF"/>
                </a:solidFill>
              </a:rPr>
              <a:t> actual == expected </a:t>
            </a:r>
            <a:r>
              <a:rPr b="1">
                <a:solidFill>
                  <a:srgbClr val="FFFFFF"/>
                </a:solidFill>
              </a:rPr>
              <a:t>else</a:t>
            </a:r>
            <a:r>
              <a:rPr>
                <a:solidFill>
                  <a:srgbClr val="FFFFFF"/>
                </a:solidFill>
              </a:rPr>
              <a:t> </a:t>
            </a:r>
            <a:r>
              <a:rPr>
                <a:solidFill>
                  <a:srgbClr val="BACBFA"/>
                </a:solidFill>
              </a:rPr>
              <a:t>"FAIL"</a:t>
            </a:r>
          </a:p>
        </p:txBody>
      </p:sp>
      <p:sp>
        <p:nvSpPr>
          <p:cNvPr id="22" name="">
            <a:extLst xmlns:a="http://schemas.openxmlformats.org/drawingml/2006/main">
              <a:ext uri="{FF2B5EF4-FFF2-40B4-BE49-F238E27FC236}">
                <a16:creationId xmlns:a16="http://schemas.microsoft.com/office/drawing/2014/main" id="{B8456396-BF32-44E8-A286-8DDEE15E91D6}"/>
              </a:ext>
            </a:extLst>
          </p:cNvPr>
          <p:cNvSpPr>
            <a:spLocks xmlns:a="http://schemas.openxmlformats.org/drawingml/2006/main" noGrp="1"/>
          </p:cNvSpPr>
          <p:nvPr/>
        </p:nvSpPr>
        <p:spPr>
          <a:xfrm xmlns:a="http://schemas.openxmlformats.org/drawingml/2006/main">
            <a:off x="790575" y="55626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10</a:t>
            </a:r>
          </a:p>
        </p:txBody>
      </p:sp>
      <p:sp>
        <p:nvSpPr>
          <p:cNvPr id="23" name="">
            <a:extLst xmlns:a="http://schemas.openxmlformats.org/drawingml/2006/main">
              <a:ext uri="{FF2B5EF4-FFF2-40B4-BE49-F238E27FC236}">
                <a16:creationId xmlns:a16="http://schemas.microsoft.com/office/drawing/2014/main" id="{EF2E9FF8-3EA7-4C43-8765-14766D1FBD5F}"/>
              </a:ext>
            </a:extLst>
          </p:cNvPr>
          <p:cNvSpPr>
            <a:spLocks xmlns:a="http://schemas.openxmlformats.org/drawingml/2006/main" noGrp="1"/>
          </p:cNvSpPr>
          <p:nvPr/>
        </p:nvSpPr>
        <p:spPr>
          <a:xfrm xmlns:a="http://schemas.openxmlformats.org/drawingml/2006/main">
            <a:off x="1390650" y="55245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print(name, result)</a:t>
            </a:r>
          </a:p>
        </p:txBody>
      </p:sp>
      <p:sp>
        <p:nvSpPr>
          <p:cNvPr id="24" name="">
            <a:extLst xmlns:a="http://schemas.openxmlformats.org/drawingml/2006/main">
              <a:ext uri="{FF2B5EF4-FFF2-40B4-BE49-F238E27FC236}">
                <a16:creationId xmlns:a16="http://schemas.microsoft.com/office/drawing/2014/main" id="{BD902BBC-3772-41A3-824A-62C4637494A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8C7AF7FA-D9D4-4F66-ADE1-43429AF60B0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26" name="">
            <a:extLst xmlns:a="http://schemas.openxmlformats.org/drawingml/2006/main">
              <a:ext uri="{FF2B5EF4-FFF2-40B4-BE49-F238E27FC236}">
                <a16:creationId xmlns:a16="http://schemas.microsoft.com/office/drawing/2014/main" id="{4B62C052-1EEF-4259-A051-13EB92E43B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967874824"/>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94679EB-C7C5-4352-BC9A-F7A4B6ABC5E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4388487D-29DD-4AFF-B744-2D5FD440AA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9FDD985C-0385-4266-BF40-5676A32814C4}"/>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1~4행:</a:t>
            </a:r>
          </a:p>
        </p:txBody>
      </p:sp>
      <p:sp>
        <p:nvSpPr>
          <p:cNvPr id="4" name="">
            <a:extLst xmlns:a="http://schemas.openxmlformats.org/drawingml/2006/main">
              <a:ext uri="{FF2B5EF4-FFF2-40B4-BE49-F238E27FC236}">
                <a16:creationId xmlns:a16="http://schemas.microsoft.com/office/drawing/2014/main" id="{285F0D92-67F5-4B5F-8D10-96CCC0A62A76}"/>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두 시험의 기대·관찰을 준비합니다.</a:t>
            </a:r>
          </a:p>
        </p:txBody>
      </p:sp>
      <p:sp>
        <p:nvSpPr>
          <p:cNvPr id="5" name="">
            <a:extLst xmlns:a="http://schemas.openxmlformats.org/drawingml/2006/main">
              <a:ext uri="{FF2B5EF4-FFF2-40B4-BE49-F238E27FC236}">
                <a16:creationId xmlns:a16="http://schemas.microsoft.com/office/drawing/2014/main" id="{8F109C36-B688-441D-BDFF-66E13DBF2FA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F0DC354-7B36-412E-B0E6-DDE14D16BB88}"/>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5~7행:</a:t>
            </a:r>
          </a:p>
        </p:txBody>
      </p:sp>
      <p:sp>
        <p:nvSpPr>
          <p:cNvPr id="7" name="">
            <a:extLst xmlns:a="http://schemas.openxmlformats.org/drawingml/2006/main">
              <a:ext uri="{FF2B5EF4-FFF2-40B4-BE49-F238E27FC236}">
                <a16:creationId xmlns:a16="http://schemas.microsoft.com/office/drawing/2014/main" id="{CFB9398B-16F8-4C64-B44A-3D6DA31202C2}"/>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관찰 없음은 미실행으로 둡니다.</a:t>
            </a:r>
          </a:p>
        </p:txBody>
      </p:sp>
      <p:sp>
        <p:nvSpPr>
          <p:cNvPr id="8" name="">
            <a:extLst xmlns:a="http://schemas.openxmlformats.org/drawingml/2006/main">
              <a:ext uri="{FF2B5EF4-FFF2-40B4-BE49-F238E27FC236}">
                <a16:creationId xmlns:a16="http://schemas.microsoft.com/office/drawing/2014/main" id="{2DC93D26-25F6-44EA-A955-06F73A4A34D1}"/>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94CBC8-81D2-4BF3-97E8-759F71101B08}"/>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8~9행:</a:t>
            </a:r>
          </a:p>
        </p:txBody>
      </p:sp>
      <p:sp>
        <p:nvSpPr>
          <p:cNvPr id="10" name="">
            <a:extLst xmlns:a="http://schemas.openxmlformats.org/drawingml/2006/main">
              <a:ext uri="{FF2B5EF4-FFF2-40B4-BE49-F238E27FC236}">
                <a16:creationId xmlns:a16="http://schemas.microsoft.com/office/drawing/2014/main" id="{5B402D49-6296-46EC-A10D-774826036EAD}"/>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실제와 기대의 같음을 비교합니다.</a:t>
            </a:r>
          </a:p>
        </p:txBody>
      </p:sp>
      <p:sp>
        <p:nvSpPr>
          <p:cNvPr id="11" name="">
            <a:extLst xmlns:a="http://schemas.openxmlformats.org/drawingml/2006/main">
              <a:ext uri="{FF2B5EF4-FFF2-40B4-BE49-F238E27FC236}">
                <a16:creationId xmlns:a16="http://schemas.microsoft.com/office/drawing/2014/main" id="{0141C8D9-F6B2-4C0F-B74D-F93DD1DEFC50}"/>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B0D0D95-5E21-418E-B26B-A8439CA66545}"/>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10행:</a:t>
            </a:r>
          </a:p>
        </p:txBody>
      </p:sp>
      <p:sp>
        <p:nvSpPr>
          <p:cNvPr id="13" name="">
            <a:extLst xmlns:a="http://schemas.openxmlformats.org/drawingml/2006/main">
              <a:ext uri="{FF2B5EF4-FFF2-40B4-BE49-F238E27FC236}">
                <a16:creationId xmlns:a16="http://schemas.microsoft.com/office/drawing/2014/main" id="{46B50F18-4A9C-4F31-9F1E-6D013FDDB6FB}"/>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시험 ID와 상태를 출력합니다.</a:t>
            </a:r>
          </a:p>
        </p:txBody>
      </p:sp>
      <p:sp>
        <p:nvSpPr>
          <p:cNvPr id="14" name="">
            <a:extLst xmlns:a="http://schemas.openxmlformats.org/drawingml/2006/main">
              <a:ext uri="{FF2B5EF4-FFF2-40B4-BE49-F238E27FC236}">
                <a16:creationId xmlns:a16="http://schemas.microsoft.com/office/drawing/2014/main" id="{337F7D78-7F29-4F68-9BB8-F5244F776E8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51D95BB-DBAD-4208-A80C-01C7D79897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7B8B3AE1-F19C-4F6E-A59B-7DCEF4E8726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1896101742"/>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620ED18D-BFC4-4690-898D-BD41895906D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3C49FB5-A9E8-4478-B03E-9CC00EBB126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AA4558D7-8ED5-4E87-BDBB-2FE45E27E64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7E6E86C-0BCD-4025-BF4C-AA20F0C3DBEB}"/>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CC2E2F17-8574-40E1-B248-AA7BE5148F1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B39FE6-60EF-4CA6-97CD-759613497B5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80C4609-DFE4-46FF-AA81-452E2187345B}"/>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work/evidence_trace.py</a:t>
            </a:r>
          </a:p>
        </p:txBody>
      </p:sp>
      <p:sp>
        <p:nvSpPr>
          <p:cNvPr id="8" name="">
            <a:extLst xmlns:a="http://schemas.openxmlformats.org/drawingml/2006/main">
              <a:ext uri="{FF2B5EF4-FFF2-40B4-BE49-F238E27FC236}">
                <a16:creationId xmlns:a16="http://schemas.microsoft.com/office/drawing/2014/main" id="{99D9F366-9A66-4328-90CF-8677DBB33225}"/>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3F1F7E7-8700-4421-94BC-1D90560C9E3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BFBEEDCA-D24E-4534-B793-3E3CC318CC67}"/>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work/evidence_trace.py</a:t>
            </a:r>
          </a:p>
        </p:txBody>
      </p:sp>
      <p:sp>
        <p:nvSpPr>
          <p:cNvPr id="11" name="">
            <a:extLst xmlns:a="http://schemas.openxmlformats.org/drawingml/2006/main">
              <a:ext uri="{FF2B5EF4-FFF2-40B4-BE49-F238E27FC236}">
                <a16:creationId xmlns:a16="http://schemas.microsoft.com/office/drawing/2014/main" id="{79E28C69-9025-462D-965A-B1539B8BD8B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3074C203-BF6E-47AC-BF4B-6E30CA45D87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D2DDDB86-615A-43BC-ABFF-E8439BE56E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567061066"/>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572846D-522E-44BB-AA5A-62DE3295A07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09966F9D-A4E7-4630-8B21-2C7F2C387F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8C5E5BB2-FB78-448C-B2B2-C96B6AD84F8A}"/>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A34CE7A-EEB4-43F0-AB08-1133580F1745}"/>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T02 FAIL</a:t>
            </a:r>
          </a:p>
        </p:txBody>
      </p:sp>
      <p:sp>
        <p:nvSpPr>
          <p:cNvPr id="5" name="">
            <a:extLst xmlns:a="http://schemas.openxmlformats.org/drawingml/2006/main">
              <a:ext uri="{FF2B5EF4-FFF2-40B4-BE49-F238E27FC236}">
                <a16:creationId xmlns:a16="http://schemas.microsoft.com/office/drawing/2014/main" id="{E81DBEDD-CAF4-4344-9868-B5867EAD326D}"/>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T03 NOT_RUN</a:t>
            </a:r>
          </a:p>
        </p:txBody>
      </p:sp>
      <p:sp>
        <p:nvSpPr>
          <p:cNvPr id="6" name="">
            <a:extLst xmlns:a="http://schemas.openxmlformats.org/drawingml/2006/main">
              <a:ext uri="{FF2B5EF4-FFF2-40B4-BE49-F238E27FC236}">
                <a16:creationId xmlns:a16="http://schemas.microsoft.com/office/drawing/2014/main" id="{259E6FD9-C409-4B73-94A1-27438EF6862D}"/>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비교 코드 실행과 실제 제품 시험은 다릅니다.</a:t>
            </a:r>
          </a:p>
        </p:txBody>
      </p:sp>
      <p:sp>
        <p:nvSpPr>
          <p:cNvPr id="7" name="">
            <a:extLst xmlns:a="http://schemas.openxmlformats.org/drawingml/2006/main">
              <a:ext uri="{FF2B5EF4-FFF2-40B4-BE49-F238E27FC236}">
                <a16:creationId xmlns:a16="http://schemas.microsoft.com/office/drawing/2014/main" id="{D4AB5F64-DB06-43A0-B620-70805B06D2D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506791FD-C1E4-4FFF-95EF-8777E44380E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786A13AF-C3AC-4B46-B888-8C1F102F5C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768333817"/>
      </p:ext>
    </p:extLst>
  </p:cSld>
</p:sld>
</file>

<file path=ppt/slides/slide6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8C634B-9A96-489C-A6D8-EE0F47AECBE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CD3BC8BC-795E-4255-BD2D-38617210890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0C01DE39-A883-4385-B192-E03CBD98FAB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기대 review·관찰 없음</a:t>
            </a:r>
          </a:p>
        </p:txBody>
      </p:sp>
      <p:sp>
        <p:nvSpPr>
          <p:cNvPr id="4" name="">
            <a:extLst xmlns:a="http://schemas.openxmlformats.org/drawingml/2006/main">
              <a:ext uri="{FF2B5EF4-FFF2-40B4-BE49-F238E27FC236}">
                <a16:creationId xmlns:a16="http://schemas.microsoft.com/office/drawing/2014/main" id="{2B4C16A8-F4C3-4463-843E-4854231B2EB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기대 reject·관찰 reject</a:t>
            </a:r>
          </a:p>
        </p:txBody>
      </p:sp>
      <p:sp>
        <p:nvSpPr>
          <p:cNvPr id="5" name="">
            <a:extLst xmlns:a="http://schemas.openxmlformats.org/drawingml/2006/main">
              <a:ext uri="{FF2B5EF4-FFF2-40B4-BE49-F238E27FC236}">
                <a16:creationId xmlns:a16="http://schemas.microsoft.com/office/drawing/2014/main" id="{284FC667-1773-4A63-B4FF-2B2F869CFAC9}"/>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기대 normal·관찰 alert</a:t>
            </a:r>
          </a:p>
        </p:txBody>
      </p:sp>
      <p:sp>
        <p:nvSpPr>
          <p:cNvPr id="6" name="">
            <a:extLst xmlns:a="http://schemas.openxmlformats.org/drawingml/2006/main">
              <a:ext uri="{FF2B5EF4-FFF2-40B4-BE49-F238E27FC236}">
                <a16:creationId xmlns:a16="http://schemas.microsoft.com/office/drawing/2014/main" id="{9397492C-92AA-49D5-AEC6-A4ED6372FCF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B9DA4C3-0398-4ECF-809D-8CDA9EB92FE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2E15C435-C255-4B0A-85BB-9E7B5D2B99F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063</a:t>
            </a:r>
          </a:p>
        </p:txBody>
      </p:sp>
    </p:spTree>
    <p:extLst>
      <p:ext uri="{BB962C8B-B14F-4D97-AF65-F5344CB8AC3E}">
        <p14:creationId xmlns:p14="http://schemas.microsoft.com/office/powerpoint/2010/main" val="1152291216"/>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E9B1747-E432-442E-B653-925D9691B2F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D6D961E-DE8A-42EA-BB24-D333C111D21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a:t>
            </a:r>
          </a:p>
        </p:txBody>
      </p:sp>
      <p:sp>
        <p:nvSpPr>
          <p:cNvPr id="3" name="">
            <a:extLst xmlns:a="http://schemas.openxmlformats.org/drawingml/2006/main">
              <a:ext uri="{FF2B5EF4-FFF2-40B4-BE49-F238E27FC236}">
                <a16:creationId xmlns:a16="http://schemas.microsoft.com/office/drawing/2014/main" id="{B9C35E3F-6EED-4440-9976-0A3D860532A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NOT_RUN</a:t>
            </a:r>
          </a:p>
        </p:txBody>
      </p:sp>
      <p:sp>
        <p:nvSpPr>
          <p:cNvPr id="4" name="">
            <a:extLst xmlns:a="http://schemas.openxmlformats.org/drawingml/2006/main">
              <a:ext uri="{FF2B5EF4-FFF2-40B4-BE49-F238E27FC236}">
                <a16:creationId xmlns:a16="http://schemas.microsoft.com/office/drawing/2014/main" id="{2D31147B-E7B4-46FF-A3F0-0A3A8D0232AB}"/>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3683518-A98E-4DD2-9345-00D555A667C5}"/>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NOT_RUN</a:t>
            </a:r>
            <a:r>
              <a:t> · PASS · FAIL</a:t>
            </a:r>
          </a:p>
        </p:txBody>
      </p:sp>
      <p:sp>
        <p:nvSpPr>
          <p:cNvPr id="6" name="">
            <a:extLst xmlns:a="http://schemas.openxmlformats.org/drawingml/2006/main">
              <a:ext uri="{FF2B5EF4-FFF2-40B4-BE49-F238E27FC236}">
                <a16:creationId xmlns:a16="http://schemas.microsoft.com/office/drawing/2014/main" id="{B54A7D11-F6B5-46A8-A5E2-54039E5552C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사용한 입력과 실행 환경, 실제 결과, 판정 이유를 적으세요.</a:t>
            </a:r>
          </a:p>
        </p:txBody>
      </p:sp>
      <p:sp>
        <p:nvSpPr>
          <p:cNvPr id="7" name="">
            <a:extLst xmlns:a="http://schemas.openxmlformats.org/drawingml/2006/main">
              <a:ext uri="{FF2B5EF4-FFF2-40B4-BE49-F238E27FC236}">
                <a16:creationId xmlns:a16="http://schemas.microsoft.com/office/drawing/2014/main" id="{5B3F8D6E-CF62-42F7-A4CA-D64CA1289B5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F670656-9DE7-4C0B-AF57-15C1F2E0386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8DB114B0-20A0-4DC4-A103-A6606470D1F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1101757009"/>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5A6191-FC5C-4C45-BCA7-594FA92BA8F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D4534CEC-33F6-4C4B-B065-6E996B416B9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조건을 바꿔 보기</a:t>
            </a:r>
          </a:p>
        </p:txBody>
      </p:sp>
      <p:sp>
        <p:nvSpPr>
          <p:cNvPr id="3" name="">
            <a:extLst xmlns:a="http://schemas.openxmlformats.org/drawingml/2006/main">
              <a:ext uri="{FF2B5EF4-FFF2-40B4-BE49-F238E27FC236}">
                <a16:creationId xmlns:a16="http://schemas.microsoft.com/office/drawing/2014/main" id="{CFB471A4-DB44-4C7E-9A47-1F7E8E8B9EE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T02 관찰을 review로 바꾸면 PASS입니다.</a:t>
            </a:r>
          </a:p>
        </p:txBody>
      </p:sp>
      <p:sp>
        <p:nvSpPr>
          <p:cNvPr id="4" name="">
            <a:extLst xmlns:a="http://schemas.openxmlformats.org/drawingml/2006/main">
              <a:ext uri="{FF2B5EF4-FFF2-40B4-BE49-F238E27FC236}">
                <a16:creationId xmlns:a16="http://schemas.microsoft.com/office/drawing/2014/main" id="{04756F53-DE18-4C8E-A26A-F177B1645CA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예제 표의 값만 바꾼 것입니다. 실제 제품을 다시 시험한 것은 아닙니다.</a:t>
            </a:r>
          </a:p>
        </p:txBody>
      </p:sp>
      <p:sp>
        <p:nvSpPr>
          <p:cNvPr id="5" name="">
            <a:extLst xmlns:a="http://schemas.openxmlformats.org/drawingml/2006/main">
              <a:ext uri="{FF2B5EF4-FFF2-40B4-BE49-F238E27FC236}">
                <a16:creationId xmlns:a16="http://schemas.microsoft.com/office/drawing/2014/main" id="{3F2FAFC6-F534-4496-AF5C-7F38EA78D7F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07272B-DEE2-4C51-9386-09FF699A286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96A2F9F8-18F2-44E9-891D-1B4030D74A7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467775549"/>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289623A-7589-4795-A5F5-D6A3AF407F8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D09A1A8-01D0-4BAC-85A9-F2D55293FF7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잘못 쓰기 쉬운 내용</a:t>
            </a:r>
          </a:p>
        </p:txBody>
      </p:sp>
      <p:sp>
        <p:nvSpPr>
          <p:cNvPr id="3" name="">
            <a:extLst xmlns:a="http://schemas.openxmlformats.org/drawingml/2006/main">
              <a:ext uri="{FF2B5EF4-FFF2-40B4-BE49-F238E27FC236}">
                <a16:creationId xmlns:a16="http://schemas.microsoft.com/office/drawing/2014/main" id="{27674EDB-75C6-49E3-88B8-08CECA9CB1C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0E5F80F-82DB-412F-A329-FAE8749B7B3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기획서 작성과 실제 제품 시험은 별개의 작업입니다.</a:t>
            </a:r>
          </a:p>
        </p:txBody>
      </p:sp>
      <p:sp>
        <p:nvSpPr>
          <p:cNvPr id="5" name="">
            <a:extLst xmlns:a="http://schemas.openxmlformats.org/drawingml/2006/main">
              <a:ext uri="{FF2B5EF4-FFF2-40B4-BE49-F238E27FC236}">
                <a16:creationId xmlns:a16="http://schemas.microsoft.com/office/drawing/2014/main" id="{9BEBD781-3D51-48FF-829B-C1457FBAC29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C8C398-3F15-4788-A52A-45B05AC0771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C869CC4-420B-4CC1-9A44-1FC85AA7593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실행하지 않은 시험은 </a:t>
            </a:r>
            <a:r>
              <a:rPr b="1">
                <a:solidFill>
                  <a:srgbClr val="002FA7"/>
                </a:solidFill>
              </a:rPr>
              <a:t>NOT_RUN</a:t>
            </a:r>
            <a:r>
              <a:t>으로 기록하세요.</a:t>
            </a:r>
          </a:p>
        </p:txBody>
      </p:sp>
      <p:sp>
        <p:nvSpPr>
          <p:cNvPr id="8" name="">
            <a:extLst xmlns:a="http://schemas.openxmlformats.org/drawingml/2006/main">
              <a:ext uri="{FF2B5EF4-FFF2-40B4-BE49-F238E27FC236}">
                <a16:creationId xmlns:a16="http://schemas.microsoft.com/office/drawing/2014/main" id="{062EBFAB-013E-4AB4-845C-0AF2A5B4033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F2853BE-9ED2-49A2-8E29-DF7EAE9588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6A9AFBC2-541D-4452-8E6C-7EE3219008D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2130031432"/>
      </p:ext>
    </p:extLst>
  </p:cSld>
</p:sld>
</file>

<file path=ppt/slides/slide6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46759C-7B1B-4C9D-A844-794A1CB23DA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7740AD37-5C36-4C6D-A8CC-729368CFC9B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FA0B47F8-7AAD-4319-B3E2-A3F60A2FA08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PASS·FAIL·NOT_RUN은 각각 언제 기록하나요?</a:t>
            </a:r>
          </a:p>
        </p:txBody>
      </p:sp>
      <p:sp>
        <p:nvSpPr>
          <p:cNvPr id="4" name="">
            <a:extLst xmlns:a="http://schemas.openxmlformats.org/drawingml/2006/main">
              <a:ext uri="{FF2B5EF4-FFF2-40B4-BE49-F238E27FC236}">
                <a16:creationId xmlns:a16="http://schemas.microsoft.com/office/drawing/2014/main" id="{5399BD0B-E383-4E24-BA84-7D08E745309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2/4를 제품 완성도라 부를 수 없는 이유는?</a:t>
            </a:r>
          </a:p>
        </p:txBody>
      </p:sp>
      <p:sp>
        <p:nvSpPr>
          <p:cNvPr id="5" name="">
            <a:extLst xmlns:a="http://schemas.openxmlformats.org/drawingml/2006/main">
              <a:ext uri="{FF2B5EF4-FFF2-40B4-BE49-F238E27FC236}">
                <a16:creationId xmlns:a16="http://schemas.microsoft.com/office/drawing/2014/main" id="{42A249B2-0DD9-4F28-828F-9C90524BA03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B1F74B-C68E-49F8-94B7-8A7D4A35AA7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7599CF0C-B5E0-4A36-9C7B-1A15414586C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067</a:t>
            </a:r>
          </a:p>
        </p:txBody>
      </p:sp>
    </p:spTree>
    <p:extLst>
      <p:ext uri="{BB962C8B-B14F-4D97-AF65-F5344CB8AC3E}">
        <p14:creationId xmlns:p14="http://schemas.microsoft.com/office/powerpoint/2010/main" val="937865893"/>
      </p:ext>
    </p:extLst>
  </p:cSld>
</p:sld>
</file>

<file path=ppt/slides/slide6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C00BC51-85DE-4E84-A228-CD0F0EBC4157}"/>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842B613C-86CB-409A-B4F9-C3DAEDC0DE6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B40A8174-9CDA-43FA-A304-47A71CA33B2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통과2·실패1·미실행2</a:t>
            </a:r>
          </a:p>
        </p:txBody>
      </p:sp>
      <p:sp>
        <p:nvSpPr>
          <p:cNvPr id="4" name="">
            <a:extLst xmlns:a="http://schemas.openxmlformats.org/drawingml/2006/main">
              <a:ext uri="{FF2B5EF4-FFF2-40B4-BE49-F238E27FC236}">
                <a16:creationId xmlns:a16="http://schemas.microsoft.com/office/drawing/2014/main" id="{A0C59CDB-C0D4-46AB-9B22-3D633A7ECE9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계획 대비와 실행 대비 통과 비율을 쓰세요.</a:t>
            </a:r>
          </a:p>
        </p:txBody>
      </p:sp>
      <p:sp>
        <p:nvSpPr>
          <p:cNvPr id="5" name="">
            <a:extLst xmlns:a="http://schemas.openxmlformats.org/drawingml/2006/main">
              <a:ext uri="{FF2B5EF4-FFF2-40B4-BE49-F238E27FC236}">
                <a16:creationId xmlns:a16="http://schemas.microsoft.com/office/drawing/2014/main" id="{0F51E0EA-4764-4B6C-9916-D9F1880541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724DBA-DA94-48D0-9494-D272DD8F57E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051F64D9-C62D-4E39-9371-0C6215CEE3A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068</a:t>
            </a:r>
          </a:p>
        </p:txBody>
      </p:sp>
    </p:spTree>
    <p:extLst>
      <p:ext uri="{BB962C8B-B14F-4D97-AF65-F5344CB8AC3E}">
        <p14:creationId xmlns:p14="http://schemas.microsoft.com/office/powerpoint/2010/main" val="1745378881"/>
      </p:ext>
    </p:extLst>
  </p:cSld>
</p:sld>
</file>

<file path=ppt/slides/slide6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1BFBAB-8CCA-41CF-84D0-4A4D8EE7BD7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5206847-7EE4-4C00-B4AD-39EECC26E498}"/>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8C2A9FFC-F8FF-496F-836D-2102BC388414}"/>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08BA765E-23E8-494B-B1B9-DD9F77ACB467}"/>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작업·선행 조건·견적</a:t>
            </a:r>
          </a:p>
        </p:txBody>
      </p:sp>
      <p:sp>
        <p:nvSpPr>
          <p:cNvPr id="5" name="">
            <a:extLst xmlns:a="http://schemas.openxmlformats.org/drawingml/2006/main">
              <a:ext uri="{FF2B5EF4-FFF2-40B4-BE49-F238E27FC236}">
                <a16:creationId xmlns:a16="http://schemas.microsoft.com/office/drawing/2014/main" id="{CFBCE23D-BC94-4BF9-B191-AE9F44381570}"/>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8CFA4FE-56A2-456D-B03E-DB1EC8D89E57}"/>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8C6A7C58-DAE2-43DC-9A90-2565FA842806}"/>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53A3788A-0C52-4280-8873-B6F3DCAEBB63}"/>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설명 → 예제 따라 하기 → 직접 해 보기 → 풀이</a:t>
            </a:r>
          </a:p>
        </p:txBody>
      </p:sp>
      <p:sp>
        <p:nvSpPr>
          <p:cNvPr id="9" name="">
            <a:extLst xmlns:a="http://schemas.openxmlformats.org/drawingml/2006/main">
              <a:ext uri="{FF2B5EF4-FFF2-40B4-BE49-F238E27FC236}">
                <a16:creationId xmlns:a16="http://schemas.microsoft.com/office/drawing/2014/main" id="{F7C9417B-27E2-4362-AD86-80D0EE7B7A11}"/>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A224AC0D-9DF8-45B4-BCA9-97296DE938E0}"/>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069</a:t>
            </a:r>
          </a:p>
        </p:txBody>
      </p:sp>
    </p:spTree>
    <p:extLst>
      <p:ext uri="{BB962C8B-B14F-4D97-AF65-F5344CB8AC3E}">
        <p14:creationId xmlns:p14="http://schemas.microsoft.com/office/powerpoint/2010/main" val="1602335232"/>
      </p:ext>
    </p:extLst>
  </p:cSld>
</p:sld>
</file>

<file path=ppt/slides/slide7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4BFCE7-A1A7-4BC1-BEE5-E7E6FB9127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0E2F14C-A3F9-4C0A-B392-DCD44FE77AA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해야 할 작업 나누기</a:t>
            </a:r>
          </a:p>
        </p:txBody>
      </p:sp>
      <p:sp>
        <p:nvSpPr>
          <p:cNvPr id="3" name="">
            <a:extLst xmlns:a="http://schemas.openxmlformats.org/drawingml/2006/main">
              <a:ext uri="{FF2B5EF4-FFF2-40B4-BE49-F238E27FC236}">
                <a16:creationId xmlns:a16="http://schemas.microsoft.com/office/drawing/2014/main" id="{9D50F885-EAA9-4F54-812C-F239110EDC7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BF5FD39-CAFF-4A39-981E-BEB2741B886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W1</a:t>
            </a:r>
            <a:r>
              <a:t> 데이터 규칙·샘플 · W2 값 검사</a:t>
            </a:r>
          </a:p>
        </p:txBody>
      </p:sp>
      <p:sp>
        <p:nvSpPr>
          <p:cNvPr id="5" name="">
            <a:extLst xmlns:a="http://schemas.openxmlformats.org/drawingml/2006/main">
              <a:ext uri="{FF2B5EF4-FFF2-40B4-BE49-F238E27FC236}">
                <a16:creationId xmlns:a16="http://schemas.microsoft.com/office/drawing/2014/main" id="{DC095020-D676-4D7E-B146-08A3BE5B35B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1093A0-2C5D-486C-BC0B-8B8DA7D90BF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A8A0740-5CAE-4AE5-BDEF-764366D2ED8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W3 화면 · W4 통합·시험·안내</a:t>
            </a:r>
          </a:p>
        </p:txBody>
      </p:sp>
      <p:sp>
        <p:nvSpPr>
          <p:cNvPr id="8" name="">
            <a:extLst xmlns:a="http://schemas.openxmlformats.org/drawingml/2006/main">
              <a:ext uri="{FF2B5EF4-FFF2-40B4-BE49-F238E27FC236}">
                <a16:creationId xmlns:a16="http://schemas.microsoft.com/office/drawing/2014/main" id="{21156EE1-643E-4576-BD9A-A64ACA3CCCB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F14CEED-C2A4-4E60-958D-1D12614D05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6A0F3F1D-D700-455A-A2C3-C704FA234DB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070</a:t>
            </a:r>
          </a:p>
        </p:txBody>
      </p:sp>
    </p:spTree>
    <p:extLst>
      <p:ext uri="{BB962C8B-B14F-4D97-AF65-F5344CB8AC3E}">
        <p14:creationId xmlns:p14="http://schemas.microsoft.com/office/powerpoint/2010/main" val="1902096268"/>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DBB36F4-2CE2-4460-A2C9-1569A454FD3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6DBA641F-57F8-4906-9265-A8856B96151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작업의 선행 관계</a:t>
            </a:r>
          </a:p>
        </p:txBody>
      </p:sp>
      <p:sp>
        <p:nvSpPr>
          <p:cNvPr id="3" name="">
            <a:extLst xmlns:a="http://schemas.openxmlformats.org/drawingml/2006/main">
              <a:ext uri="{FF2B5EF4-FFF2-40B4-BE49-F238E27FC236}">
                <a16:creationId xmlns:a16="http://schemas.microsoft.com/office/drawing/2014/main" id="{C392C466-2A12-4D9E-94E6-71712640325D}"/>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3935E5BC-9E9F-44B2-AEDE-2386A0F436C2}"/>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W1</a:t>
            </a:r>
            <a:r>
              <a:t>에서 데이터 규칙을 정한 뒤 </a:t>
            </a:r>
            <a:r>
              <a:rPr b="1">
                <a:solidFill>
                  <a:srgbClr val="002FA7"/>
                </a:solidFill>
              </a:rPr>
              <a:t>W2</a:t>
            </a:r>
            <a:r>
              <a:t>·</a:t>
            </a:r>
            <a:r>
              <a:rPr b="1">
                <a:solidFill>
                  <a:srgbClr val="002FA7"/>
                </a:solidFill>
              </a:rPr>
              <a:t>W3</a:t>
            </a:r>
            <a:r>
              <a:t>을 진행합니다.</a:t>
            </a:r>
          </a:p>
        </p:txBody>
      </p:sp>
      <p:sp>
        <p:nvSpPr>
          <p:cNvPr id="5" name="">
            <a:extLst xmlns:a="http://schemas.openxmlformats.org/drawingml/2006/main">
              <a:ext uri="{FF2B5EF4-FFF2-40B4-BE49-F238E27FC236}">
                <a16:creationId xmlns:a16="http://schemas.microsoft.com/office/drawing/2014/main" id="{19CFD518-759C-41FB-A42F-ACDEA9792EE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BE5C9F-AA01-458F-A100-439586F22D3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01304606-C40C-4EE6-8C93-73114D85739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먼저 끝나야 할 작업과 확인 결과를 적으세요.</a:t>
            </a:r>
          </a:p>
        </p:txBody>
      </p:sp>
      <p:sp>
        <p:nvSpPr>
          <p:cNvPr id="8" name="">
            <a:extLst xmlns:a="http://schemas.openxmlformats.org/drawingml/2006/main">
              <a:ext uri="{FF2B5EF4-FFF2-40B4-BE49-F238E27FC236}">
                <a16:creationId xmlns:a16="http://schemas.microsoft.com/office/drawing/2014/main" id="{B83A323B-7FCE-4933-9006-24FDED016EA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9C7904C-CC87-437A-976E-6A1A46DA506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539CB61F-F38B-4F00-9506-58E7005451A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712630160"/>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1D5D25-8606-4D49-9810-2682C03193D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1384D55-DE12-4065-BA7F-A9CA0E4329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작업량과 달력 기간</a:t>
            </a:r>
          </a:p>
        </p:txBody>
      </p:sp>
      <p:sp>
        <p:nvSpPr>
          <p:cNvPr id="3" name="">
            <a:extLst xmlns:a="http://schemas.openxmlformats.org/drawingml/2006/main">
              <a:ext uri="{FF2B5EF4-FFF2-40B4-BE49-F238E27FC236}">
                <a16:creationId xmlns:a16="http://schemas.microsoft.com/office/drawing/2014/main" id="{3DC0C7CE-2C14-48A7-8B3B-74F2B9A8FADF}"/>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79FB8A9-34DA-409E-99FD-F2CB984A0AF0}"/>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가정 작업량: </a:t>
            </a:r>
            <a:r>
              <a:rPr b="1">
                <a:solidFill>
                  <a:srgbClr val="002FA7"/>
                </a:solidFill>
              </a:rPr>
              <a:t>2+4+3+3=12시간</a:t>
            </a:r>
          </a:p>
        </p:txBody>
      </p:sp>
      <p:sp>
        <p:nvSpPr>
          <p:cNvPr id="5" name="">
            <a:extLst xmlns:a="http://schemas.openxmlformats.org/drawingml/2006/main">
              <a:ext uri="{FF2B5EF4-FFF2-40B4-BE49-F238E27FC236}">
                <a16:creationId xmlns:a16="http://schemas.microsoft.com/office/drawing/2014/main" id="{573910E0-CF22-4A4C-9DE3-5A23981631FF}"/>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팀원 수만으로 달력 기간을 나누지 않습니다.</a:t>
            </a:r>
          </a:p>
        </p:txBody>
      </p:sp>
      <p:sp>
        <p:nvSpPr>
          <p:cNvPr id="6" name="">
            <a:extLst xmlns:a="http://schemas.openxmlformats.org/drawingml/2006/main">
              <a:ext uri="{FF2B5EF4-FFF2-40B4-BE49-F238E27FC236}">
                <a16:creationId xmlns:a16="http://schemas.microsoft.com/office/drawing/2014/main" id="{1BE208EC-4C13-4221-9494-B8F6EDD5944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9F50C718-C713-4416-ACB1-7B17624A9CA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DB752985-4E63-46DB-9FF8-425F3215E85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1627098094"/>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27B3875-856F-4D0C-B19C-54A4D592DF2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1DFD06F1-0565-4793-B2AD-627DB939BFE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작업이 끝났는지 확인하는 방법</a:t>
            </a:r>
          </a:p>
        </p:txBody>
      </p:sp>
      <p:sp>
        <p:nvSpPr>
          <p:cNvPr id="3" name="">
            <a:extLst xmlns:a="http://schemas.openxmlformats.org/drawingml/2006/main">
              <a:ext uri="{FF2B5EF4-FFF2-40B4-BE49-F238E27FC236}">
                <a16:creationId xmlns:a16="http://schemas.microsoft.com/office/drawing/2014/main" id="{048C81E9-BBAA-4948-B8BD-95ADA270714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B853396-1E10-440A-A544-538E455CE27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샘플 승인</a:t>
            </a:r>
            <a:r>
              <a:t> · 정상·오류 출력 · 세 상태 화면</a:t>
            </a:r>
          </a:p>
        </p:txBody>
      </p:sp>
      <p:sp>
        <p:nvSpPr>
          <p:cNvPr id="5" name="">
            <a:extLst xmlns:a="http://schemas.openxmlformats.org/drawingml/2006/main">
              <a:ext uri="{FF2B5EF4-FFF2-40B4-BE49-F238E27FC236}">
                <a16:creationId xmlns:a16="http://schemas.microsoft.com/office/drawing/2014/main" id="{18309B25-AFB3-4DE5-B340-C5734372121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A83137B-D9AD-4D52-9114-F8729565AF4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919C2BD-8874-48D0-BAB9-4FBCC42C8C7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예정 시간이 지나도 결과를 확인해야 작업을 끝낼 수 있습니다.</a:t>
            </a:r>
          </a:p>
        </p:txBody>
      </p:sp>
      <p:sp>
        <p:nvSpPr>
          <p:cNvPr id="8" name="">
            <a:extLst xmlns:a="http://schemas.openxmlformats.org/drawingml/2006/main">
              <a:ext uri="{FF2B5EF4-FFF2-40B4-BE49-F238E27FC236}">
                <a16:creationId xmlns:a16="http://schemas.microsoft.com/office/drawing/2014/main" id="{1023908B-C6E2-4A48-9CB5-AC4A7D30CA7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1F9710F-F05F-4017-A4B9-F6591C043E6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631D1092-AC4F-41E4-8550-F6F02B905B2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193425690"/>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059233-E238-43AE-A111-A1914206916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19E0F65-048B-4D19-9115-BC29E47D6F0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작업 시간과 가정 시급</a:t>
            </a:r>
          </a:p>
        </p:txBody>
      </p:sp>
      <p:sp>
        <p:nvSpPr>
          <p:cNvPr id="3" name="">
            <a:extLst xmlns:a="http://schemas.openxmlformats.org/drawingml/2006/main">
              <a:ext uri="{FF2B5EF4-FFF2-40B4-BE49-F238E27FC236}">
                <a16:creationId xmlns:a16="http://schemas.microsoft.com/office/drawing/2014/main" id="{860373CB-4200-4D41-8232-D4F7C292D9B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8F8D5E4-58B2-4EB4-B7C8-B9ED2A3048D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12시간</a:t>
            </a:r>
            <a:r>
              <a:t> × 가정 시급 </a:t>
            </a:r>
            <a:r>
              <a:rPr b="1">
                <a:solidFill>
                  <a:srgbClr val="002FA7"/>
                </a:solidFill>
              </a:rPr>
              <a:t>30,000원</a:t>
            </a:r>
          </a:p>
        </p:txBody>
      </p:sp>
      <p:sp>
        <p:nvSpPr>
          <p:cNvPr id="5" name="">
            <a:extLst xmlns:a="http://schemas.openxmlformats.org/drawingml/2006/main">
              <a:ext uri="{FF2B5EF4-FFF2-40B4-BE49-F238E27FC236}">
                <a16:creationId xmlns:a16="http://schemas.microsoft.com/office/drawing/2014/main" id="{6A09137E-BAE4-40A9-A7DC-8C3970B1A9EA}"/>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A8A0150-B40D-4156-8A33-606354D2170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683AFA82-7E6E-427D-85B1-F362174BF7C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비용 </a:t>
            </a:r>
            <a:r>
              <a:rPr b="1">
                <a:solidFill>
                  <a:srgbClr val="002FA7"/>
                </a:solidFill>
              </a:rPr>
              <a:t>360,000원</a:t>
            </a:r>
          </a:p>
        </p:txBody>
      </p:sp>
      <p:sp>
        <p:nvSpPr>
          <p:cNvPr id="8" name="">
            <a:extLst xmlns:a="http://schemas.openxmlformats.org/drawingml/2006/main">
              <a:ext uri="{FF2B5EF4-FFF2-40B4-BE49-F238E27FC236}">
                <a16:creationId xmlns:a16="http://schemas.microsoft.com/office/drawing/2014/main" id="{7798165B-837D-4681-B46D-06DC91CABAF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76604DA-C1B4-41FC-B3BC-6B7B0446C3C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E6461615-EBB1-4CDF-9895-D15920EE96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524131170"/>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E6BC26F-5EE8-46F5-B052-7FAB532F902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DDD99037-F11C-4B73-9B15-1482F318564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견적 여유와 별도 비용</a:t>
            </a:r>
          </a:p>
        </p:txBody>
      </p:sp>
      <p:sp>
        <p:nvSpPr>
          <p:cNvPr id="3" name="">
            <a:extLst xmlns:a="http://schemas.openxmlformats.org/drawingml/2006/main">
              <a:ext uri="{FF2B5EF4-FFF2-40B4-BE49-F238E27FC236}">
                <a16:creationId xmlns:a16="http://schemas.microsoft.com/office/drawing/2014/main" id="{822E3E59-D26C-4358-84AA-13F2F9056C1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DE8569D-FA95-467E-8D21-287818E1CD4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20% 여유 </a:t>
            </a:r>
            <a:r>
              <a:rPr b="1">
                <a:solidFill>
                  <a:srgbClr val="002FA7"/>
                </a:solidFill>
              </a:rPr>
              <a:t>72,000원</a:t>
            </a:r>
            <a:r>
              <a:t> → 합계 </a:t>
            </a:r>
            <a:r>
              <a:rPr b="1">
                <a:solidFill>
                  <a:srgbClr val="002FA7"/>
                </a:solidFill>
              </a:rPr>
              <a:t>432,000원</a:t>
            </a:r>
          </a:p>
        </p:txBody>
      </p:sp>
      <p:sp>
        <p:nvSpPr>
          <p:cNvPr id="5" name="">
            <a:extLst xmlns:a="http://schemas.openxmlformats.org/drawingml/2006/main">
              <a:ext uri="{FF2B5EF4-FFF2-40B4-BE49-F238E27FC236}">
                <a16:creationId xmlns:a16="http://schemas.microsoft.com/office/drawing/2014/main" id="{DA54560A-F376-4757-87F5-B4F1447B065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2E479E5-A9C0-48AB-B75B-7544ABABA4D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1CD8269-C705-4040-AF54-20D0FB4C16D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장비·서버·API·세금 포함 여부는 따로 씁니다.</a:t>
            </a:r>
          </a:p>
        </p:txBody>
      </p:sp>
      <p:sp>
        <p:nvSpPr>
          <p:cNvPr id="8" name="">
            <a:extLst xmlns:a="http://schemas.openxmlformats.org/drawingml/2006/main">
              <a:ext uri="{FF2B5EF4-FFF2-40B4-BE49-F238E27FC236}">
                <a16:creationId xmlns:a16="http://schemas.microsoft.com/office/drawing/2014/main" id="{7EAB8FE4-42AC-426E-9013-23815772084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73B8BBE-424F-45EF-BC89-096E389B0D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40263B1F-3189-484D-BA9E-C7692607AF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643698784"/>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3C95C92-3C48-4DD1-A3C8-E56E6A0AD8B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2EA343FF-468D-45B1-8CA3-337132DB225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가정 견적 계산 예제</a:t>
            </a:r>
          </a:p>
        </p:txBody>
      </p:sp>
      <p:sp>
        <p:nvSpPr>
          <p:cNvPr id="3" name="">
            <a:extLst xmlns:a="http://schemas.openxmlformats.org/drawingml/2006/main">
              <a:ext uri="{FF2B5EF4-FFF2-40B4-BE49-F238E27FC236}">
                <a16:creationId xmlns:a16="http://schemas.microsoft.com/office/drawing/2014/main" id="{519677C7-7C63-41E3-AB9D-1A23EFED825C}"/>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E75CAF9D-0F2B-4146-A2B0-0BF643A15B7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33E8B1E1-67FC-483B-9272-FF871F56F5A3}"/>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hours = 12</a:t>
            </a:r>
          </a:p>
        </p:txBody>
      </p:sp>
      <p:sp>
        <p:nvSpPr>
          <p:cNvPr id="6" name="">
            <a:extLst xmlns:a="http://schemas.openxmlformats.org/drawingml/2006/main">
              <a:ext uri="{FF2B5EF4-FFF2-40B4-BE49-F238E27FC236}">
                <a16:creationId xmlns:a16="http://schemas.microsoft.com/office/drawing/2014/main" id="{DE7CC537-6E4A-4945-BE09-84E90B3F3A6F}"/>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43B34773-E26E-4654-8CB1-DFCA93AE7738}"/>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rate_won = 30000</a:t>
            </a:r>
          </a:p>
        </p:txBody>
      </p:sp>
      <p:sp>
        <p:nvSpPr>
          <p:cNvPr id="8" name="">
            <a:extLst xmlns:a="http://schemas.openxmlformats.org/drawingml/2006/main">
              <a:ext uri="{FF2B5EF4-FFF2-40B4-BE49-F238E27FC236}">
                <a16:creationId xmlns:a16="http://schemas.microsoft.com/office/drawing/2014/main" id="{AC8C77B8-C925-4E32-A89D-3C2AEDEF9BF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63B658A-EE2F-4DF3-90FB-406CBB34DFD0}"/>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reserve_rate = 0.20</a:t>
            </a:r>
          </a:p>
        </p:txBody>
      </p:sp>
      <p:sp>
        <p:nvSpPr>
          <p:cNvPr id="10" name="">
            <a:extLst xmlns:a="http://schemas.openxmlformats.org/drawingml/2006/main">
              <a:ext uri="{FF2B5EF4-FFF2-40B4-BE49-F238E27FC236}">
                <a16:creationId xmlns:a16="http://schemas.microsoft.com/office/drawing/2014/main" id="{9F5E2BCA-6845-450C-871A-A67CF38221DE}"/>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093C4590-8508-457F-A75E-049D19C09BC4}"/>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base_won = hours * rate_won</a:t>
            </a:r>
          </a:p>
        </p:txBody>
      </p:sp>
      <p:sp>
        <p:nvSpPr>
          <p:cNvPr id="12" name="">
            <a:extLst xmlns:a="http://schemas.openxmlformats.org/drawingml/2006/main">
              <a:ext uri="{FF2B5EF4-FFF2-40B4-BE49-F238E27FC236}">
                <a16:creationId xmlns:a16="http://schemas.microsoft.com/office/drawing/2014/main" id="{15E7C5C6-7B89-4A06-8FBF-B65A839FF235}"/>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B92C931E-E6F8-4C6A-B0D6-349CF0CF2212}"/>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reserve_won = base_won * reserve_rate</a:t>
            </a:r>
          </a:p>
        </p:txBody>
      </p:sp>
      <p:sp>
        <p:nvSpPr>
          <p:cNvPr id="14" name="">
            <a:extLst xmlns:a="http://schemas.openxmlformats.org/drawingml/2006/main">
              <a:ext uri="{FF2B5EF4-FFF2-40B4-BE49-F238E27FC236}">
                <a16:creationId xmlns:a16="http://schemas.microsoft.com/office/drawing/2014/main" id="{1F513D7A-8D2C-4975-8D11-DD77106C682C}"/>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E4E4C6A0-8041-4281-9E03-BB0C776F6AC7}"/>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total_won = base_won + reserve_won</a:t>
            </a:r>
          </a:p>
        </p:txBody>
      </p:sp>
      <p:sp>
        <p:nvSpPr>
          <p:cNvPr id="16" name="">
            <a:extLst xmlns:a="http://schemas.openxmlformats.org/drawingml/2006/main">
              <a:ext uri="{FF2B5EF4-FFF2-40B4-BE49-F238E27FC236}">
                <a16:creationId xmlns:a16="http://schemas.microsoft.com/office/drawing/2014/main" id="{7828DBA7-444D-49B7-9B53-6B41FE746F01}"/>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AB40B61C-0CE9-4895-BBB9-801E579651D0}"/>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print(round(total_won))</a:t>
            </a:r>
          </a:p>
        </p:txBody>
      </p:sp>
      <p:sp>
        <p:nvSpPr>
          <p:cNvPr id="18" name="">
            <a:extLst xmlns:a="http://schemas.openxmlformats.org/drawingml/2006/main">
              <a:ext uri="{FF2B5EF4-FFF2-40B4-BE49-F238E27FC236}">
                <a16:creationId xmlns:a16="http://schemas.microsoft.com/office/drawing/2014/main" id="{7820EB79-3AFD-4741-9503-7FB8D038189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FDC1702-6AEC-4D96-8822-30157DE2A4C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20" name="">
            <a:extLst xmlns:a="http://schemas.openxmlformats.org/drawingml/2006/main">
              <a:ext uri="{FF2B5EF4-FFF2-40B4-BE49-F238E27FC236}">
                <a16:creationId xmlns:a16="http://schemas.microsoft.com/office/drawing/2014/main" id="{97933BEF-0268-43C8-982F-E798EAE923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1490917319"/>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E558BFB-329B-433A-9FCB-EE5EB57E2B5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722ABD6-4AD9-476B-918C-47BE8D0AF0E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BDA01C8E-B7A5-47B5-AE87-8E29B766D842}"/>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1FED466A-FA6E-4891-9DA4-58ADCC706570}"/>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시간·시급·여유 비율을 정합니다.</a:t>
            </a:r>
          </a:p>
        </p:txBody>
      </p:sp>
      <p:sp>
        <p:nvSpPr>
          <p:cNvPr id="5" name="">
            <a:extLst xmlns:a="http://schemas.openxmlformats.org/drawingml/2006/main">
              <a:ext uri="{FF2B5EF4-FFF2-40B4-BE49-F238E27FC236}">
                <a16:creationId xmlns:a16="http://schemas.microsoft.com/office/drawing/2014/main" id="{06561C35-60B8-4056-98DE-8AC4E74061D3}"/>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B6E7EBB-17EB-4B7B-BA1B-1E1A323DA9BF}"/>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4~5행:</a:t>
            </a:r>
          </a:p>
        </p:txBody>
      </p:sp>
      <p:sp>
        <p:nvSpPr>
          <p:cNvPr id="7" name="">
            <a:extLst xmlns:a="http://schemas.openxmlformats.org/drawingml/2006/main">
              <a:ext uri="{FF2B5EF4-FFF2-40B4-BE49-F238E27FC236}">
                <a16:creationId xmlns:a16="http://schemas.microsoft.com/office/drawing/2014/main" id="{7E318B43-D89E-4F21-93CE-3E4CCB6D405B}"/>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기본 비용과 여유를 계산합니다.</a:t>
            </a:r>
          </a:p>
        </p:txBody>
      </p:sp>
      <p:sp>
        <p:nvSpPr>
          <p:cNvPr id="8" name="">
            <a:extLst xmlns:a="http://schemas.openxmlformats.org/drawingml/2006/main">
              <a:ext uri="{FF2B5EF4-FFF2-40B4-BE49-F238E27FC236}">
                <a16:creationId xmlns:a16="http://schemas.microsoft.com/office/drawing/2014/main" id="{FBC782BF-B2DB-42F1-9CD9-9A6AAE5F7E2D}"/>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883D512-E0F8-46BB-BE42-0AC0D9AD756F}"/>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0" name="">
            <a:extLst xmlns:a="http://schemas.openxmlformats.org/drawingml/2006/main">
              <a:ext uri="{FF2B5EF4-FFF2-40B4-BE49-F238E27FC236}">
                <a16:creationId xmlns:a16="http://schemas.microsoft.com/office/drawing/2014/main" id="{49398E48-A011-424A-9CCD-F2DDB90BE937}"/>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두 금액을 더합니다.</a:t>
            </a:r>
          </a:p>
        </p:txBody>
      </p:sp>
      <p:sp>
        <p:nvSpPr>
          <p:cNvPr id="11" name="">
            <a:extLst xmlns:a="http://schemas.openxmlformats.org/drawingml/2006/main">
              <a:ext uri="{FF2B5EF4-FFF2-40B4-BE49-F238E27FC236}">
                <a16:creationId xmlns:a16="http://schemas.microsoft.com/office/drawing/2014/main" id="{E6381E01-A7E4-4734-A618-B8352BB10F65}"/>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20D225A-A196-48DA-82B3-3C835367556D}"/>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C9CFB305-CF3E-4869-B850-119D2C04B78B}"/>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합계를 출력합니다.</a:t>
            </a:r>
          </a:p>
        </p:txBody>
      </p:sp>
      <p:sp>
        <p:nvSpPr>
          <p:cNvPr id="14" name="">
            <a:extLst xmlns:a="http://schemas.openxmlformats.org/drawingml/2006/main">
              <a:ext uri="{FF2B5EF4-FFF2-40B4-BE49-F238E27FC236}">
                <a16:creationId xmlns:a16="http://schemas.microsoft.com/office/drawing/2014/main" id="{4F383F65-555A-4B8B-9A7D-20F34054645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C761607-EF14-4277-AF86-18843231929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6" name="">
            <a:extLst xmlns:a="http://schemas.openxmlformats.org/drawingml/2006/main">
              <a:ext uri="{FF2B5EF4-FFF2-40B4-BE49-F238E27FC236}">
                <a16:creationId xmlns:a16="http://schemas.microsoft.com/office/drawing/2014/main" id="{EA58C523-9A0A-40C1-A85B-626C17B60BA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1729321147"/>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2390F45E-DC71-4E38-BA7D-B5B83F963F1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ED73ADD-A46A-4780-A118-D136CC09FB9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60D57083-5F0D-4666-BCC9-0FC399E03F63}"/>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5741F53-B6AB-41AD-8CE5-0A5725E1F38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917C9F25-3800-410B-9251-D5E6451AD443}"/>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4C28068-0AE3-4D62-B95F-07DB14CBFE6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646FD40-5E65-4284-992B-96A5B5A5211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work/03_estimate.py</a:t>
            </a:r>
          </a:p>
        </p:txBody>
      </p:sp>
      <p:sp>
        <p:nvSpPr>
          <p:cNvPr id="8" name="">
            <a:extLst xmlns:a="http://schemas.openxmlformats.org/drawingml/2006/main">
              <a:ext uri="{FF2B5EF4-FFF2-40B4-BE49-F238E27FC236}">
                <a16:creationId xmlns:a16="http://schemas.microsoft.com/office/drawing/2014/main" id="{57F9A4DB-9FA0-4B76-9C8A-79D62D433DF4}"/>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50D91405-051C-40C3-8187-F78FDF824975}"/>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E2DCBE5-1A22-4F90-AD55-DF3FA380B382}"/>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work/03_estimate.py</a:t>
            </a:r>
          </a:p>
        </p:txBody>
      </p:sp>
      <p:sp>
        <p:nvSpPr>
          <p:cNvPr id="11" name="">
            <a:extLst xmlns:a="http://schemas.openxmlformats.org/drawingml/2006/main">
              <a:ext uri="{FF2B5EF4-FFF2-40B4-BE49-F238E27FC236}">
                <a16:creationId xmlns:a16="http://schemas.microsoft.com/office/drawing/2014/main" id="{7F49DB10-BEB5-40C0-BE2A-7DC790EDF7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4497811-AAA1-48C4-BD2B-CB3C55D7AA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99E04E35-D3C8-4FCE-9A25-FEAA52F0DB4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939664911"/>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17E956E-14C0-4D43-A81F-736B33FC40C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86D865E-CD00-4438-889D-485C9B1055E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5D609B20-3B6D-42A9-AB50-5AC6CBCC2B21}"/>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0D66A4A-068A-4EB1-BAE0-A4014FD075A2}"/>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기본 360,000원 + 여유 72,000원</a:t>
            </a:r>
          </a:p>
        </p:txBody>
      </p:sp>
      <p:sp>
        <p:nvSpPr>
          <p:cNvPr id="5" name="">
            <a:extLst xmlns:a="http://schemas.openxmlformats.org/drawingml/2006/main">
              <a:ext uri="{FF2B5EF4-FFF2-40B4-BE49-F238E27FC236}">
                <a16:creationId xmlns:a16="http://schemas.microsoft.com/office/drawing/2014/main" id="{40EE778E-D863-4DB0-BF02-2A6347A8D3DE}"/>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합계 432,000원</a:t>
            </a:r>
          </a:p>
        </p:txBody>
      </p:sp>
      <p:sp>
        <p:nvSpPr>
          <p:cNvPr id="6" name="">
            <a:extLst xmlns:a="http://schemas.openxmlformats.org/drawingml/2006/main">
              <a:ext uri="{FF2B5EF4-FFF2-40B4-BE49-F238E27FC236}">
                <a16:creationId xmlns:a16="http://schemas.microsoft.com/office/drawing/2014/main" id="{7BCE0E46-9605-4BCE-A9FB-02F60C9F6AAC}"/>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실제 계약 가격이 아닌 계산 연습입니다.</a:t>
            </a:r>
          </a:p>
        </p:txBody>
      </p:sp>
      <p:sp>
        <p:nvSpPr>
          <p:cNvPr id="7" name="">
            <a:extLst xmlns:a="http://schemas.openxmlformats.org/drawingml/2006/main">
              <a:ext uri="{FF2B5EF4-FFF2-40B4-BE49-F238E27FC236}">
                <a16:creationId xmlns:a16="http://schemas.microsoft.com/office/drawing/2014/main" id="{002205C8-5832-4EB1-BEF9-BB74392ACE8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7818F61-1EB3-4265-B353-3AFBFF63171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9" name="">
            <a:extLst xmlns:a="http://schemas.openxmlformats.org/drawingml/2006/main">
              <a:ext uri="{FF2B5EF4-FFF2-40B4-BE49-F238E27FC236}">
                <a16:creationId xmlns:a16="http://schemas.microsoft.com/office/drawing/2014/main" id="{9C0B7936-EBA3-4E2D-8F08-7008E2C3B9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76097463"/>
      </p:ext>
    </p:extLst>
  </p:cSld>
</p:sld>
</file>

<file path=ppt/slides/slide8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1CE05B-8014-43D8-B595-FFEAD94ABE7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A5C47F4B-A65C-4075-AEC1-5200C97074E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81ECD99B-8DFE-4A66-98A4-EE23CAA68E8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작업 8시간 · 가정 시급 25,000원</a:t>
            </a:r>
          </a:p>
        </p:txBody>
      </p:sp>
      <p:sp>
        <p:nvSpPr>
          <p:cNvPr id="4" name="">
            <a:extLst xmlns:a="http://schemas.openxmlformats.org/drawingml/2006/main">
              <a:ext uri="{FF2B5EF4-FFF2-40B4-BE49-F238E27FC236}">
                <a16:creationId xmlns:a16="http://schemas.microsoft.com/office/drawing/2014/main" id="{6ABB9E8E-ACD3-4920-8B81-B1B1641860C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여유 15%의 합계를 계산하세요.</a:t>
            </a:r>
          </a:p>
        </p:txBody>
      </p:sp>
      <p:sp>
        <p:nvSpPr>
          <p:cNvPr id="5" name="">
            <a:extLst xmlns:a="http://schemas.openxmlformats.org/drawingml/2006/main">
              <a:ext uri="{FF2B5EF4-FFF2-40B4-BE49-F238E27FC236}">
                <a16:creationId xmlns:a16="http://schemas.microsoft.com/office/drawing/2014/main" id="{415A65E0-EE52-44F3-8B28-0697FE6194F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361B7E1-420A-4424-BA28-468A3BE65D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A4F1B5B0-AB4F-4B72-AAA6-51601F5BDEB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080</a:t>
            </a:r>
          </a:p>
        </p:txBody>
      </p:sp>
    </p:spTree>
    <p:extLst>
      <p:ext uri="{BB962C8B-B14F-4D97-AF65-F5344CB8AC3E}">
        <p14:creationId xmlns:p14="http://schemas.microsoft.com/office/powerpoint/2010/main" val="1696834633"/>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42EDD5-53A5-4C23-94B0-DB081BB3554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B85A8650-9A64-4463-BFD1-67FBD546B0F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a:t>
            </a:r>
          </a:p>
        </p:txBody>
      </p:sp>
      <p:sp>
        <p:nvSpPr>
          <p:cNvPr id="3" name="">
            <a:extLst xmlns:a="http://schemas.openxmlformats.org/drawingml/2006/main">
              <a:ext uri="{FF2B5EF4-FFF2-40B4-BE49-F238E27FC236}">
                <a16:creationId xmlns:a16="http://schemas.microsoft.com/office/drawing/2014/main" id="{3FBA59FE-FBDF-46A3-99DB-1336B03DBDDA}"/>
              </a:ext>
            </a:extLst>
          </p:cNvPr>
          <p:cNvSpPr>
            <a:spLocks xmlns:a="http://schemas.openxmlformats.org/drawingml/2006/main" noGrp="1"/>
          </p:cNvSpPr>
          <p:nvPr/>
        </p:nvSpPr>
        <p:spPr>
          <a:xfrm xmlns:a="http://schemas.openxmlformats.org/drawingml/2006/main">
            <a:off x="609600" y="254317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기본 200,000원 + 여유 30,000원</a:t>
            </a:r>
          </a:p>
        </p:txBody>
      </p:sp>
      <p:sp>
        <p:nvSpPr>
          <p:cNvPr id="4" name="">
            <a:extLst xmlns:a="http://schemas.openxmlformats.org/drawingml/2006/main">
              <a:ext uri="{FF2B5EF4-FFF2-40B4-BE49-F238E27FC236}">
                <a16:creationId xmlns:a16="http://schemas.microsoft.com/office/drawing/2014/main" id="{B1FF73F3-8290-466C-9302-E9D62CEEF6D3}"/>
              </a:ext>
            </a:extLst>
          </p:cNvPr>
          <p:cNvSpPr>
            <a:spLocks xmlns:a="http://schemas.openxmlformats.org/drawingml/2006/main" noGrp="1"/>
          </p:cNvSpPr>
          <p:nvPr/>
        </p:nvSpPr>
        <p:spPr>
          <a:xfrm xmlns:a="http://schemas.openxmlformats.org/drawingml/2006/main">
            <a:off x="609600" y="3638550"/>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합계 230,000원</a:t>
            </a:r>
          </a:p>
        </p:txBody>
      </p:sp>
      <p:sp>
        <p:nvSpPr>
          <p:cNvPr id="5" name="">
            <a:extLst xmlns:a="http://schemas.openxmlformats.org/drawingml/2006/main">
              <a:ext uri="{FF2B5EF4-FFF2-40B4-BE49-F238E27FC236}">
                <a16:creationId xmlns:a16="http://schemas.microsoft.com/office/drawing/2014/main" id="{001F5033-17C6-4496-B1B4-5F2B3037F585}"/>
              </a:ext>
            </a:extLst>
          </p:cNvPr>
          <p:cNvSpPr>
            <a:spLocks xmlns:a="http://schemas.openxmlformats.org/drawingml/2006/main" noGrp="1"/>
          </p:cNvSpPr>
          <p:nvPr/>
        </p:nvSpPr>
        <p:spPr>
          <a:xfrm xmlns:a="http://schemas.openxmlformats.org/drawingml/2006/main">
            <a:off x="609600" y="4733925"/>
            <a:ext cx="109728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추가 비용과 수정할 수 있는 범위도 적으세요.</a:t>
            </a:r>
          </a:p>
        </p:txBody>
      </p:sp>
      <p:sp>
        <p:nvSpPr>
          <p:cNvPr id="6" name="">
            <a:extLst xmlns:a="http://schemas.openxmlformats.org/drawingml/2006/main">
              <a:ext uri="{FF2B5EF4-FFF2-40B4-BE49-F238E27FC236}">
                <a16:creationId xmlns:a16="http://schemas.microsoft.com/office/drawing/2014/main" id="{7D792CCA-ED74-4087-9210-0F225F3DB79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FDFA427-F6B3-4E7C-B77E-C7F38C02A07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43FDE17D-885A-4C63-820F-6103956EFE7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1119241178"/>
      </p:ext>
    </p:extLst>
  </p:cSld>
</p:sld>
</file>

<file path=ppt/slides/slide8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6FE4B9-CBF1-454A-81AC-89BF6299A61D}"/>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F3DAB6C-692F-4161-9A9B-09233CDB4CB9}"/>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조건을 바꿔 보기</a:t>
            </a:r>
          </a:p>
        </p:txBody>
      </p:sp>
      <p:sp>
        <p:nvSpPr>
          <p:cNvPr id="3" name="">
            <a:extLst xmlns:a="http://schemas.openxmlformats.org/drawingml/2006/main">
              <a:ext uri="{FF2B5EF4-FFF2-40B4-BE49-F238E27FC236}">
                <a16:creationId xmlns:a16="http://schemas.microsoft.com/office/drawing/2014/main" id="{BBF400B0-2ADD-4F7E-AF76-5C2EF6C68633}"/>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참고 코드의 hours를 8로 바꿉니다.</a:t>
            </a:r>
          </a:p>
        </p:txBody>
      </p:sp>
      <p:sp>
        <p:nvSpPr>
          <p:cNvPr id="4" name="">
            <a:extLst xmlns:a="http://schemas.openxmlformats.org/drawingml/2006/main">
              <a:ext uri="{FF2B5EF4-FFF2-40B4-BE49-F238E27FC236}">
                <a16:creationId xmlns:a16="http://schemas.microsoft.com/office/drawing/2014/main" id="{53FF00A3-35B5-46FE-B9AC-75C1FDF939DF}"/>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시급·여유 유지 시 합계 288,000원입니다.</a:t>
            </a:r>
          </a:p>
        </p:txBody>
      </p:sp>
      <p:sp>
        <p:nvSpPr>
          <p:cNvPr id="5" name="">
            <a:extLst xmlns:a="http://schemas.openxmlformats.org/drawingml/2006/main">
              <a:ext uri="{FF2B5EF4-FFF2-40B4-BE49-F238E27FC236}">
                <a16:creationId xmlns:a16="http://schemas.microsoft.com/office/drawing/2014/main" id="{FE1082F6-9D7B-41BB-B270-F98B708D3E8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19F7CD4-1C5B-49B4-A020-BD5CDF6EF68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ED4B4E2E-EA26-47F7-A3CD-9424E714427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082</a:t>
            </a:r>
          </a:p>
        </p:txBody>
      </p:sp>
    </p:spTree>
    <p:extLst>
      <p:ext uri="{BB962C8B-B14F-4D97-AF65-F5344CB8AC3E}">
        <p14:creationId xmlns:p14="http://schemas.microsoft.com/office/powerpoint/2010/main" val="1391452138"/>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A728B0-C5C6-4C6B-9267-7687D455D17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182A988-CCD8-463C-AD2C-2ABB4A1FD1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잘못 쓰기 쉬운 내용</a:t>
            </a:r>
          </a:p>
        </p:txBody>
      </p:sp>
      <p:sp>
        <p:nvSpPr>
          <p:cNvPr id="3" name="">
            <a:extLst xmlns:a="http://schemas.openxmlformats.org/drawingml/2006/main">
              <a:ext uri="{FF2B5EF4-FFF2-40B4-BE49-F238E27FC236}">
                <a16:creationId xmlns:a16="http://schemas.microsoft.com/office/drawing/2014/main" id="{60CB4B64-830B-4F67-AC77-9C0B2306B2B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38A24A6-0AFD-4F1C-B81B-DF8EC0DF93F6}"/>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20%</a:t>
            </a:r>
            <a:r>
              <a:t>는 20이 아니라 0.20입니다.</a:t>
            </a:r>
          </a:p>
        </p:txBody>
      </p:sp>
      <p:sp>
        <p:nvSpPr>
          <p:cNvPr id="5" name="">
            <a:extLst xmlns:a="http://schemas.openxmlformats.org/drawingml/2006/main">
              <a:ext uri="{FF2B5EF4-FFF2-40B4-BE49-F238E27FC236}">
                <a16:creationId xmlns:a16="http://schemas.microsoft.com/office/drawing/2014/main" id="{0803BBD2-F39C-4993-9D75-B88AB2037667}"/>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F67CA5-4FB0-4B87-B3DA-8195A52C4A1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9471680-FA4C-4225-80F7-0614043C3F4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기능을 추가하면 오류 처리, 시험, 문서 수정 시간도 다시 계산합니다.</a:t>
            </a:r>
          </a:p>
        </p:txBody>
      </p:sp>
      <p:sp>
        <p:nvSpPr>
          <p:cNvPr id="8" name="">
            <a:extLst xmlns:a="http://schemas.openxmlformats.org/drawingml/2006/main">
              <a:ext uri="{FF2B5EF4-FFF2-40B4-BE49-F238E27FC236}">
                <a16:creationId xmlns:a16="http://schemas.microsoft.com/office/drawing/2014/main" id="{6BFF19ED-CF4A-4C39-B747-3C52CA85ECF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CF32A0A-11AE-4667-B9E7-D8DFA8B72D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794F9BB8-66D8-480C-A4B9-F3F94C51E5B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760411769"/>
      </p:ext>
    </p:extLst>
  </p:cSld>
</p:sld>
</file>

<file path=ppt/slides/slide8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B35A19-0707-4689-84A2-434AFBC1AA0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6A0C099F-1691-45B1-A622-4860EE20440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3507D9C8-CDA3-472F-9B06-D5F9CEF8A22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총 작업 시간과 실제 완료 날짜는 어떻게 다른가요?</a:t>
            </a:r>
          </a:p>
        </p:txBody>
      </p:sp>
      <p:sp>
        <p:nvSpPr>
          <p:cNvPr id="4" name="">
            <a:extLst xmlns:a="http://schemas.openxmlformats.org/drawingml/2006/main">
              <a:ext uri="{FF2B5EF4-FFF2-40B4-BE49-F238E27FC236}">
                <a16:creationId xmlns:a16="http://schemas.microsoft.com/office/drawing/2014/main" id="{5B882629-9F9B-4921-A015-F8A94270F40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견적에서 아직 정하지 않은 비용은 무엇인가요?</a:t>
            </a:r>
          </a:p>
        </p:txBody>
      </p:sp>
      <p:sp>
        <p:nvSpPr>
          <p:cNvPr id="5" name="">
            <a:extLst xmlns:a="http://schemas.openxmlformats.org/drawingml/2006/main">
              <a:ext uri="{FF2B5EF4-FFF2-40B4-BE49-F238E27FC236}">
                <a16:creationId xmlns:a16="http://schemas.microsoft.com/office/drawing/2014/main" id="{4DF08C42-04D4-4951-92E8-7029EDFE4FF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8E96D3A-F486-4B59-AA99-634DE1392B1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43E0C618-CBE8-4564-BA6F-D699912EC0D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084</a:t>
            </a:r>
          </a:p>
        </p:txBody>
      </p:sp>
    </p:spTree>
    <p:extLst>
      <p:ext uri="{BB962C8B-B14F-4D97-AF65-F5344CB8AC3E}">
        <p14:creationId xmlns:p14="http://schemas.microsoft.com/office/powerpoint/2010/main" val="1946398742"/>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66FE80-D369-4281-BA83-620E1070953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F73D5DFE-8A86-4328-BBAE-EF0B818E9CA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53430D47-8C99-4D13-8ACA-5C731F7DA9C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10시간·시급2만원·여유10%</a:t>
            </a:r>
          </a:p>
        </p:txBody>
      </p:sp>
      <p:sp>
        <p:nvSpPr>
          <p:cNvPr id="4" name="">
            <a:extLst xmlns:a="http://schemas.openxmlformats.org/drawingml/2006/main">
              <a:ext uri="{FF2B5EF4-FFF2-40B4-BE49-F238E27FC236}">
                <a16:creationId xmlns:a16="http://schemas.microsoft.com/office/drawing/2014/main" id="{5FB78C4D-81B0-4B9C-8C64-84C10909A4A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견적과 기능 추가 영향을 쓰세요.</a:t>
            </a:r>
          </a:p>
        </p:txBody>
      </p:sp>
      <p:sp>
        <p:nvSpPr>
          <p:cNvPr id="5" name="">
            <a:extLst xmlns:a="http://schemas.openxmlformats.org/drawingml/2006/main">
              <a:ext uri="{FF2B5EF4-FFF2-40B4-BE49-F238E27FC236}">
                <a16:creationId xmlns:a16="http://schemas.microsoft.com/office/drawing/2014/main" id="{264142A2-A0DC-4E58-A8A3-D2FCAB77AB9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EECF20-94A0-4FF6-9CB8-23177413D8A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CA240F44-5A26-438E-A675-890E65C6845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1066495693"/>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C48E51F-234D-4088-A75D-F50CAE22C021}"/>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9B7A13-5D8B-4BD9-8B9C-5EA0CC73D276}"/>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72646523-EBA1-4FB8-8D32-588B9C9AA119}"/>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D900DB44-67A3-485B-AD67-8D211585985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기획 통합·발표·수정</a:t>
            </a:r>
          </a:p>
        </p:txBody>
      </p:sp>
      <p:sp>
        <p:nvSpPr>
          <p:cNvPr id="5" name="">
            <a:extLst xmlns:a="http://schemas.openxmlformats.org/drawingml/2006/main">
              <a:ext uri="{FF2B5EF4-FFF2-40B4-BE49-F238E27FC236}">
                <a16:creationId xmlns:a16="http://schemas.microsoft.com/office/drawing/2014/main" id="{AD5859B0-9FA4-4033-A309-9A991CED417C}"/>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EC4720-218F-42AB-844C-0BE23B2A337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0C3CABBE-208E-40A9-9306-8DA9A459F39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63D0AD21-591E-4C17-AF19-AC0972FF9DAA}"/>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설명 → 예제 따라 하기 → 직접 해 보기 → 풀이</a:t>
            </a:r>
          </a:p>
        </p:txBody>
      </p:sp>
      <p:sp>
        <p:nvSpPr>
          <p:cNvPr id="9" name="">
            <a:extLst xmlns:a="http://schemas.openxmlformats.org/drawingml/2006/main">
              <a:ext uri="{FF2B5EF4-FFF2-40B4-BE49-F238E27FC236}">
                <a16:creationId xmlns:a16="http://schemas.microsoft.com/office/drawing/2014/main" id="{BAC7A67D-7B55-499E-B1DC-DAA9B2200595}"/>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2026.10.30</a:t>
            </a:r>
          </a:p>
        </p:txBody>
      </p:sp>
      <p:sp>
        <p:nvSpPr>
          <p:cNvPr id="10" name="">
            <a:extLst xmlns:a="http://schemas.openxmlformats.org/drawingml/2006/main">
              <a:ext uri="{FF2B5EF4-FFF2-40B4-BE49-F238E27FC236}">
                <a16:creationId xmlns:a16="http://schemas.microsoft.com/office/drawing/2014/main" id="{FFEE09CD-B577-4358-A671-EE2FC9EA142B}"/>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107328411"/>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414B09C-8E49-4CDC-BDEB-FC213D79B1E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CB36A370-382E-4E6F-B7A9-9BDBAA6F35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문제·요구·시험의 일치</a:t>
            </a:r>
          </a:p>
        </p:txBody>
      </p:sp>
      <p:sp>
        <p:nvSpPr>
          <p:cNvPr id="3" name="">
            <a:extLst xmlns:a="http://schemas.openxmlformats.org/drawingml/2006/main">
              <a:ext uri="{FF2B5EF4-FFF2-40B4-BE49-F238E27FC236}">
                <a16:creationId xmlns:a16="http://schemas.microsoft.com/office/drawing/2014/main" id="{B9F27DA1-9E10-41AE-8BF9-C2B16A715C5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8AFF84B-BBD9-490D-84F2-7CF20BC14B2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근거 → 문제 → 작은 범위 → 요구 → 시험</a:t>
            </a:r>
          </a:p>
        </p:txBody>
      </p:sp>
      <p:sp>
        <p:nvSpPr>
          <p:cNvPr id="5" name="">
            <a:extLst xmlns:a="http://schemas.openxmlformats.org/drawingml/2006/main">
              <a:ext uri="{FF2B5EF4-FFF2-40B4-BE49-F238E27FC236}">
                <a16:creationId xmlns:a16="http://schemas.microsoft.com/office/drawing/2014/main" id="{992F9AF5-88DC-46D2-A21F-D3D67050B9E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DD3ED25-F56B-4392-833C-7D99A049406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1ECBA81-59E9-4263-BB11-1BFABDE7C54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기획서에 적은 기능에 맞춰 데이터와 작업 계획을 작성하세요.</a:t>
            </a:r>
          </a:p>
        </p:txBody>
      </p:sp>
      <p:sp>
        <p:nvSpPr>
          <p:cNvPr id="8" name="">
            <a:extLst xmlns:a="http://schemas.openxmlformats.org/drawingml/2006/main">
              <a:ext uri="{FF2B5EF4-FFF2-40B4-BE49-F238E27FC236}">
                <a16:creationId xmlns:a16="http://schemas.microsoft.com/office/drawing/2014/main" id="{38C62582-2B15-4324-9163-BDA8A08DDA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16597C-E7D6-4E07-B51B-6C707D83CCA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63A67D2-06FE-4F88-BD22-36723E393A6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756011049"/>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5C5966-73A9-4851-A1D4-EB2AC571B5D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5878934-3034-4D1D-9E0F-98B858134A1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2분 발표의 구성</a:t>
            </a:r>
          </a:p>
        </p:txBody>
      </p:sp>
      <p:sp>
        <p:nvSpPr>
          <p:cNvPr id="3" name="">
            <a:extLst xmlns:a="http://schemas.openxmlformats.org/drawingml/2006/main">
              <a:ext uri="{FF2B5EF4-FFF2-40B4-BE49-F238E27FC236}">
                <a16:creationId xmlns:a16="http://schemas.microsoft.com/office/drawing/2014/main" id="{A3F7EDDD-7C46-4984-885B-894462371A0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A06962D8-08B4-4385-BBEC-1BB70D69EFAC}"/>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문제</a:t>
            </a:r>
            <a:r>
              <a:t>·근거 → 입력·결과 → 시험</a:t>
            </a:r>
          </a:p>
        </p:txBody>
      </p:sp>
      <p:sp>
        <p:nvSpPr>
          <p:cNvPr id="5" name="">
            <a:extLst xmlns:a="http://schemas.openxmlformats.org/drawingml/2006/main">
              <a:ext uri="{FF2B5EF4-FFF2-40B4-BE49-F238E27FC236}">
                <a16:creationId xmlns:a16="http://schemas.microsoft.com/office/drawing/2014/main" id="{B4945803-7ECA-4695-8408-D331800999C0}"/>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DDC52AE-9990-453E-86C7-D376267A6C34}"/>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544BC55-5F73-407D-99FB-94F3DDED9FB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마지막에는 더 확인해야 할 질문을 말하세요.</a:t>
            </a:r>
          </a:p>
        </p:txBody>
      </p:sp>
      <p:sp>
        <p:nvSpPr>
          <p:cNvPr id="8" name="">
            <a:extLst xmlns:a="http://schemas.openxmlformats.org/drawingml/2006/main">
              <a:ext uri="{FF2B5EF4-FFF2-40B4-BE49-F238E27FC236}">
                <a16:creationId xmlns:a16="http://schemas.microsoft.com/office/drawing/2014/main" id="{37DBA64A-0A38-4E39-A5F9-500B63058C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78E377-61B0-4011-BAED-2AFDEDC776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72B4B335-8170-4C0B-A95B-3B0DFF9658C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574141970"/>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93D8645-58F4-4BE3-AF21-038B36E27DA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064E0B3-276A-44FC-B859-CDC5BE8531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기대 효과와 측정 근거</a:t>
            </a:r>
          </a:p>
        </p:txBody>
      </p:sp>
      <p:sp>
        <p:nvSpPr>
          <p:cNvPr id="3" name="">
            <a:extLst xmlns:a="http://schemas.openxmlformats.org/drawingml/2006/main">
              <a:ext uri="{FF2B5EF4-FFF2-40B4-BE49-F238E27FC236}">
                <a16:creationId xmlns:a16="http://schemas.microsoft.com/office/drawing/2014/main" id="{E418C3FD-4A38-433C-A8F5-91159E7BBCD2}"/>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현장에서 측정한 효과는 아직 없습니다.</a:t>
            </a:r>
          </a:p>
        </p:txBody>
      </p:sp>
      <p:sp>
        <p:nvSpPr>
          <p:cNvPr id="4" name="">
            <a:extLst xmlns:a="http://schemas.openxmlformats.org/drawingml/2006/main">
              <a:ext uri="{FF2B5EF4-FFF2-40B4-BE49-F238E27FC236}">
                <a16:creationId xmlns:a16="http://schemas.microsoft.com/office/drawing/2014/main" id="{521E7B8C-138E-4FAD-81F5-13F3501D464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예상한 효과와 그 효과를 측정할 방법을 적으세요.</a:t>
            </a:r>
          </a:p>
        </p:txBody>
      </p:sp>
      <p:sp>
        <p:nvSpPr>
          <p:cNvPr id="5" name="">
            <a:extLst xmlns:a="http://schemas.openxmlformats.org/drawingml/2006/main">
              <a:ext uri="{FF2B5EF4-FFF2-40B4-BE49-F238E27FC236}">
                <a16:creationId xmlns:a16="http://schemas.microsoft.com/office/drawing/2014/main" id="{48C2B689-21E5-48C0-85C1-E5088941283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6F6B2BB-834B-459F-B4E4-3E9E440632E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FF1F71C5-2559-4738-94BA-1746CC77DD9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2060627178"/>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FA1EE0B-DB81-40FC-B968-06B4BC7E9A9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C69F1F8-E243-4072-AF44-86C79002DE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피드백과 관련 문서</a:t>
            </a:r>
          </a:p>
        </p:txBody>
      </p:sp>
      <p:sp>
        <p:nvSpPr>
          <p:cNvPr id="3" name="">
            <a:extLst xmlns:a="http://schemas.openxmlformats.org/drawingml/2006/main">
              <a:ext uri="{FF2B5EF4-FFF2-40B4-BE49-F238E27FC236}">
                <a16:creationId xmlns:a16="http://schemas.microsoft.com/office/drawing/2014/main" id="{56225AA0-34A5-4AB8-843C-E27B61EFA20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89E8CB2F-5886-43E1-B766-0445EFA1ED0A}"/>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카메라 보류 → 범위</a:t>
            </a:r>
            <a:r>
              <a:t>·시험·위험·견적 변경</a:t>
            </a:r>
          </a:p>
        </p:txBody>
      </p:sp>
      <p:sp>
        <p:nvSpPr>
          <p:cNvPr id="5" name="">
            <a:extLst xmlns:a="http://schemas.openxmlformats.org/drawingml/2006/main">
              <a:ext uri="{FF2B5EF4-FFF2-40B4-BE49-F238E27FC236}">
                <a16:creationId xmlns:a16="http://schemas.microsoft.com/office/drawing/2014/main" id="{023489EA-FF6C-4608-8142-8E9E935F810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586191E-40C4-406B-9B8A-78A871B5856E}"/>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B93A2553-4369-42B9-845D-A0CDA6F9910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발표문만 고치면 시험표와 견적에는 카메라 내용이 남습니다.</a:t>
            </a:r>
          </a:p>
        </p:txBody>
      </p:sp>
      <p:sp>
        <p:nvSpPr>
          <p:cNvPr id="8" name="">
            <a:extLst xmlns:a="http://schemas.openxmlformats.org/drawingml/2006/main">
              <a:ext uri="{FF2B5EF4-FFF2-40B4-BE49-F238E27FC236}">
                <a16:creationId xmlns:a16="http://schemas.microsoft.com/office/drawing/2014/main" id="{CCEDB194-8835-41B9-A759-AB7F64A97C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6BE8438-FAE3-4BE4-A08E-F22F439067F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F1EC251-6416-4DB1-8D82-74276FD6DD0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699984610"/>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970D6E-57A3-4FE0-AE8C-182AA51E557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22FAE17-1975-4682-B05A-BF725BFF96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변경 이력과 영향</a:t>
            </a:r>
          </a:p>
        </p:txBody>
      </p:sp>
      <p:sp>
        <p:nvSpPr>
          <p:cNvPr id="3" name="">
            <a:extLst xmlns:a="http://schemas.openxmlformats.org/drawingml/2006/main">
              <a:ext uri="{FF2B5EF4-FFF2-40B4-BE49-F238E27FC236}">
                <a16:creationId xmlns:a16="http://schemas.microsoft.com/office/drawing/2014/main" id="{09044F55-4431-4651-973C-1892A188764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466AAD6-993A-42B4-B659-85F7763A165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변경 전</a:t>
            </a:r>
            <a:r>
              <a:t> · 변경 후 · 이유 · 관련 ID · 담당</a:t>
            </a:r>
          </a:p>
        </p:txBody>
      </p:sp>
      <p:sp>
        <p:nvSpPr>
          <p:cNvPr id="5" name="">
            <a:extLst xmlns:a="http://schemas.openxmlformats.org/drawingml/2006/main">
              <a:ext uri="{FF2B5EF4-FFF2-40B4-BE49-F238E27FC236}">
                <a16:creationId xmlns:a16="http://schemas.microsoft.com/office/drawing/2014/main" id="{82715368-6857-49D6-8EBD-4B760F38282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82849FA-2C87-42B3-906B-2C07CD5F33D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D355191-3E11-4872-BD79-81952E59BBF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다음 담당자가 무엇을 왜 바꿨는지 알 수 있어야 합니다.</a:t>
            </a:r>
          </a:p>
        </p:txBody>
      </p:sp>
      <p:sp>
        <p:nvSpPr>
          <p:cNvPr id="8" name="">
            <a:extLst xmlns:a="http://schemas.openxmlformats.org/drawingml/2006/main">
              <a:ext uri="{FF2B5EF4-FFF2-40B4-BE49-F238E27FC236}">
                <a16:creationId xmlns:a16="http://schemas.microsoft.com/office/drawing/2014/main" id="{E3B876D7-9C50-4884-9B0F-A49D8C820DE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A780852-806A-424C-AF14-0D82DBA5410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96BB1B02-9B37-475E-9A34-7AFD29FE9DB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2034429523"/>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D1D11F6-3E71-42B2-B07F-A4530026775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0EE30AB4-81C6-46CE-93B7-4DEF1D0218E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기획 완료와 제품 검증</a:t>
            </a:r>
          </a:p>
        </p:txBody>
      </p:sp>
      <p:sp>
        <p:nvSpPr>
          <p:cNvPr id="3" name="">
            <a:extLst xmlns:a="http://schemas.openxmlformats.org/drawingml/2006/main">
              <a:ext uri="{FF2B5EF4-FFF2-40B4-BE49-F238E27FC236}">
                <a16:creationId xmlns:a16="http://schemas.microsoft.com/office/drawing/2014/main" id="{C63B35D8-C4CD-46E8-B97F-2105160AE6B7}"/>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8576EA48-C7A3-400D-B191-5226240C3D16}"/>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이번에 완료할 것: 기획서 작성과 예제 코드 실행</a:t>
            </a:r>
          </a:p>
        </p:txBody>
      </p:sp>
      <p:sp>
        <p:nvSpPr>
          <p:cNvPr id="5" name="">
            <a:extLst xmlns:a="http://schemas.openxmlformats.org/drawingml/2006/main">
              <a:ext uri="{FF2B5EF4-FFF2-40B4-BE49-F238E27FC236}">
                <a16:creationId xmlns:a16="http://schemas.microsoft.com/office/drawing/2014/main" id="{A47C17E7-25DF-4708-87CD-6F6B349BCE9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실제 제품 개발·사용자 시험·장비 성능 시험은 별도로 진행</a:t>
            </a:r>
          </a:p>
        </p:txBody>
      </p:sp>
      <p:sp>
        <p:nvSpPr>
          <p:cNvPr id="6" name="">
            <a:extLst xmlns:a="http://schemas.openxmlformats.org/drawingml/2006/main">
              <a:ext uri="{FF2B5EF4-FFF2-40B4-BE49-F238E27FC236}">
                <a16:creationId xmlns:a16="http://schemas.microsoft.com/office/drawing/2014/main" id="{1A31132C-CB60-4F35-B847-A5C50EE76E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77EA11B-7136-44B8-B476-D579722C482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5504EB10-2A6F-4485-8C48-65720699E3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539630049"/>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C0DF7F-1478-4D72-A768-CA6806068D8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1758C01-D846-4759-951D-C7D3762E9C9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기획 인수인계 묶음</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5247861"/>
                <a:gridCol w="5724939"/>
              </a:tblGrid>
              <a:tr h="685800">
                <a:tc>
                  <a:txBody>
                    <a:bodyPr wrap="square"/>
                    <a:lstStyle/>
                    <a:p>
                      <a:pPr>
                        <a:lnSpc>
                          <a:spcPct val="94000"/>
                        </a:lnSpc>
                        <a:buNone/>
                      </a:pPr>
                      <a:r>
                        <a:rPr sz="2100" b="1">
                          <a:solidFill>
                            <a:srgbClr val="FFFFFF"/>
                          </a:solidFill>
                          <a:latin typeface="Noto Sans KR"/>
                          <a:ea typeface="Noto Sans KR"/>
                          <a:cs typeface="Noto Sans KR"/>
                        </a:rPr>
                        <a:t>문서</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서로 확인할 내용</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기획서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문제·범위·가정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데이터 계약</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키·값·누락</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요구·시험표</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입력·기대·관찰</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작업·변경 이력</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순서·비용·영향</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6313DEA1-4CCE-4C53-9D0E-CF11747BD2E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A81C109-AE47-43AE-9CB9-2D87284075E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6" name="">
            <a:extLst xmlns:a="http://schemas.openxmlformats.org/drawingml/2006/main">
              <a:ext uri="{FF2B5EF4-FFF2-40B4-BE49-F238E27FC236}">
                <a16:creationId xmlns:a16="http://schemas.microsoft.com/office/drawing/2014/main" id="{8A20EF79-FA78-4838-9CE5-7DA0E431C4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441380486"/>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DD52DB2-C755-4914-BBCB-3A4063ECA4E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CDCBC6E-91C0-4F92-8DDF-0077614CCCD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803D2A61-3FBA-44E2-8EFE-9FA70A16F057}"/>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FC887E4-550A-4F74-9E5A-E536B42D4FCF}"/>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t>기획서에 사용할 입력과 작업 완료 조건이 적혀 있나요?</a:t>
            </a:r>
          </a:p>
        </p:txBody>
      </p:sp>
      <p:sp>
        <p:nvSpPr>
          <p:cNvPr id="5" name="">
            <a:extLst xmlns:a="http://schemas.openxmlformats.org/drawingml/2006/main">
              <a:ext uri="{FF2B5EF4-FFF2-40B4-BE49-F238E27FC236}">
                <a16:creationId xmlns:a16="http://schemas.microsoft.com/office/drawing/2014/main" id="{08CB92A0-79E5-4075-A4B2-4A5CCBB4BFC0}"/>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기획서, 시험표, 견적의 값과 ID가 서로 맞는지 확인하세요.</a:t>
            </a:r>
          </a:p>
        </p:txBody>
      </p:sp>
      <p:sp>
        <p:nvSpPr>
          <p:cNvPr id="6" name="">
            <a:extLst xmlns:a="http://schemas.openxmlformats.org/drawingml/2006/main">
              <a:ext uri="{FF2B5EF4-FFF2-40B4-BE49-F238E27FC236}">
                <a16:creationId xmlns:a16="http://schemas.microsoft.com/office/drawing/2014/main" id="{53B5EABE-B3FA-4754-A3D3-DC5EF57E00C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31755D95-2E52-4A2A-8116-3F5CEDAD9B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AF39E273-D237-43C9-B8F1-D4C1C49452A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1194525690"/>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7AEF1B-8345-4D93-9959-DE937A0E1C7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88059CC6-EAA5-4E54-84DC-A98E1766F923}"/>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D0D0FBC7-4543-478C-B020-E0CC5763388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범위에서 카메라를 제외했습니다.</a:t>
            </a:r>
          </a:p>
        </p:txBody>
      </p:sp>
      <p:sp>
        <p:nvSpPr>
          <p:cNvPr id="4" name="">
            <a:extLst xmlns:a="http://schemas.openxmlformats.org/drawingml/2006/main">
              <a:ext uri="{FF2B5EF4-FFF2-40B4-BE49-F238E27FC236}">
                <a16:creationId xmlns:a16="http://schemas.microsoft.com/office/drawing/2014/main" id="{0EAC63CB-6E3D-4041-82B4-29AD194F96C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예산에는 구매, 시험표에는 실물 PASS가 있습니다.</a:t>
            </a:r>
          </a:p>
        </p:txBody>
      </p:sp>
      <p:sp>
        <p:nvSpPr>
          <p:cNvPr id="5" name="">
            <a:extLst xmlns:a="http://schemas.openxmlformats.org/drawingml/2006/main">
              <a:ext uri="{FF2B5EF4-FFF2-40B4-BE49-F238E27FC236}">
                <a16:creationId xmlns:a16="http://schemas.microsoft.com/office/drawing/2014/main" id="{4892F902-881F-4639-9C03-AD388339CD34}"/>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어디를 왜 고칠까요?</a:t>
            </a:r>
          </a:p>
        </p:txBody>
      </p:sp>
      <p:sp>
        <p:nvSpPr>
          <p:cNvPr id="6" name="">
            <a:extLst xmlns:a="http://schemas.openxmlformats.org/drawingml/2006/main">
              <a:ext uri="{FF2B5EF4-FFF2-40B4-BE49-F238E27FC236}">
                <a16:creationId xmlns:a16="http://schemas.microsoft.com/office/drawing/2014/main" id="{FF33FCAF-EBF8-4091-9589-1E94B2DCCC1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4DC8A05-ACC7-4752-9B86-97D4F5FDBE0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9314AE8E-1D00-46F6-BF3B-82B817DBB50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1641933688"/>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665E692-D562-4E8A-905B-D6A2A7B9D47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EC76AEF-3101-40B7-B621-99D611DD42E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a:t>
            </a:r>
          </a:p>
        </p:txBody>
      </p:sp>
      <p:sp>
        <p:nvSpPr>
          <p:cNvPr id="3" name="">
            <a:extLst xmlns:a="http://schemas.openxmlformats.org/drawingml/2006/main">
              <a:ext uri="{FF2B5EF4-FFF2-40B4-BE49-F238E27FC236}">
                <a16:creationId xmlns:a16="http://schemas.microsoft.com/office/drawing/2014/main" id="{15C74A73-7CD2-43AA-B234-E72E7FDA073A}"/>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PASS</a:t>
            </a:r>
          </a:p>
        </p:txBody>
      </p:sp>
      <p:sp>
        <p:nvSpPr>
          <p:cNvPr id="4" name="">
            <a:extLst xmlns:a="http://schemas.openxmlformats.org/drawingml/2006/main">
              <a:ext uri="{FF2B5EF4-FFF2-40B4-BE49-F238E27FC236}">
                <a16:creationId xmlns:a16="http://schemas.microsoft.com/office/drawing/2014/main" id="{439DFADE-80AD-4F94-8C26-CD3D4A1BE0EE}"/>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A108318-0445-4DA6-9045-5023D450FB0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카메라를 제외한 내용을 기능 목록, 예산, 시험표에 모두 반영하세요.</a:t>
            </a:r>
          </a:p>
        </p:txBody>
      </p:sp>
      <p:sp>
        <p:nvSpPr>
          <p:cNvPr id="6" name="">
            <a:extLst xmlns:a="http://schemas.openxmlformats.org/drawingml/2006/main">
              <a:ext uri="{FF2B5EF4-FFF2-40B4-BE49-F238E27FC236}">
                <a16:creationId xmlns:a16="http://schemas.microsoft.com/office/drawing/2014/main" id="{BCC55E71-0861-4F0D-B25C-932176C87B15}"/>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카메라 시험을 하지 않았다면 </a:t>
            </a:r>
            <a:r>
              <a:rPr b="1">
                <a:solidFill>
                  <a:srgbClr val="002FA7"/>
                </a:solidFill>
              </a:rPr>
              <a:t>PASS</a:t>
            </a:r>
            <a:r>
              <a:t>를 </a:t>
            </a:r>
            <a:r>
              <a:rPr b="1">
                <a:solidFill>
                  <a:srgbClr val="002FA7"/>
                </a:solidFill>
              </a:rPr>
              <a:t>NOT_RUN</a:t>
            </a:r>
            <a:r>
              <a:t>으로 고치세요.</a:t>
            </a:r>
          </a:p>
        </p:txBody>
      </p:sp>
      <p:sp>
        <p:nvSpPr>
          <p:cNvPr id="7" name="">
            <a:extLst xmlns:a="http://schemas.openxmlformats.org/drawingml/2006/main">
              <a:ext uri="{FF2B5EF4-FFF2-40B4-BE49-F238E27FC236}">
                <a16:creationId xmlns:a16="http://schemas.microsoft.com/office/drawing/2014/main" id="{BF996075-ACC4-4DB8-8A38-0C9EA5A6E873}"/>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필요한 장비 모델과 가지고 있는 장비도 확인하세요.</a:t>
            </a:r>
          </a:p>
        </p:txBody>
      </p:sp>
      <p:sp>
        <p:nvSpPr>
          <p:cNvPr id="8" name="">
            <a:extLst xmlns:a="http://schemas.openxmlformats.org/drawingml/2006/main">
              <a:ext uri="{FF2B5EF4-FFF2-40B4-BE49-F238E27FC236}">
                <a16:creationId xmlns:a16="http://schemas.microsoft.com/office/drawing/2014/main" id="{8D208F01-924E-477D-8D30-49371FEBA0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C25BFB2-2BB3-410C-9579-1CDC2F01C4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2D792439-E9F7-4D03-A11A-582BCA29AFE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2050784440"/>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7B97EE1-B963-40DC-91D2-84816B7E924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1DFED5F8-8F61-4B84-BA29-96C0857F49C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조건을 바꿔 보기</a:t>
            </a:r>
          </a:p>
        </p:txBody>
      </p:sp>
      <p:sp>
        <p:nvSpPr>
          <p:cNvPr id="3" name="">
            <a:extLst xmlns:a="http://schemas.openxmlformats.org/drawingml/2006/main">
              <a:ext uri="{FF2B5EF4-FFF2-40B4-BE49-F238E27FC236}">
                <a16:creationId xmlns:a16="http://schemas.microsoft.com/office/drawing/2014/main" id="{63B48586-662D-431A-B8C6-579360E4B7A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자동 잠금 요청이 추가되면</a:t>
            </a:r>
          </a:p>
        </p:txBody>
      </p:sp>
      <p:sp>
        <p:nvSpPr>
          <p:cNvPr id="4" name="">
            <a:extLst xmlns:a="http://schemas.openxmlformats.org/drawingml/2006/main">
              <a:ext uri="{FF2B5EF4-FFF2-40B4-BE49-F238E27FC236}">
                <a16:creationId xmlns:a16="http://schemas.microsoft.com/office/drawing/2014/main" id="{2AA53435-281A-481E-9ED6-F8ED686DEB27}"/>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장비·안전 조건·범위·시험·견적을 재검토합니다.</a:t>
            </a:r>
          </a:p>
        </p:txBody>
      </p:sp>
      <p:sp>
        <p:nvSpPr>
          <p:cNvPr id="5" name="">
            <a:extLst xmlns:a="http://schemas.openxmlformats.org/drawingml/2006/main">
              <a:ext uri="{FF2B5EF4-FFF2-40B4-BE49-F238E27FC236}">
                <a16:creationId xmlns:a16="http://schemas.microsoft.com/office/drawing/2014/main" id="{AA04E52E-C5C4-4367-80DE-3F8D73925B7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EEDEDB2-83F7-411A-9720-38BC45530E1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CBC00FDC-FF06-415B-9896-7248E9065A2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1814426094"/>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C0CD968-3313-4941-9303-D8B2F8B5169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EBBFEFAB-021A-4E7C-ADC6-A188C231353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잘못 쓰기 쉬운 내용</a:t>
            </a:r>
          </a:p>
        </p:txBody>
      </p:sp>
      <p:sp>
        <p:nvSpPr>
          <p:cNvPr id="3" name="">
            <a:extLst xmlns:a="http://schemas.openxmlformats.org/drawingml/2006/main">
              <a:ext uri="{FF2B5EF4-FFF2-40B4-BE49-F238E27FC236}">
                <a16:creationId xmlns:a16="http://schemas.microsoft.com/office/drawing/2014/main" id="{C027F343-636A-4932-991C-9BE381553FA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2B7AD2F-5BE8-45AA-BD8B-2EE594E559D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아직 모르는 조건은 확인이 필요하다고 적으세요.</a:t>
            </a:r>
          </a:p>
        </p:txBody>
      </p:sp>
      <p:sp>
        <p:nvSpPr>
          <p:cNvPr id="5" name="">
            <a:extLst xmlns:a="http://schemas.openxmlformats.org/drawingml/2006/main">
              <a:ext uri="{FF2B5EF4-FFF2-40B4-BE49-F238E27FC236}">
                <a16:creationId xmlns:a16="http://schemas.microsoft.com/office/drawing/2014/main" id="{9CC1EF76-955A-4BB2-8B29-5F7A68D554C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052D92E-71D2-4BCD-BC14-C6B5D5D66C4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B64C7C-D2BA-4B48-9301-56933D34D60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무엇을 물을지, 누구에게 물을지, 어떤 자료가 필요한지 적으세요.</a:t>
            </a:r>
          </a:p>
        </p:txBody>
      </p:sp>
      <p:sp>
        <p:nvSpPr>
          <p:cNvPr id="8" name="">
            <a:extLst xmlns:a="http://schemas.openxmlformats.org/drawingml/2006/main">
              <a:ext uri="{FF2B5EF4-FFF2-40B4-BE49-F238E27FC236}">
                <a16:creationId xmlns:a16="http://schemas.microsoft.com/office/drawing/2014/main" id="{A1A8F607-BC5E-4EEB-86C0-E6F2090E68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D9747B6-BDDC-48D3-96AB-FA8BD27C28B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0" name="">
            <a:extLst xmlns:a="http://schemas.openxmlformats.org/drawingml/2006/main">
              <a:ext uri="{FF2B5EF4-FFF2-40B4-BE49-F238E27FC236}">
                <a16:creationId xmlns:a16="http://schemas.microsoft.com/office/drawing/2014/main" id="{8D3BA660-469F-4072-8565-130ACEC3E8D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1591059600"/>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4115404-116B-4B12-BD92-E40011126AC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685F4451-2C15-4FE0-86E1-6242009B467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90FA7DA0-68E2-4456-8F70-454F3A172FF7}"/>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2분 안에 사용자 불편과 시험 방법을 설명해 보세요.</a:t>
            </a:r>
          </a:p>
        </p:txBody>
      </p:sp>
      <p:sp>
        <p:nvSpPr>
          <p:cNvPr id="4" name="">
            <a:extLst xmlns:a="http://schemas.openxmlformats.org/drawingml/2006/main">
              <a:ext uri="{FF2B5EF4-FFF2-40B4-BE49-F238E27FC236}">
                <a16:creationId xmlns:a16="http://schemas.microsoft.com/office/drawing/2014/main" id="{D2DC9037-C115-435C-BE86-65DF3654D11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자료에서 확인한 사실과 아직 확인하지 못한 내용을 나눠 말하세요.</a:t>
            </a:r>
          </a:p>
        </p:txBody>
      </p:sp>
      <p:sp>
        <p:nvSpPr>
          <p:cNvPr id="5" name="">
            <a:extLst xmlns:a="http://schemas.openxmlformats.org/drawingml/2006/main">
              <a:ext uri="{FF2B5EF4-FFF2-40B4-BE49-F238E27FC236}">
                <a16:creationId xmlns:a16="http://schemas.microsoft.com/office/drawing/2014/main" id="{C76CF5AF-CF90-45AC-8046-B572E3B8721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EBF9AB4-47C5-4CF2-8D95-EF11F66C04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6FE9AD4A-F8CE-4D96-A993-49F88EF2B8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1274967537"/>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47B1EE1-CA54-426D-8EDA-871A937FA144}"/>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ED3BA867-6D6D-4C83-9CB4-B4A492AD175C}"/>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4EB76E99-3CDA-434C-BE0C-083DDD131DE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CSV 기획에 자동 잠금 추가</a:t>
            </a:r>
          </a:p>
        </p:txBody>
      </p:sp>
      <p:sp>
        <p:nvSpPr>
          <p:cNvPr id="4" name="">
            <a:extLst xmlns:a="http://schemas.openxmlformats.org/drawingml/2006/main">
              <a:ext uri="{FF2B5EF4-FFF2-40B4-BE49-F238E27FC236}">
                <a16:creationId xmlns:a16="http://schemas.microsoft.com/office/drawing/2014/main" id="{64F68518-A7FC-45F7-81FE-09A85A8D531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고쳐야 할 문서와 기능 추가를 미룰 이유를 적으세요.</a:t>
            </a:r>
          </a:p>
        </p:txBody>
      </p:sp>
      <p:sp>
        <p:nvSpPr>
          <p:cNvPr id="5" name="">
            <a:extLst xmlns:a="http://schemas.openxmlformats.org/drawingml/2006/main">
              <a:ext uri="{FF2B5EF4-FFF2-40B4-BE49-F238E27FC236}">
                <a16:creationId xmlns:a16="http://schemas.microsoft.com/office/drawing/2014/main" id="{DFCAAAFA-B312-48AD-BD0D-C37ABBD59B6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63040A7-457C-4FCF-A0B4-7347D225F12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7" name="">
            <a:extLst xmlns:a="http://schemas.openxmlformats.org/drawingml/2006/main">
              <a:ext uri="{FF2B5EF4-FFF2-40B4-BE49-F238E27FC236}">
                <a16:creationId xmlns:a16="http://schemas.microsoft.com/office/drawing/2014/main" id="{514ED7AA-C176-4E91-9730-FAB65A5D8C0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863647564"/>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F1CAE52E-6FD2-4CDB-80B5-AE509C33FF5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10C3F8BE-C41D-4359-951E-4F2BC96F535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5CF06ABC-F456-4E18-82FF-F5BFBB12DA9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91D3CC5-1F1F-4146-AC1F-07771CEF8A3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F9A7F95C-7DB1-479F-A0C4-43DCEEFA603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6D4015C-1357-4025-B8A6-6A6B0727245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E3DE9D73-85D5-433A-B887-CA33F5A9343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기록한 </a:t>
            </a:r>
            <a:r>
              <a:rPr b="1">
                <a:solidFill>
                  <a:srgbClr val="002FA7"/>
                </a:solidFill>
              </a:rPr>
              <a:t>입력</a:t>
            </a:r>
            <a:r>
              <a:t>과 설정이 실행 결과에 사용한 것인지 확인하세요.</a:t>
            </a:r>
          </a:p>
        </p:txBody>
      </p:sp>
      <p:sp>
        <p:nvSpPr>
          <p:cNvPr id="8" name="">
            <a:extLst xmlns:a="http://schemas.openxmlformats.org/drawingml/2006/main">
              <a:ext uri="{FF2B5EF4-FFF2-40B4-BE49-F238E27FC236}">
                <a16:creationId xmlns:a16="http://schemas.microsoft.com/office/drawing/2014/main" id="{5B170783-6B18-460E-AC5F-BB358D38385F}"/>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FE9D631-9732-4AD7-B047-222A719FC690}"/>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9CE1F484-EE26-4F7A-B8C2-D940E011CD9A}"/>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결과를 확인한 방법과 남은 작업을 적으세요.</a:t>
            </a:r>
          </a:p>
        </p:txBody>
      </p:sp>
      <p:sp>
        <p:nvSpPr>
          <p:cNvPr id="11" name="">
            <a:extLst xmlns:a="http://schemas.openxmlformats.org/drawingml/2006/main">
              <a:ext uri="{FF2B5EF4-FFF2-40B4-BE49-F238E27FC236}">
                <a16:creationId xmlns:a16="http://schemas.microsoft.com/office/drawing/2014/main" id="{FBA89E4D-4E19-4069-BC44-7774862EC1D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721760-9E35-4527-B6B7-7D6F2B980D3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10/30  피지컬AI</a:t>
            </a:r>
          </a:p>
        </p:txBody>
      </p:sp>
      <p:sp>
        <p:nvSpPr>
          <p:cNvPr id="13" name="">
            <a:extLst xmlns:a="http://schemas.openxmlformats.org/drawingml/2006/main">
              <a:ext uri="{FF2B5EF4-FFF2-40B4-BE49-F238E27FC236}">
                <a16:creationId xmlns:a16="http://schemas.microsoft.com/office/drawing/2014/main" id="{0A9C4685-5B25-49B7-ABFB-B4020205916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1518309701"/>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1830B3-F2C2-44FC-A9C6-FCFE3BCBE82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3A8EF4A1-3FBC-4B1C-9EE1-0664D348BCB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인수인계 확인 질문</a:t>
            </a:r>
          </a:p>
        </p:txBody>
      </p:sp>
      <p:sp>
        <p:nvSpPr>
          <p:cNvPr id="3" name="">
            <a:extLst xmlns:a="http://schemas.openxmlformats.org/drawingml/2006/main">
              <a:ext uri="{FF2B5EF4-FFF2-40B4-BE49-F238E27FC236}">
                <a16:creationId xmlns:a16="http://schemas.microsoft.com/office/drawing/2014/main" id="{C95676FF-E497-4970-A164-10B2EA15D04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어느 폴더에서 어떤 명령을 실행하는지 설명해 보세요.</a:t>
            </a:r>
          </a:p>
        </p:txBody>
      </p:sp>
      <p:sp>
        <p:nvSpPr>
          <p:cNvPr id="4" name="">
            <a:extLst xmlns:a="http://schemas.openxmlformats.org/drawingml/2006/main">
              <a:ext uri="{FF2B5EF4-FFF2-40B4-BE49-F238E27FC236}">
                <a16:creationId xmlns:a16="http://schemas.microsoft.com/office/drawing/2014/main" id="{ADD70990-3F59-45B3-974B-E0060034A08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실행 결과로 알 수 있는 것과 알 수 없는 것은 무엇인가요?</a:t>
            </a:r>
          </a:p>
        </p:txBody>
      </p:sp>
      <p:sp>
        <p:nvSpPr>
          <p:cNvPr id="5" name="">
            <a:extLst xmlns:a="http://schemas.openxmlformats.org/drawingml/2006/main">
              <a:ext uri="{FF2B5EF4-FFF2-40B4-BE49-F238E27FC236}">
                <a16:creationId xmlns:a16="http://schemas.microsoft.com/office/drawing/2014/main" id="{52C6EAF1-6040-4D3B-BA27-355700F8EB8A}"/>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막힌 단계와 다음에 확인할 내용을 적으세요.</a:t>
            </a:r>
          </a:p>
        </p:txBody>
      </p:sp>
      <p:sp>
        <p:nvSpPr>
          <p:cNvPr id="6" name="">
            <a:extLst xmlns:a="http://schemas.openxmlformats.org/drawingml/2006/main">
              <a:ext uri="{FF2B5EF4-FFF2-40B4-BE49-F238E27FC236}">
                <a16:creationId xmlns:a16="http://schemas.microsoft.com/office/drawing/2014/main" id="{B363C4C3-5F94-411E-A79D-722C5F46971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5AA383F6-BF3D-49FE-BCD5-0A59508C06A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10/30  피지컬AI</a:t>
            </a:r>
          </a:p>
        </p:txBody>
      </p:sp>
      <p:sp>
        <p:nvSpPr>
          <p:cNvPr id="8" name="">
            <a:extLst xmlns:a="http://schemas.openxmlformats.org/drawingml/2006/main">
              <a:ext uri="{FF2B5EF4-FFF2-40B4-BE49-F238E27FC236}">
                <a16:creationId xmlns:a16="http://schemas.microsoft.com/office/drawing/2014/main" id="{863E910C-6F41-4D63-A3B3-F75E6B619A6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4907430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2026-10-05T03:56:16.5970000Z</dcterms:created>
  <dcterms:modified xsi:type="dcterms:W3CDTF">2026-10-05T03:56:16.5970000Z</dcterms:modified>
</coreProperties>
</file>