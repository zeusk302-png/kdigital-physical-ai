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9947264004c4db1" /><Relationship Type="http://schemas.openxmlformats.org/officeDocument/2006/relationships/extended-properties" Target="/docProps/app.xml" Id="R87c226838eb74804" /><Relationship Type="http://schemas.openxmlformats.org/officeDocument/2006/relationships/officeDocument" Target="/ppt/presentation.xml" Id="R7b0ad04fc5df4593" /></Relationships>
</file>

<file path=ppt/presentation.xml><?xml version="1.0" encoding="utf-8"?>
<p:presentation xmlns:p="http://schemas.openxmlformats.org/presentationml/2006/main">
  <p:sldMasterIdLst>
    <p:sldMasterId xmlns:r="http://schemas.openxmlformats.org/officeDocument/2006/relationships" id="2147483648" r:id="Rdd39a61970bc436c"/>
  </p:sldMasterIdLst>
  <p:notesMasterIdLst>
    <p:notesMasterId xmlns:r="http://schemas.openxmlformats.org/officeDocument/2006/relationships" r:id="R15aba9d061904905"/>
  </p:notesMasterIdLst>
  <p:sldIdLst>
    <p:sldId xmlns:r="http://schemas.openxmlformats.org/officeDocument/2006/relationships" id="256" r:id="R57771fb07e8c425f"/>
    <p:sldId xmlns:r="http://schemas.openxmlformats.org/officeDocument/2006/relationships" id="257" r:id="Rbfdb071df8574d68"/>
    <p:sldId xmlns:r="http://schemas.openxmlformats.org/officeDocument/2006/relationships" id="258" r:id="R03ecfbbdfa944fd9"/>
    <p:sldId xmlns:r="http://schemas.openxmlformats.org/officeDocument/2006/relationships" id="259" r:id="R4828ae4fa6eb48c8"/>
    <p:sldId xmlns:r="http://schemas.openxmlformats.org/officeDocument/2006/relationships" id="260" r:id="Rf44c3e25f7b546f2"/>
    <p:sldId xmlns:r="http://schemas.openxmlformats.org/officeDocument/2006/relationships" id="261" r:id="Rc9f21601ee4d4a7d"/>
    <p:sldId xmlns:r="http://schemas.openxmlformats.org/officeDocument/2006/relationships" id="262" r:id="R666a5d1e4481458d"/>
    <p:sldId xmlns:r="http://schemas.openxmlformats.org/officeDocument/2006/relationships" id="263" r:id="Ra20e70de2fc644e0"/>
    <p:sldId xmlns:r="http://schemas.openxmlformats.org/officeDocument/2006/relationships" id="264" r:id="Rebdb7c6f1eed4048"/>
    <p:sldId xmlns:r="http://schemas.openxmlformats.org/officeDocument/2006/relationships" id="265" r:id="R8528aa60894d4f50"/>
    <p:sldId xmlns:r="http://schemas.openxmlformats.org/officeDocument/2006/relationships" id="266" r:id="R66105067d2c74b01"/>
    <p:sldId xmlns:r="http://schemas.openxmlformats.org/officeDocument/2006/relationships" id="267" r:id="R602d6f7ce1094c26"/>
    <p:sldId xmlns:r="http://schemas.openxmlformats.org/officeDocument/2006/relationships" id="268" r:id="R9ff84e2c93b84350"/>
    <p:sldId xmlns:r="http://schemas.openxmlformats.org/officeDocument/2006/relationships" id="269" r:id="R50365ed7c6304c24"/>
    <p:sldId xmlns:r="http://schemas.openxmlformats.org/officeDocument/2006/relationships" id="270" r:id="R8a9dc5c3370743e2"/>
    <p:sldId xmlns:r="http://schemas.openxmlformats.org/officeDocument/2006/relationships" id="271" r:id="Rd0b1049db31447e2"/>
    <p:sldId xmlns:r="http://schemas.openxmlformats.org/officeDocument/2006/relationships" id="272" r:id="Rf205ff4109cb4213"/>
    <p:sldId xmlns:r="http://schemas.openxmlformats.org/officeDocument/2006/relationships" id="273" r:id="Rb2606b9e368e4704"/>
    <p:sldId xmlns:r="http://schemas.openxmlformats.org/officeDocument/2006/relationships" id="274" r:id="Rdb39a2e8e72649ab"/>
    <p:sldId xmlns:r="http://schemas.openxmlformats.org/officeDocument/2006/relationships" id="275" r:id="Re2f7fcd3b20446a2"/>
    <p:sldId xmlns:r="http://schemas.openxmlformats.org/officeDocument/2006/relationships" id="276" r:id="Rcd342c8efbde4fb3"/>
    <p:sldId xmlns:r="http://schemas.openxmlformats.org/officeDocument/2006/relationships" id="277" r:id="Rcb619a59a446459d"/>
    <p:sldId xmlns:r="http://schemas.openxmlformats.org/officeDocument/2006/relationships" id="278" r:id="Rf6aaf43bcecd40c9"/>
    <p:sldId xmlns:r="http://schemas.openxmlformats.org/officeDocument/2006/relationships" id="279" r:id="R7ad7b7a632a3468d"/>
    <p:sldId xmlns:r="http://schemas.openxmlformats.org/officeDocument/2006/relationships" id="280" r:id="R4d1599018f854cc5"/>
    <p:sldId xmlns:r="http://schemas.openxmlformats.org/officeDocument/2006/relationships" id="281" r:id="R8e196335c2bb487c"/>
    <p:sldId xmlns:r="http://schemas.openxmlformats.org/officeDocument/2006/relationships" id="282" r:id="R0df317a7e5e04307"/>
    <p:sldId xmlns:r="http://schemas.openxmlformats.org/officeDocument/2006/relationships" id="283" r:id="R79c13dbc042b48ff"/>
    <p:sldId xmlns:r="http://schemas.openxmlformats.org/officeDocument/2006/relationships" id="284" r:id="Rb83ff6ef569f456d"/>
    <p:sldId xmlns:r="http://schemas.openxmlformats.org/officeDocument/2006/relationships" id="285" r:id="R8b645c5590fe4c6d"/>
    <p:sldId xmlns:r="http://schemas.openxmlformats.org/officeDocument/2006/relationships" id="286" r:id="R091d81c39c0c4c50"/>
    <p:sldId xmlns:r="http://schemas.openxmlformats.org/officeDocument/2006/relationships" id="287" r:id="Rd98f52f683a6440c"/>
    <p:sldId xmlns:r="http://schemas.openxmlformats.org/officeDocument/2006/relationships" id="288" r:id="Rbcf0be6c770743b9"/>
    <p:sldId xmlns:r="http://schemas.openxmlformats.org/officeDocument/2006/relationships" id="289" r:id="Rb6ea7ee0a74a4911"/>
    <p:sldId xmlns:r="http://schemas.openxmlformats.org/officeDocument/2006/relationships" id="290" r:id="R77d5379798914790"/>
    <p:sldId xmlns:r="http://schemas.openxmlformats.org/officeDocument/2006/relationships" id="291" r:id="R1883e02c799748dc"/>
    <p:sldId xmlns:r="http://schemas.openxmlformats.org/officeDocument/2006/relationships" id="292" r:id="Rc8cf9e000c9247c2"/>
    <p:sldId xmlns:r="http://schemas.openxmlformats.org/officeDocument/2006/relationships" id="293" r:id="R6be7ed30cb5f411b"/>
    <p:sldId xmlns:r="http://schemas.openxmlformats.org/officeDocument/2006/relationships" id="294" r:id="Ra3d090aa25664919"/>
    <p:sldId xmlns:r="http://schemas.openxmlformats.org/officeDocument/2006/relationships" id="295" r:id="Ra3eadfded14c44a4"/>
    <p:sldId xmlns:r="http://schemas.openxmlformats.org/officeDocument/2006/relationships" id="296" r:id="Rb28caeb38a0741cc"/>
    <p:sldId xmlns:r="http://schemas.openxmlformats.org/officeDocument/2006/relationships" id="297" r:id="R188e33222af444da"/>
    <p:sldId xmlns:r="http://schemas.openxmlformats.org/officeDocument/2006/relationships" id="298" r:id="R042de74ed36846da"/>
    <p:sldId xmlns:r="http://schemas.openxmlformats.org/officeDocument/2006/relationships" id="299" r:id="Rdc075446f6b74ee0"/>
    <p:sldId xmlns:r="http://schemas.openxmlformats.org/officeDocument/2006/relationships" id="300" r:id="Rec14833393c44bc5"/>
    <p:sldId xmlns:r="http://schemas.openxmlformats.org/officeDocument/2006/relationships" id="301" r:id="R8972927dd7514f2d"/>
    <p:sldId xmlns:r="http://schemas.openxmlformats.org/officeDocument/2006/relationships" id="302" r:id="R16e051d37feb4b59"/>
    <p:sldId xmlns:r="http://schemas.openxmlformats.org/officeDocument/2006/relationships" id="303" r:id="R46f6f3416d1f4145"/>
    <p:sldId xmlns:r="http://schemas.openxmlformats.org/officeDocument/2006/relationships" id="304" r:id="R57aac78c1ccc4273"/>
    <p:sldId xmlns:r="http://schemas.openxmlformats.org/officeDocument/2006/relationships" id="305" r:id="Rc3c0bb983e4d4e66"/>
    <p:sldId xmlns:r="http://schemas.openxmlformats.org/officeDocument/2006/relationships" id="306" r:id="R28f89a3282544816"/>
    <p:sldId xmlns:r="http://schemas.openxmlformats.org/officeDocument/2006/relationships" id="307" r:id="Ra4624e45acd04e0c"/>
    <p:sldId xmlns:r="http://schemas.openxmlformats.org/officeDocument/2006/relationships" id="308" r:id="Rc479b3081c064747"/>
    <p:sldId xmlns:r="http://schemas.openxmlformats.org/officeDocument/2006/relationships" id="309" r:id="R6a4430f0ee594238"/>
    <p:sldId xmlns:r="http://schemas.openxmlformats.org/officeDocument/2006/relationships" id="310" r:id="Rb8c1eb3eed5a409c"/>
    <p:sldId xmlns:r="http://schemas.openxmlformats.org/officeDocument/2006/relationships" id="311" r:id="R1635f53a5fcb4d53"/>
    <p:sldId xmlns:r="http://schemas.openxmlformats.org/officeDocument/2006/relationships" id="312" r:id="Rd36b64c256fe4299"/>
    <p:sldId xmlns:r="http://schemas.openxmlformats.org/officeDocument/2006/relationships" id="313" r:id="Rad8271c737ed4f18"/>
    <p:sldId xmlns:r="http://schemas.openxmlformats.org/officeDocument/2006/relationships" id="314" r:id="Rfe4e5ac14ea8435b"/>
    <p:sldId xmlns:r="http://schemas.openxmlformats.org/officeDocument/2006/relationships" id="315" r:id="Re455952974cd4c65"/>
    <p:sldId xmlns:r="http://schemas.openxmlformats.org/officeDocument/2006/relationships" id="316" r:id="Raf45c4839b1f4cd7"/>
    <p:sldId xmlns:r="http://schemas.openxmlformats.org/officeDocument/2006/relationships" id="317" r:id="R198c56e04aea4d75"/>
    <p:sldId xmlns:r="http://schemas.openxmlformats.org/officeDocument/2006/relationships" id="318" r:id="R33a291e108154b80"/>
    <p:sldId xmlns:r="http://schemas.openxmlformats.org/officeDocument/2006/relationships" id="319" r:id="Rffe6c658366a4c7f"/>
    <p:sldId xmlns:r="http://schemas.openxmlformats.org/officeDocument/2006/relationships" id="320" r:id="Rdfbfe2dd61a149e3"/>
    <p:sldId xmlns:r="http://schemas.openxmlformats.org/officeDocument/2006/relationships" id="321" r:id="R04f9db7ad3bc45b3"/>
    <p:sldId xmlns:r="http://schemas.openxmlformats.org/officeDocument/2006/relationships" id="322" r:id="R252a3725e5664f43"/>
    <p:sldId xmlns:r="http://schemas.openxmlformats.org/officeDocument/2006/relationships" id="323" r:id="R0cc553c5d29e4ced"/>
    <p:sldId xmlns:r="http://schemas.openxmlformats.org/officeDocument/2006/relationships" id="324" r:id="R92d657dfb0464129"/>
    <p:sldId xmlns:r="http://schemas.openxmlformats.org/officeDocument/2006/relationships" id="325" r:id="Ra7c5c1c968dc4ac5"/>
    <p:sldId xmlns:r="http://schemas.openxmlformats.org/officeDocument/2006/relationships" id="326" r:id="Rc68b4f53f89b4246"/>
    <p:sldId xmlns:r="http://schemas.openxmlformats.org/officeDocument/2006/relationships" id="327" r:id="R559b8b224f3e4cf0"/>
    <p:sldId xmlns:r="http://schemas.openxmlformats.org/officeDocument/2006/relationships" id="328" r:id="R4e504509876b46aa"/>
    <p:sldId xmlns:r="http://schemas.openxmlformats.org/officeDocument/2006/relationships" id="329" r:id="Re56c5a23a5884b1b"/>
    <p:sldId xmlns:r="http://schemas.openxmlformats.org/officeDocument/2006/relationships" id="330" r:id="Rac8427993bf24466"/>
    <p:sldId xmlns:r="http://schemas.openxmlformats.org/officeDocument/2006/relationships" id="331" r:id="Ra3fbee80e26d42e1"/>
    <p:sldId xmlns:r="http://schemas.openxmlformats.org/officeDocument/2006/relationships" id="332" r:id="Rd8d7a4fa8bc14a14"/>
    <p:sldId xmlns:r="http://schemas.openxmlformats.org/officeDocument/2006/relationships" id="333" r:id="Rb4b464aa6eb9445a"/>
    <p:sldId xmlns:r="http://schemas.openxmlformats.org/officeDocument/2006/relationships" id="334" r:id="R61bb8e982da24b28"/>
    <p:sldId xmlns:r="http://schemas.openxmlformats.org/officeDocument/2006/relationships" id="335" r:id="Red7aac75faf54edb"/>
    <p:sldId xmlns:r="http://schemas.openxmlformats.org/officeDocument/2006/relationships" id="336" r:id="Re5ad0662854349a9"/>
    <p:sldId xmlns:r="http://schemas.openxmlformats.org/officeDocument/2006/relationships" id="337" r:id="Rd5b174a9ab114d4e"/>
    <p:sldId xmlns:r="http://schemas.openxmlformats.org/officeDocument/2006/relationships" id="338" r:id="R9a51769adb3246e2"/>
    <p:sldId xmlns:r="http://schemas.openxmlformats.org/officeDocument/2006/relationships" id="339" r:id="R1653e6dfea2946df"/>
    <p:sldId xmlns:r="http://schemas.openxmlformats.org/officeDocument/2006/relationships" id="340" r:id="R8c0359a5c0244ebb"/>
    <p:sldId xmlns:r="http://schemas.openxmlformats.org/officeDocument/2006/relationships" id="341" r:id="R90e71cadfb054f42"/>
    <p:sldId xmlns:r="http://schemas.openxmlformats.org/officeDocument/2006/relationships" id="342" r:id="Rcd791ecc6ce74b16"/>
    <p:sldId xmlns:r="http://schemas.openxmlformats.org/officeDocument/2006/relationships" id="343" r:id="R147531a5784c4052"/>
    <p:sldId xmlns:r="http://schemas.openxmlformats.org/officeDocument/2006/relationships" id="344" r:id="Re9327c7e2ab84ff6"/>
    <p:sldId xmlns:r="http://schemas.openxmlformats.org/officeDocument/2006/relationships" id="345" r:id="R25632c6d39924d41"/>
    <p:sldId xmlns:r="http://schemas.openxmlformats.org/officeDocument/2006/relationships" id="346" r:id="R680c562bd0a842c4"/>
    <p:sldId xmlns:r="http://schemas.openxmlformats.org/officeDocument/2006/relationships" id="347" r:id="R3205253f03824c06"/>
    <p:sldId xmlns:r="http://schemas.openxmlformats.org/officeDocument/2006/relationships" id="348" r:id="R2a7811c6a3034cd8"/>
    <p:sldId xmlns:r="http://schemas.openxmlformats.org/officeDocument/2006/relationships" id="349" r:id="R1ecec1b19f1549ab"/>
    <p:sldId xmlns:r="http://schemas.openxmlformats.org/officeDocument/2006/relationships" id="350" r:id="R7bac0d50c35646f6"/>
    <p:sldId xmlns:r="http://schemas.openxmlformats.org/officeDocument/2006/relationships" id="351" r:id="R0fe48ad6cd3b40d1"/>
    <p:sldId xmlns:r="http://schemas.openxmlformats.org/officeDocument/2006/relationships" id="352" r:id="Rc9c02fe30823405e"/>
    <p:sldId xmlns:r="http://schemas.openxmlformats.org/officeDocument/2006/relationships" id="353" r:id="R3723bc3a96464b90"/>
    <p:sldId xmlns:r="http://schemas.openxmlformats.org/officeDocument/2006/relationships" id="354" r:id="R6fdff6e683dc435d"/>
    <p:sldId xmlns:r="http://schemas.openxmlformats.org/officeDocument/2006/relationships" id="355" r:id="Rdd6da900c6fa475b"/>
    <p:sldId xmlns:r="http://schemas.openxmlformats.org/officeDocument/2006/relationships" id="356" r:id="R2bcfd237c4e9481a"/>
    <p:sldId xmlns:r="http://schemas.openxmlformats.org/officeDocument/2006/relationships" id="357" r:id="R48af3ed78a7643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2c5ac21155a4bf3" /><Relationship Type="http://schemas.openxmlformats.org/officeDocument/2006/relationships/slideMaster" Target="/ppt/slideMasters/slideMaster1.xml" Id="Rdd39a61970bc436c" /><Relationship Type="http://schemas.openxmlformats.org/officeDocument/2006/relationships/notesMaster" Target="/ppt/notesMasters/notesMaster1.xml" Id="R15aba9d061904905" /><Relationship Type="http://schemas.openxmlformats.org/officeDocument/2006/relationships/presProps" Target="/ppt/presProps.xml" Id="R4630df99bc3f4d8d" /><Relationship Type="http://schemas.openxmlformats.org/officeDocument/2006/relationships/tableStyles" Target="/ppt/tableStyles.xml" Id="Ra6a3d0c0462a4984" /><Relationship Type="http://schemas.openxmlformats.org/officeDocument/2006/relationships/slide" Target="/ppt/slides/slide1.xml" Id="R57771fb07e8c425f" /><Relationship Type="http://schemas.openxmlformats.org/officeDocument/2006/relationships/slide" Target="/ppt/slides/slide2.xml" Id="Rbfdb071df8574d68" /><Relationship Type="http://schemas.openxmlformats.org/officeDocument/2006/relationships/slide" Target="/ppt/slides/slide3.xml" Id="R03ecfbbdfa944fd9" /><Relationship Type="http://schemas.openxmlformats.org/officeDocument/2006/relationships/slide" Target="/ppt/slides/slide4.xml" Id="R4828ae4fa6eb48c8" /><Relationship Type="http://schemas.openxmlformats.org/officeDocument/2006/relationships/slide" Target="/ppt/slides/slide5.xml" Id="Rf44c3e25f7b546f2" /><Relationship Type="http://schemas.openxmlformats.org/officeDocument/2006/relationships/slide" Target="/ppt/slides/slide6.xml" Id="Rc9f21601ee4d4a7d" /><Relationship Type="http://schemas.openxmlformats.org/officeDocument/2006/relationships/slide" Target="/ppt/slides/slide7.xml" Id="R666a5d1e4481458d" /><Relationship Type="http://schemas.openxmlformats.org/officeDocument/2006/relationships/slide" Target="/ppt/slides/slide8.xml" Id="Ra20e70de2fc644e0" /><Relationship Type="http://schemas.openxmlformats.org/officeDocument/2006/relationships/slide" Target="/ppt/slides/slide9.xml" Id="Rebdb7c6f1eed4048" /><Relationship Type="http://schemas.openxmlformats.org/officeDocument/2006/relationships/slide" Target="/ppt/slides/slide10.xml" Id="R8528aa60894d4f50" /><Relationship Type="http://schemas.openxmlformats.org/officeDocument/2006/relationships/slide" Target="/ppt/slides/slide11.xml" Id="R66105067d2c74b01" /><Relationship Type="http://schemas.openxmlformats.org/officeDocument/2006/relationships/slide" Target="/ppt/slides/slide12.xml" Id="R602d6f7ce1094c26" /><Relationship Type="http://schemas.openxmlformats.org/officeDocument/2006/relationships/slide" Target="/ppt/slides/slide13.xml" Id="R9ff84e2c93b84350" /><Relationship Type="http://schemas.openxmlformats.org/officeDocument/2006/relationships/slide" Target="/ppt/slides/slide14.xml" Id="R50365ed7c6304c24" /><Relationship Type="http://schemas.openxmlformats.org/officeDocument/2006/relationships/slide" Target="/ppt/slides/slide15.xml" Id="R8a9dc5c3370743e2" /><Relationship Type="http://schemas.openxmlformats.org/officeDocument/2006/relationships/slide" Target="/ppt/slides/slide16.xml" Id="Rd0b1049db31447e2" /><Relationship Type="http://schemas.openxmlformats.org/officeDocument/2006/relationships/slide" Target="/ppt/slides/slide17.xml" Id="Rf205ff4109cb4213" /><Relationship Type="http://schemas.openxmlformats.org/officeDocument/2006/relationships/slide" Target="/ppt/slides/slide18.xml" Id="Rb2606b9e368e4704" /><Relationship Type="http://schemas.openxmlformats.org/officeDocument/2006/relationships/slide" Target="/ppt/slides/slide19.xml" Id="Rdb39a2e8e72649ab" /><Relationship Type="http://schemas.openxmlformats.org/officeDocument/2006/relationships/slide" Target="/ppt/slides/slide20.xml" Id="Re2f7fcd3b20446a2" /><Relationship Type="http://schemas.openxmlformats.org/officeDocument/2006/relationships/slide" Target="/ppt/slides/slide21.xml" Id="Rcd342c8efbde4fb3" /><Relationship Type="http://schemas.openxmlformats.org/officeDocument/2006/relationships/slide" Target="/ppt/slides/slide22.xml" Id="Rcb619a59a446459d" /><Relationship Type="http://schemas.openxmlformats.org/officeDocument/2006/relationships/slide" Target="/ppt/slides/slide23.xml" Id="Rf6aaf43bcecd40c9" /><Relationship Type="http://schemas.openxmlformats.org/officeDocument/2006/relationships/slide" Target="/ppt/slides/slide24.xml" Id="R7ad7b7a632a3468d" /><Relationship Type="http://schemas.openxmlformats.org/officeDocument/2006/relationships/slide" Target="/ppt/slides/slide25.xml" Id="R4d1599018f854cc5" /><Relationship Type="http://schemas.openxmlformats.org/officeDocument/2006/relationships/slide" Target="/ppt/slides/slide26.xml" Id="R8e196335c2bb487c" /><Relationship Type="http://schemas.openxmlformats.org/officeDocument/2006/relationships/slide" Target="/ppt/slides/slide27.xml" Id="R0df317a7e5e04307" /><Relationship Type="http://schemas.openxmlformats.org/officeDocument/2006/relationships/slide" Target="/ppt/slides/slide28.xml" Id="R79c13dbc042b48ff" /><Relationship Type="http://schemas.openxmlformats.org/officeDocument/2006/relationships/slide" Target="/ppt/slides/slide29.xml" Id="Rb83ff6ef569f456d" /><Relationship Type="http://schemas.openxmlformats.org/officeDocument/2006/relationships/slide" Target="/ppt/slides/slide30.xml" Id="R8b645c5590fe4c6d" /><Relationship Type="http://schemas.openxmlformats.org/officeDocument/2006/relationships/slide" Target="/ppt/slides/slide31.xml" Id="R091d81c39c0c4c50" /><Relationship Type="http://schemas.openxmlformats.org/officeDocument/2006/relationships/slide" Target="/ppt/slides/slide32.xml" Id="Rd98f52f683a6440c" /><Relationship Type="http://schemas.openxmlformats.org/officeDocument/2006/relationships/slide" Target="/ppt/slides/slide33.xml" Id="Rbcf0be6c770743b9" /><Relationship Type="http://schemas.openxmlformats.org/officeDocument/2006/relationships/slide" Target="/ppt/slides/slide34.xml" Id="Rb6ea7ee0a74a4911" /><Relationship Type="http://schemas.openxmlformats.org/officeDocument/2006/relationships/slide" Target="/ppt/slides/slide35.xml" Id="R77d5379798914790" /><Relationship Type="http://schemas.openxmlformats.org/officeDocument/2006/relationships/slide" Target="/ppt/slides/slide36.xml" Id="R1883e02c799748dc" /><Relationship Type="http://schemas.openxmlformats.org/officeDocument/2006/relationships/slide" Target="/ppt/slides/slide37.xml" Id="Rc8cf9e000c9247c2" /><Relationship Type="http://schemas.openxmlformats.org/officeDocument/2006/relationships/slide" Target="/ppt/slides/slide38.xml" Id="R6be7ed30cb5f411b" /><Relationship Type="http://schemas.openxmlformats.org/officeDocument/2006/relationships/slide" Target="/ppt/slides/slide39.xml" Id="Ra3d090aa25664919" /><Relationship Type="http://schemas.openxmlformats.org/officeDocument/2006/relationships/slide" Target="/ppt/slides/slide40.xml" Id="Ra3eadfded14c44a4" /><Relationship Type="http://schemas.openxmlformats.org/officeDocument/2006/relationships/slide" Target="/ppt/slides/slide41.xml" Id="Rb28caeb38a0741cc" /><Relationship Type="http://schemas.openxmlformats.org/officeDocument/2006/relationships/slide" Target="/ppt/slides/slide42.xml" Id="R188e33222af444da" /><Relationship Type="http://schemas.openxmlformats.org/officeDocument/2006/relationships/slide" Target="/ppt/slides/slide43.xml" Id="R042de74ed36846da" /><Relationship Type="http://schemas.openxmlformats.org/officeDocument/2006/relationships/slide" Target="/ppt/slides/slide44.xml" Id="Rdc075446f6b74ee0" /><Relationship Type="http://schemas.openxmlformats.org/officeDocument/2006/relationships/slide" Target="/ppt/slides/slide45.xml" Id="Rec14833393c44bc5" /><Relationship Type="http://schemas.openxmlformats.org/officeDocument/2006/relationships/slide" Target="/ppt/slides/slide46.xml" Id="R8972927dd7514f2d" /><Relationship Type="http://schemas.openxmlformats.org/officeDocument/2006/relationships/slide" Target="/ppt/slides/slide47.xml" Id="R16e051d37feb4b59" /><Relationship Type="http://schemas.openxmlformats.org/officeDocument/2006/relationships/slide" Target="/ppt/slides/slide48.xml" Id="R46f6f3416d1f4145" /><Relationship Type="http://schemas.openxmlformats.org/officeDocument/2006/relationships/slide" Target="/ppt/slides/slide49.xml" Id="R57aac78c1ccc4273" /><Relationship Type="http://schemas.openxmlformats.org/officeDocument/2006/relationships/slide" Target="/ppt/slides/slide50.xml" Id="Rc3c0bb983e4d4e66" /><Relationship Type="http://schemas.openxmlformats.org/officeDocument/2006/relationships/slide" Target="/ppt/slides/slide51.xml" Id="R28f89a3282544816" /><Relationship Type="http://schemas.openxmlformats.org/officeDocument/2006/relationships/slide" Target="/ppt/slides/slide52.xml" Id="Ra4624e45acd04e0c" /><Relationship Type="http://schemas.openxmlformats.org/officeDocument/2006/relationships/slide" Target="/ppt/slides/slide53.xml" Id="Rc479b3081c064747" /><Relationship Type="http://schemas.openxmlformats.org/officeDocument/2006/relationships/slide" Target="/ppt/slides/slide54.xml" Id="R6a4430f0ee594238" /><Relationship Type="http://schemas.openxmlformats.org/officeDocument/2006/relationships/slide" Target="/ppt/slides/slide55.xml" Id="Rb8c1eb3eed5a409c" /><Relationship Type="http://schemas.openxmlformats.org/officeDocument/2006/relationships/slide" Target="/ppt/slides/slide56.xml" Id="R1635f53a5fcb4d53" /><Relationship Type="http://schemas.openxmlformats.org/officeDocument/2006/relationships/slide" Target="/ppt/slides/slide57.xml" Id="Rd36b64c256fe4299" /><Relationship Type="http://schemas.openxmlformats.org/officeDocument/2006/relationships/slide" Target="/ppt/slides/slide58.xml" Id="Rad8271c737ed4f18" /><Relationship Type="http://schemas.openxmlformats.org/officeDocument/2006/relationships/slide" Target="/ppt/slides/slide59.xml" Id="Rfe4e5ac14ea8435b" /><Relationship Type="http://schemas.openxmlformats.org/officeDocument/2006/relationships/slide" Target="/ppt/slides/slide60.xml" Id="Re455952974cd4c65" /><Relationship Type="http://schemas.openxmlformats.org/officeDocument/2006/relationships/slide" Target="/ppt/slides/slide61.xml" Id="Raf45c4839b1f4cd7" /><Relationship Type="http://schemas.openxmlformats.org/officeDocument/2006/relationships/slide" Target="/ppt/slides/slide62.xml" Id="R198c56e04aea4d75" /><Relationship Type="http://schemas.openxmlformats.org/officeDocument/2006/relationships/slide" Target="/ppt/slides/slide63.xml" Id="R33a291e108154b80" /><Relationship Type="http://schemas.openxmlformats.org/officeDocument/2006/relationships/slide" Target="/ppt/slides/slide64.xml" Id="Rffe6c658366a4c7f" /><Relationship Type="http://schemas.openxmlformats.org/officeDocument/2006/relationships/slide" Target="/ppt/slides/slide65.xml" Id="Rdfbfe2dd61a149e3" /><Relationship Type="http://schemas.openxmlformats.org/officeDocument/2006/relationships/slide" Target="/ppt/slides/slide66.xml" Id="R04f9db7ad3bc45b3" /><Relationship Type="http://schemas.openxmlformats.org/officeDocument/2006/relationships/slide" Target="/ppt/slides/slide67.xml" Id="R252a3725e5664f43" /><Relationship Type="http://schemas.openxmlformats.org/officeDocument/2006/relationships/slide" Target="/ppt/slides/slide68.xml" Id="R0cc553c5d29e4ced" /><Relationship Type="http://schemas.openxmlformats.org/officeDocument/2006/relationships/slide" Target="/ppt/slides/slide69.xml" Id="R92d657dfb0464129" /><Relationship Type="http://schemas.openxmlformats.org/officeDocument/2006/relationships/slide" Target="/ppt/slides/slide70.xml" Id="Ra7c5c1c968dc4ac5" /><Relationship Type="http://schemas.openxmlformats.org/officeDocument/2006/relationships/slide" Target="/ppt/slides/slide71.xml" Id="Rc68b4f53f89b4246" /><Relationship Type="http://schemas.openxmlformats.org/officeDocument/2006/relationships/slide" Target="/ppt/slides/slide72.xml" Id="R559b8b224f3e4cf0" /><Relationship Type="http://schemas.openxmlformats.org/officeDocument/2006/relationships/slide" Target="/ppt/slides/slide73.xml" Id="R4e504509876b46aa" /><Relationship Type="http://schemas.openxmlformats.org/officeDocument/2006/relationships/slide" Target="/ppt/slides/slide74.xml" Id="Re56c5a23a5884b1b" /><Relationship Type="http://schemas.openxmlformats.org/officeDocument/2006/relationships/slide" Target="/ppt/slides/slide75.xml" Id="Rac8427993bf24466" /><Relationship Type="http://schemas.openxmlformats.org/officeDocument/2006/relationships/slide" Target="/ppt/slides/slide76.xml" Id="Ra3fbee80e26d42e1" /><Relationship Type="http://schemas.openxmlformats.org/officeDocument/2006/relationships/slide" Target="/ppt/slides/slide77.xml" Id="Rd8d7a4fa8bc14a14" /><Relationship Type="http://schemas.openxmlformats.org/officeDocument/2006/relationships/slide" Target="/ppt/slides/slide78.xml" Id="Rb4b464aa6eb9445a" /><Relationship Type="http://schemas.openxmlformats.org/officeDocument/2006/relationships/slide" Target="/ppt/slides/slide79.xml" Id="R61bb8e982da24b28" /><Relationship Type="http://schemas.openxmlformats.org/officeDocument/2006/relationships/slide" Target="/ppt/slides/slide80.xml" Id="Red7aac75faf54edb" /><Relationship Type="http://schemas.openxmlformats.org/officeDocument/2006/relationships/slide" Target="/ppt/slides/slide81.xml" Id="Re5ad0662854349a9" /><Relationship Type="http://schemas.openxmlformats.org/officeDocument/2006/relationships/slide" Target="/ppt/slides/slide82.xml" Id="Rd5b174a9ab114d4e" /><Relationship Type="http://schemas.openxmlformats.org/officeDocument/2006/relationships/slide" Target="/ppt/slides/slide83.xml" Id="R9a51769adb3246e2" /><Relationship Type="http://schemas.openxmlformats.org/officeDocument/2006/relationships/slide" Target="/ppt/slides/slide84.xml" Id="R1653e6dfea2946df" /><Relationship Type="http://schemas.openxmlformats.org/officeDocument/2006/relationships/slide" Target="/ppt/slides/slide85.xml" Id="R8c0359a5c0244ebb" /><Relationship Type="http://schemas.openxmlformats.org/officeDocument/2006/relationships/slide" Target="/ppt/slides/slide86.xml" Id="R90e71cadfb054f42" /><Relationship Type="http://schemas.openxmlformats.org/officeDocument/2006/relationships/slide" Target="/ppt/slides/slide87.xml" Id="Rcd791ecc6ce74b16" /><Relationship Type="http://schemas.openxmlformats.org/officeDocument/2006/relationships/slide" Target="/ppt/slides/slide88.xml" Id="R147531a5784c4052" /><Relationship Type="http://schemas.openxmlformats.org/officeDocument/2006/relationships/slide" Target="/ppt/slides/slide89.xml" Id="Re9327c7e2ab84ff6" /><Relationship Type="http://schemas.openxmlformats.org/officeDocument/2006/relationships/slide" Target="/ppt/slides/slide90.xml" Id="R25632c6d39924d41" /><Relationship Type="http://schemas.openxmlformats.org/officeDocument/2006/relationships/slide" Target="/ppt/slides/slide91.xml" Id="R680c562bd0a842c4" /><Relationship Type="http://schemas.openxmlformats.org/officeDocument/2006/relationships/slide" Target="/ppt/slides/slide92.xml" Id="R3205253f03824c06" /><Relationship Type="http://schemas.openxmlformats.org/officeDocument/2006/relationships/slide" Target="/ppt/slides/slide93.xml" Id="R2a7811c6a3034cd8" /><Relationship Type="http://schemas.openxmlformats.org/officeDocument/2006/relationships/slide" Target="/ppt/slides/slide94.xml" Id="R1ecec1b19f1549ab" /><Relationship Type="http://schemas.openxmlformats.org/officeDocument/2006/relationships/slide" Target="/ppt/slides/slide95.xml" Id="R7bac0d50c35646f6" /><Relationship Type="http://schemas.openxmlformats.org/officeDocument/2006/relationships/slide" Target="/ppt/slides/slide96.xml" Id="R0fe48ad6cd3b40d1" /><Relationship Type="http://schemas.openxmlformats.org/officeDocument/2006/relationships/slide" Target="/ppt/slides/slide97.xml" Id="Rc9c02fe30823405e" /><Relationship Type="http://schemas.openxmlformats.org/officeDocument/2006/relationships/slide" Target="/ppt/slides/slide98.xml" Id="R3723bc3a96464b90" /><Relationship Type="http://schemas.openxmlformats.org/officeDocument/2006/relationships/slide" Target="/ppt/slides/slide99.xml" Id="R6fdff6e683dc435d" /><Relationship Type="http://schemas.openxmlformats.org/officeDocument/2006/relationships/slide" Target="/ppt/slides/slide100.xml" Id="Rdd6da900c6fa475b" /><Relationship Type="http://schemas.openxmlformats.org/officeDocument/2006/relationships/slide" Target="/ppt/slides/slide101.xml" Id="R2bcfd237c4e9481a" /><Relationship Type="http://schemas.openxmlformats.org/officeDocument/2006/relationships/slide" Target="/ppt/slides/slide102.xml" Id="R48af3ed78a7643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b389a78bf94c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2983fbf424947dd" /><Relationship Type="http://schemas.openxmlformats.org/officeDocument/2006/relationships/notesMaster" Target="/ppt/notesMasters/notesMaster1.xml" Id="Re5cb9f840fc045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a9eee5e4294290" /><Relationship Type="http://schemas.openxmlformats.org/officeDocument/2006/relationships/notesMaster" Target="/ppt/notesMasters/notesMaster1.xml" Id="R9ca25f7ef07146e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08decdcf0c4526" /><Relationship Type="http://schemas.openxmlformats.org/officeDocument/2006/relationships/notesMaster" Target="/ppt/notesMasters/notesMaster1.xml" Id="Rac0f28a7b6d942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eb81d3758d4c8a" /><Relationship Type="http://schemas.openxmlformats.org/officeDocument/2006/relationships/notesMaster" Target="/ppt/notesMasters/notesMaster1.xml" Id="Rad7073eac2f640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f2ce2c48e84af6" /><Relationship Type="http://schemas.openxmlformats.org/officeDocument/2006/relationships/notesMaster" Target="/ppt/notesMasters/notesMaster1.xml" Id="R218f4e42c8054b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eedfb160994550" /><Relationship Type="http://schemas.openxmlformats.org/officeDocument/2006/relationships/notesMaster" Target="/ppt/notesMasters/notesMaster1.xml" Id="R312ebdbef50340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c33d3ea9b7474c" /><Relationship Type="http://schemas.openxmlformats.org/officeDocument/2006/relationships/notesMaster" Target="/ppt/notesMasters/notesMaster1.xml" Id="R022bc75001db49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6205be0fc64f83" /><Relationship Type="http://schemas.openxmlformats.org/officeDocument/2006/relationships/notesMaster" Target="/ppt/notesMasters/notesMaster1.xml" Id="R1669c54f7a3143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2a0cf34bf44b3" /><Relationship Type="http://schemas.openxmlformats.org/officeDocument/2006/relationships/notesMaster" Target="/ppt/notesMasters/notesMaster1.xml" Id="Rf0303373d31c44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8724adee7a4547" /><Relationship Type="http://schemas.openxmlformats.org/officeDocument/2006/relationships/notesMaster" Target="/ppt/notesMasters/notesMaster1.xml" Id="Rab0d6fc53be2466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c61a71180e448e" /><Relationship Type="http://schemas.openxmlformats.org/officeDocument/2006/relationships/notesMaster" Target="/ppt/notesMasters/notesMaster1.xml" Id="R40fa3a17297d4d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f10a3396e94404d" /><Relationship Type="http://schemas.openxmlformats.org/officeDocument/2006/relationships/notesMaster" Target="/ppt/notesMasters/notesMaster1.xml" Id="Re6fc226f226347c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b293e4aba584781" /><Relationship Type="http://schemas.openxmlformats.org/officeDocument/2006/relationships/notesMaster" Target="/ppt/notesMasters/notesMaster1.xml" Id="R358c27464f494d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41e6e6ebd884bfd" /><Relationship Type="http://schemas.openxmlformats.org/officeDocument/2006/relationships/notesMaster" Target="/ppt/notesMasters/notesMaster1.xml" Id="R253fa0819b204ab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5c5e8c49e46426c" /><Relationship Type="http://schemas.openxmlformats.org/officeDocument/2006/relationships/notesMaster" Target="/ppt/notesMasters/notesMaster1.xml" Id="R15a3b8fb5f5e4ad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2588b46dc9948b6" /><Relationship Type="http://schemas.openxmlformats.org/officeDocument/2006/relationships/notesMaster" Target="/ppt/notesMasters/notesMaster1.xml" Id="Rd6ef43c36bc24ac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a14baf4f7644936" /><Relationship Type="http://schemas.openxmlformats.org/officeDocument/2006/relationships/notesMaster" Target="/ppt/notesMasters/notesMaster1.xml" Id="Rfaaba44288cc426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516a973deff479d" /><Relationship Type="http://schemas.openxmlformats.org/officeDocument/2006/relationships/notesMaster" Target="/ppt/notesMasters/notesMaster1.xml" Id="R1f63401e981d42e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0221c8b89924965" /><Relationship Type="http://schemas.openxmlformats.org/officeDocument/2006/relationships/notesMaster" Target="/ppt/notesMasters/notesMaster1.xml" Id="R401d99fba78b43a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fb285936b0f4ace" /><Relationship Type="http://schemas.openxmlformats.org/officeDocument/2006/relationships/notesMaster" Target="/ppt/notesMasters/notesMaster1.xml" Id="R005dc57c83984f5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d4ed4f9b1894d75" /><Relationship Type="http://schemas.openxmlformats.org/officeDocument/2006/relationships/notesMaster" Target="/ppt/notesMasters/notesMaster1.xml" Id="Rc6dec535889147c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fc2f66fe07a454b" /><Relationship Type="http://schemas.openxmlformats.org/officeDocument/2006/relationships/notesMaster" Target="/ppt/notesMasters/notesMaster1.xml" Id="R0bde3c63d582486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8502b70eaf642ba" /><Relationship Type="http://schemas.openxmlformats.org/officeDocument/2006/relationships/notesMaster" Target="/ppt/notesMasters/notesMaster1.xml" Id="R97687d8243524b0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b91b4626a05402f" /><Relationship Type="http://schemas.openxmlformats.org/officeDocument/2006/relationships/notesMaster" Target="/ppt/notesMasters/notesMaster1.xml" Id="Rdda2f56c4bbe401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0dbfc7fbf7d4768" /><Relationship Type="http://schemas.openxmlformats.org/officeDocument/2006/relationships/notesMaster" Target="/ppt/notesMasters/notesMaster1.xml" Id="Rdb6c6e9281e9448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89e03061de746ab" /><Relationship Type="http://schemas.openxmlformats.org/officeDocument/2006/relationships/notesMaster" Target="/ppt/notesMasters/notesMaster1.xml" Id="Rd44135e4dda7418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bc753b1864f4aa0" /><Relationship Type="http://schemas.openxmlformats.org/officeDocument/2006/relationships/notesMaster" Target="/ppt/notesMasters/notesMaster1.xml" Id="Rc4ba30177c0b402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996427ad4914b97" /><Relationship Type="http://schemas.openxmlformats.org/officeDocument/2006/relationships/notesMaster" Target="/ppt/notesMasters/notesMaster1.xml" Id="Rfae8d148924a40f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dc23349ee1248fb" /><Relationship Type="http://schemas.openxmlformats.org/officeDocument/2006/relationships/notesMaster" Target="/ppt/notesMasters/notesMaster1.xml" Id="Rfa460b31c4d3449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b9f294ef5ab4a1d" /><Relationship Type="http://schemas.openxmlformats.org/officeDocument/2006/relationships/notesMaster" Target="/ppt/notesMasters/notesMaster1.xml" Id="R342e7ec54bdc472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d60165f43d94390" /><Relationship Type="http://schemas.openxmlformats.org/officeDocument/2006/relationships/notesMaster" Target="/ppt/notesMasters/notesMaster1.xml" Id="R539a3a4d88e44c3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77772c866c14105" /><Relationship Type="http://schemas.openxmlformats.org/officeDocument/2006/relationships/notesMaster" Target="/ppt/notesMasters/notesMaster1.xml" Id="R47ca3ccb32ad49f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6ea24b4b0f6450b" /><Relationship Type="http://schemas.openxmlformats.org/officeDocument/2006/relationships/notesMaster" Target="/ppt/notesMasters/notesMaster1.xml" Id="R4228b2e0122645d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6a260c5af7f432c" /><Relationship Type="http://schemas.openxmlformats.org/officeDocument/2006/relationships/notesMaster" Target="/ppt/notesMasters/notesMaster1.xml" Id="Rabcbbdc215a64a4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7a55eaf28394016" /><Relationship Type="http://schemas.openxmlformats.org/officeDocument/2006/relationships/notesMaster" Target="/ppt/notesMasters/notesMaster1.xml" Id="R2bc4164883f9493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f89dcbfd7204d12" /><Relationship Type="http://schemas.openxmlformats.org/officeDocument/2006/relationships/notesMaster" Target="/ppt/notesMasters/notesMaster1.xml" Id="Rdcada784852e48a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5aee9ce91e14431f" /><Relationship Type="http://schemas.openxmlformats.org/officeDocument/2006/relationships/notesMaster" Target="/ppt/notesMasters/notesMaster1.xml" Id="R84926174a32344d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818b02ff0264956" /><Relationship Type="http://schemas.openxmlformats.org/officeDocument/2006/relationships/notesMaster" Target="/ppt/notesMasters/notesMaster1.xml" Id="R796756030f3645e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ee608e1cca24f66" /><Relationship Type="http://schemas.openxmlformats.org/officeDocument/2006/relationships/notesMaster" Target="/ppt/notesMasters/notesMaster1.xml" Id="R37acba19d1f5404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22c27a49a4d44ac" /><Relationship Type="http://schemas.openxmlformats.org/officeDocument/2006/relationships/notesMaster" Target="/ppt/notesMasters/notesMaster1.xml" Id="R5144871769ab45d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3633a9bdbc74270" /><Relationship Type="http://schemas.openxmlformats.org/officeDocument/2006/relationships/notesMaster" Target="/ppt/notesMasters/notesMaster1.xml" Id="R187a7d535806403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82bc6aa8fa64380" /><Relationship Type="http://schemas.openxmlformats.org/officeDocument/2006/relationships/notesMaster" Target="/ppt/notesMasters/notesMaster1.xml" Id="R168a9e8084d7494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e5e9e7017644fe0" /><Relationship Type="http://schemas.openxmlformats.org/officeDocument/2006/relationships/notesMaster" Target="/ppt/notesMasters/notesMaster1.xml" Id="R265ae651ac6e4a2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c457ef23ce84a98" /><Relationship Type="http://schemas.openxmlformats.org/officeDocument/2006/relationships/notesMaster" Target="/ppt/notesMasters/notesMaster1.xml" Id="R61e06ec168674b8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6d26678008148e8" /><Relationship Type="http://schemas.openxmlformats.org/officeDocument/2006/relationships/notesMaster" Target="/ppt/notesMasters/notesMaster1.xml" Id="R39343ee0c81b47e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630ab33a2904fee" /><Relationship Type="http://schemas.openxmlformats.org/officeDocument/2006/relationships/notesMaster" Target="/ppt/notesMasters/notesMaster1.xml" Id="R4280bb75f1514d8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54e0ad24f334e88" /><Relationship Type="http://schemas.openxmlformats.org/officeDocument/2006/relationships/notesMaster" Target="/ppt/notesMasters/notesMaster1.xml" Id="Raf93e682ee62467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356d5bc4ed64147" /><Relationship Type="http://schemas.openxmlformats.org/officeDocument/2006/relationships/notesMaster" Target="/ppt/notesMasters/notesMaster1.xml" Id="R9884b9f2ad39401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bc644296db540f0" /><Relationship Type="http://schemas.openxmlformats.org/officeDocument/2006/relationships/notesMaster" Target="/ppt/notesMasters/notesMaster1.xml" Id="R800364832b934de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ae21761c1924f52" /><Relationship Type="http://schemas.openxmlformats.org/officeDocument/2006/relationships/notesMaster" Target="/ppt/notesMasters/notesMaster1.xml" Id="R1332b73b570c4d2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cf97c2fb9174660" /><Relationship Type="http://schemas.openxmlformats.org/officeDocument/2006/relationships/notesMaster" Target="/ppt/notesMasters/notesMaster1.xml" Id="R6bbaac428d764d4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68c56beba0a4182" /><Relationship Type="http://schemas.openxmlformats.org/officeDocument/2006/relationships/notesMaster" Target="/ppt/notesMasters/notesMaster1.xml" Id="Rdacbe52f63d64f0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eab9e3bbf0b4305" /><Relationship Type="http://schemas.openxmlformats.org/officeDocument/2006/relationships/notesMaster" Target="/ppt/notesMasters/notesMaster1.xml" Id="R9d4de14115fa41e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8d6137b07c24760" /><Relationship Type="http://schemas.openxmlformats.org/officeDocument/2006/relationships/notesMaster" Target="/ppt/notesMasters/notesMaster1.xml" Id="R94588455c47e415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4e601e664ed47b6" /><Relationship Type="http://schemas.openxmlformats.org/officeDocument/2006/relationships/notesMaster" Target="/ppt/notesMasters/notesMaster1.xml" Id="R012f6549beda43e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1ed8a7549754228" /><Relationship Type="http://schemas.openxmlformats.org/officeDocument/2006/relationships/notesMaster" Target="/ppt/notesMasters/notesMaster1.xml" Id="R643a8407ddbd4a2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336afc59d214e89" /><Relationship Type="http://schemas.openxmlformats.org/officeDocument/2006/relationships/notesMaster" Target="/ppt/notesMasters/notesMaster1.xml" Id="Ra5261194c9b2445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cd8162b50634611" /><Relationship Type="http://schemas.openxmlformats.org/officeDocument/2006/relationships/notesMaster" Target="/ppt/notesMasters/notesMaster1.xml" Id="Rbdb1f690067c44b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f5c8d626030140e4" /><Relationship Type="http://schemas.openxmlformats.org/officeDocument/2006/relationships/notesMaster" Target="/ppt/notesMasters/notesMaster1.xml" Id="R91ef3abecddc448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5d36fcc4d27464b" /><Relationship Type="http://schemas.openxmlformats.org/officeDocument/2006/relationships/notesMaster" Target="/ppt/notesMasters/notesMaster1.xml" Id="R21d11e0ca2e74cf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6a479c2df9545cf" /><Relationship Type="http://schemas.openxmlformats.org/officeDocument/2006/relationships/notesMaster" Target="/ppt/notesMasters/notesMaster1.xml" Id="R859892797c3c412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ad4eda20f374164" /><Relationship Type="http://schemas.openxmlformats.org/officeDocument/2006/relationships/notesMaster" Target="/ppt/notesMasters/notesMaster1.xml" Id="Re32d7b0e2038495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a3705520dc74fce" /><Relationship Type="http://schemas.openxmlformats.org/officeDocument/2006/relationships/notesMaster" Target="/ppt/notesMasters/notesMaster1.xml" Id="R04aa66bafe334ea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2e0a2dd821146fc" /><Relationship Type="http://schemas.openxmlformats.org/officeDocument/2006/relationships/notesMaster" Target="/ppt/notesMasters/notesMaster1.xml" Id="R71296821075647a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177a55d06b8432e" /><Relationship Type="http://schemas.openxmlformats.org/officeDocument/2006/relationships/notesMaster" Target="/ppt/notesMasters/notesMaster1.xml" Id="R89f9e60ad6f74dc2"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605e85d7ec6046f2" /><Relationship Type="http://schemas.openxmlformats.org/officeDocument/2006/relationships/notesMaster" Target="/ppt/notesMasters/notesMaster1.xml" Id="R1e314afe24b842e5"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f526246ad2f48a6" /><Relationship Type="http://schemas.openxmlformats.org/officeDocument/2006/relationships/notesMaster" Target="/ppt/notesMasters/notesMaster1.xml" Id="R154ef4e42dec42c1"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d784057f144460e" /><Relationship Type="http://schemas.openxmlformats.org/officeDocument/2006/relationships/notesMaster" Target="/ppt/notesMasters/notesMaster1.xml" Id="R6df11055b3c44d9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c2b7df8570b4a68" /><Relationship Type="http://schemas.openxmlformats.org/officeDocument/2006/relationships/notesMaster" Target="/ppt/notesMasters/notesMaster1.xml" Id="Rca478a8bf7df424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6947cc4dfdb47c5" /><Relationship Type="http://schemas.openxmlformats.org/officeDocument/2006/relationships/notesMaster" Target="/ppt/notesMasters/notesMaster1.xml" Id="R90bdee06ae65454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983bd57e5ff4bfd" /><Relationship Type="http://schemas.openxmlformats.org/officeDocument/2006/relationships/notesMaster" Target="/ppt/notesMasters/notesMaster1.xml" Id="Rf4bd5e15412c447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c48b52bc9b34687" /><Relationship Type="http://schemas.openxmlformats.org/officeDocument/2006/relationships/notesMaster" Target="/ppt/notesMasters/notesMaster1.xml" Id="Raba73461e14a45d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19f4cbc7477f444d" /><Relationship Type="http://schemas.openxmlformats.org/officeDocument/2006/relationships/notesMaster" Target="/ppt/notesMasters/notesMaster1.xml" Id="R6403f99171a2483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d5896c765de4a09" /><Relationship Type="http://schemas.openxmlformats.org/officeDocument/2006/relationships/notesMaster" Target="/ppt/notesMasters/notesMaster1.xml" Id="R604a74fa3e1049dc"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0c66f3df9b144fe0" /><Relationship Type="http://schemas.openxmlformats.org/officeDocument/2006/relationships/notesMaster" Target="/ppt/notesMasters/notesMaster1.xml" Id="R0239f1bd40c246cc"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66936c3bdd34385" /><Relationship Type="http://schemas.openxmlformats.org/officeDocument/2006/relationships/notesMaster" Target="/ppt/notesMasters/notesMaster1.xml" Id="R6aadc52505944ec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c212ed20a6f04263" /><Relationship Type="http://schemas.openxmlformats.org/officeDocument/2006/relationships/notesMaster" Target="/ppt/notesMasters/notesMaster1.xml" Id="R2670e3af240744b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bdf2ed9f0664bd3" /><Relationship Type="http://schemas.openxmlformats.org/officeDocument/2006/relationships/notesMaster" Target="/ppt/notesMasters/notesMaster1.xml" Id="R3567cb588df14807"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9f8bdf5d63c454d" /><Relationship Type="http://schemas.openxmlformats.org/officeDocument/2006/relationships/notesMaster" Target="/ppt/notesMasters/notesMaster1.xml" Id="R927fc2a668d3435f"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a185aa1032a42fd" /><Relationship Type="http://schemas.openxmlformats.org/officeDocument/2006/relationships/notesMaster" Target="/ppt/notesMasters/notesMaster1.xml" Id="R01208fc4c7314300"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9f8edfde572c4338" /><Relationship Type="http://schemas.openxmlformats.org/officeDocument/2006/relationships/notesMaster" Target="/ppt/notesMasters/notesMaster1.xml" Id="R89c4fb4856764121"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2617c71ef004c87" /><Relationship Type="http://schemas.openxmlformats.org/officeDocument/2006/relationships/notesMaster" Target="/ppt/notesMasters/notesMaster1.xml" Id="Rb90a62ac318b4418"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de7e77d586834444" /><Relationship Type="http://schemas.openxmlformats.org/officeDocument/2006/relationships/notesMaster" Target="/ppt/notesMasters/notesMaster1.xml" Id="R065677e26eb348a2"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ba967af18ecf44a9" /><Relationship Type="http://schemas.openxmlformats.org/officeDocument/2006/relationships/notesMaster" Target="/ppt/notesMasters/notesMaster1.xml" Id="R1948c68122e14721"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91c27c1ac94b4df5" /><Relationship Type="http://schemas.openxmlformats.org/officeDocument/2006/relationships/notesMaster" Target="/ppt/notesMasters/notesMaster1.xml" Id="Rf869e497395142a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ca36122d24b431c" /><Relationship Type="http://schemas.openxmlformats.org/officeDocument/2006/relationships/notesMaster" Target="/ppt/notesMasters/notesMaster1.xml" Id="R278ecb7196b64b5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a06e0f442c24ad9" /><Relationship Type="http://schemas.openxmlformats.org/officeDocument/2006/relationships/notesMaster" Target="/ppt/notesMasters/notesMaster1.xml" Id="Re5a2fdb41e41476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a69f53205a77416c" /><Relationship Type="http://schemas.openxmlformats.org/officeDocument/2006/relationships/notesMaster" Target="/ppt/notesMasters/notesMaster1.xml" Id="R22dd222c47224e5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87e6ba7c1224298" /><Relationship Type="http://schemas.openxmlformats.org/officeDocument/2006/relationships/notesMaster" Target="/ppt/notesMasters/notesMaster1.xml" Id="Rf17bffd7582048e5"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8a11254a2da6422c" /><Relationship Type="http://schemas.openxmlformats.org/officeDocument/2006/relationships/notesMaster" Target="/ppt/notesMasters/notesMaster1.xml" Id="R19c32f1e44814476"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52fb00558ff4029" /><Relationship Type="http://schemas.openxmlformats.org/officeDocument/2006/relationships/notesMaster" Target="/ppt/notesMasters/notesMaster1.xml" Id="Rf13da59421ac45fa"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83f279e951294a8f" /><Relationship Type="http://schemas.openxmlformats.org/officeDocument/2006/relationships/notesMaster" Target="/ppt/notesMasters/notesMaster1.xml" Id="R5d029317fc7d4b6b"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fae5fd1a26a442c9" /><Relationship Type="http://schemas.openxmlformats.org/officeDocument/2006/relationships/notesMaster" Target="/ppt/notesMasters/notesMaster1.xml" Id="Re237feb8d40d4cc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9c170212f8f94d1e" /><Relationship Type="http://schemas.openxmlformats.org/officeDocument/2006/relationships/notesMaster" Target="/ppt/notesMasters/notesMaster1.xml" Id="Rda2a2f153a9e4091"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52b7c245b741497a" /><Relationship Type="http://schemas.openxmlformats.org/officeDocument/2006/relationships/notesMaster" Target="/ppt/notesMasters/notesMaster1.xml" Id="R9adff7a884b8492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5f78c26d1d8e4b5d" /><Relationship Type="http://schemas.openxmlformats.org/officeDocument/2006/relationships/notesMaster" Target="/ppt/notesMasters/notesMaster1.xml" Id="Rd158062a57bd409f"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613c6cca1fc04172" /><Relationship Type="http://schemas.openxmlformats.org/officeDocument/2006/relationships/notesMaster" Target="/ppt/notesMasters/notesMaster1.xml" Id="Rd72b7d7ea88442be"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6ce1822e6f3c4f6a" /><Relationship Type="http://schemas.openxmlformats.org/officeDocument/2006/relationships/notesMaster" Target="/ppt/notesMasters/notesMaster1.xml" Id="R4d972cf443ab439a"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6d94826aae384035" /><Relationship Type="http://schemas.openxmlformats.org/officeDocument/2006/relationships/notesMaster" Target="/ppt/notesMasters/notesMaster1.xml" Id="Re0a80e757e8e46e8"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7433abd758014560" /><Relationship Type="http://schemas.openxmlformats.org/officeDocument/2006/relationships/notesMaster" Target="/ppt/notesMasters/notesMaster1.xml" Id="R3f62a808ff0540f8"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57df64c0b3634486" /><Relationship Type="http://schemas.openxmlformats.org/officeDocument/2006/relationships/notesMaster" Target="/ppt/notesMasters/notesMaster1.xml" Id="R8c3bb8541cd14ef9"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39318f5fd4564765" /><Relationship Type="http://schemas.openxmlformats.org/officeDocument/2006/relationships/notesMaster" Target="/ppt/notesMasters/notesMaster1.xml" Id="R87203a7bde9944d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2026-10-30 · 처음 시작</a:t>
            </a:r>
          </a:p>
          <a:p xmlns:a="http://schemas.openxmlformats.org/drawingml/2006/main">
            <a:r>
              <a:t/>
            </a:r>
          </a:p>
          <a:p xmlns:a="http://schemas.openxmlformats.org/drawingml/2006/main">
            <a:r>
              <a:t>개인 또는 팀 역할로 같은 활동을 수행할 수 있습니다. 팀원 수가 정해지지 않았으므로 역할은 이름 대신 기능으로 적습니다. 코드 비교는 Python3만 필요하며 실제 제품 구현이나 계정 개설은 하지 않습니다.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최소 성공: 근거 있는 문제,작은 범위,입력과 연결된 요구·시험,미확정 경계를 갖춘 기획서를 제출합니다.</a:t>
            </a:r>
          </a:p>
          <a:p xmlns:a="http://schemas.openxmlformats.org/drawingml/2006/main">
            <a:r>
              <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문제와 기능</a:t>
            </a:r>
          </a:p>
          <a:p xmlns:a="http://schemas.openxmlformats.org/drawingml/2006/main">
            <a:r>
              <a:t/>
            </a:r>
          </a:p>
          <a:p xmlns:a="http://schemas.openxmlformats.org/drawingml/2006/main">
            <a:r>
              <a:t>질문: 앱을 만든다는 말이 사용자 문제인가요?</a:t>
            </a:r>
          </a:p>
          <a:p xmlns:a="http://schemas.openxmlformats.org/drawingml/2006/main">
            <a:r>
              <a:t/>
            </a:r>
          </a:p>
          <a:p xmlns:a="http://schemas.openxmlformats.org/drawingml/2006/main">
            <a:r>
              <a:t>풀이: 앱은 수단입니다. 누가 어떤 상황에서 어떤 일을 못 하고 있는지 먼저 구체적으로 적습니다.</a:t>
            </a:r>
          </a:p>
          <a:p xmlns:a="http://schemas.openxmlformats.org/drawingml/2006/main">
            <a:r>
              <a:t/>
            </a:r>
          </a:p>
          <a:p xmlns:a="http://schemas.openxmlformats.org/drawingml/2006/main">
            <a:r>
              <a:t>요구와 시험</a:t>
            </a:r>
          </a:p>
          <a:p xmlns:a="http://schemas.openxmlformats.org/drawingml/2006/main">
            <a:r>
              <a:t/>
            </a:r>
          </a:p>
          <a:p xmlns:a="http://schemas.openxmlformats.org/drawingml/2006/main">
            <a:r>
              <a:t>질문: 빠르게 동작한다는 요구를 어떻게 확인하나요?</a:t>
            </a:r>
          </a:p>
          <a:p xmlns:a="http://schemas.openxmlformats.org/drawingml/2006/main">
            <a:r>
              <a:t/>
            </a:r>
          </a:p>
          <a:p xmlns:a="http://schemas.openxmlformats.org/drawingml/2006/main">
            <a:r>
              <a:t>풀이: 입력 조건, 시간 기준, 측정 방법을 정해야 판정할 수 있습니다. 임의 기준은 기획 가정으로 기록합니다.</a:t>
            </a:r>
          </a:p>
          <a:p xmlns:a="http://schemas.openxmlformats.org/drawingml/2006/main">
            <a:r>
              <a:t/>
            </a:r>
          </a:p>
          <a:p xmlns:a="http://schemas.openxmlformats.org/drawingml/2006/main">
            <a:r>
              <a:t>가설과 사실</a:t>
            </a:r>
          </a:p>
          <a:p xmlns:a="http://schemas.openxmlformats.org/drawingml/2006/main">
            <a:r>
              <a:t/>
            </a:r>
          </a:p>
          <a:p xmlns:a="http://schemas.openxmlformats.org/drawingml/2006/main">
            <a:r>
              <a:t>질문: 가상 사용자 카드가 실제 현장 조사 결과인가요?</a:t>
            </a:r>
          </a:p>
          <a:p xmlns:a="http://schemas.openxmlformats.org/drawingml/2006/main">
            <a:r>
              <a:t/>
            </a:r>
          </a:p>
          <a:p xmlns:a="http://schemas.openxmlformats.org/drawingml/2006/main">
            <a:r>
              <a:t>풀이: 제공된 가상 자료는 연습용 근거입니다. 실제 인터뷰·관찰로 확인한 사실과 조사할 가설을 구별합니다.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1교시 필수 개념 보충 · 사용자·문제·가설을 서로 다른 문장으로 쓰기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식당 재고 담당자가 품절 목록을 늦게 확인하는 새 상황에서 사용자, 문제, 기능 후보, 시험할 가설을 서로 다른 네 문장으로 직접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관찰과 가설의 차이는? → 적힌 사실과 시험할 주장입니다.</a:t>
            </a:r>
          </a:p>
          <a:p xmlns:a="http://schemas.openxmlformats.org/drawingml/2006/main">
            <a:r>
              <a:t>2. 20%의 범위는? → 제공된 가상 표본입니다.</a:t>
            </a:r>
          </a:p>
          <a:p xmlns:a="http://schemas.openxmlformats.org/drawingml/2006/main">
            <a:r>
              <a:t>3. 기획서 완료가 효과 검증인가요?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마감 전에 미확인 기록을 찾는 담당자</a:t>
            </a:r>
          </a:p>
          <a:p xmlns:a="http://schemas.openxmlformats.org/drawingml/2006/main">
            <a:r>
              <a:t>학생과 시설 담당자는 역할이 다릅니다.</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문제: 기록을 찾느라 확인이 늦습니다.</a:t>
            </a:r>
          </a:p>
          <a:p xmlns:a="http://schemas.openxmlformats.org/drawingml/2006/main">
            <a:r>
              <a:t>기능 후보: 미확인 목록을 보여 줍니다.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가상 대여 20건 중 기록 지연 4건</a:t>
            </a:r>
          </a:p>
          <a:p xmlns:a="http://schemas.openxmlformats.org/drawingml/2006/main">
            <a:r>
              <a:t>이 표본의 지연 비율은 20%입니다.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기록 확인이 어려울 수 있습니다.</a:t>
            </a:r>
          </a:p>
          <a:p xmlns:a="http://schemas.openxmlformats.org/drawingml/2006/main">
            <a:r>
              <a:t>자료만으로 지연 원인을 확정하지 않습니다.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목록이 있으면 찾는 시간이 줄어들 것이다.</a:t>
            </a:r>
          </a:p>
          <a:p xmlns:a="http://schemas.openxmlformats.org/drawingml/2006/main">
            <a:r>
              <a:t>효과는 구현 후 현장에서 따로 확인합니다.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오늘 결과물: 검토 가능한 기획서</a:t>
            </a:r>
          </a:p>
          <a:p xmlns:a="http://schemas.openxmlformats.org/drawingml/2006/main">
            <a:r>
              <a:t>시간 감소와 현장 효과는 아직 미확인입니다.</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관찰 4÷20×100 = 20%</a:t>
            </a:r>
          </a:p>
          <a:p xmlns:a="http://schemas.openxmlformats.org/drawingml/2006/main">
            <a:r>
              <a:t>원인과 개선 효과는 아직 모릅니다.</a:t>
            </a:r>
          </a:p>
          <a:p xmlns:a="http://schemas.openxmlformats.org/drawingml/2006/main">
            <a:r>
              <a:t>기획 완료가 제품 효과 검증은 아닙니다.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식당 재고 담당자가 품절을 늦게 확인합니다.</a:t>
            </a:r>
          </a:p>
          <a:p xmlns:a="http://schemas.openxmlformats.org/drawingml/2006/main">
            <a:r>
              <a:t>사용자·문제·기능·가설을 따로 쓰세요.</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사용자: 재고 담당자 · 문제: 확인 지연</a:t>
            </a:r>
          </a:p>
          <a:p xmlns:a="http://schemas.openxmlformats.org/drawingml/2006/main">
            <a:r>
              <a:t>기능: 부족 목록 · 가설: 확인 시간 감소</a:t>
            </a:r>
          </a:p>
          <a:p xmlns:a="http://schemas.openxmlformats.org/drawingml/2006/main">
            <a:r>
              <a:t>측정하지 않은 효과를 사실로 쓰지 않습니다.</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사용자를 학생으로 바꾸면</a:t>
            </a:r>
          </a:p>
          <a:p xmlns:a="http://schemas.openxmlformats.org/drawingml/2006/main">
            <a:r>
              <a:t>먼저 필요한 정보가 어떻게 달라질까요?</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AI를 안 쓰는 것이 문제라고 쓰지 않습니다.</a:t>
            </a:r>
          </a:p>
          <a:p xmlns:a="http://schemas.openxmlformats.org/drawingml/2006/main">
            <a:r>
              <a:t>누가 언제 무엇을 못 하는지로 돌아갑니다.</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관찰과 가설의 차이를 자기 말로 설명합니다.</a:t>
            </a:r>
          </a:p>
          <a:p xmlns:a="http://schemas.openxmlformats.org/drawingml/2006/main">
            <a:r>
              <a:t>기획 결과물과 기대 효과도 구분합니다.</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창고 재고 확인 지연</a:t>
            </a:r>
          </a:p>
          <a:p xmlns:a="http://schemas.openxmlformats.org/drawingml/2006/main">
            <a:r>
              <a:t>관찰·문제·가설·기능을 네 문장으로 쓰세요.</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창고 직원이 재고 확인에 오래 걸립니다. 관찰·문제·가설·기능을 분리해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관찰은 확인 시간 기록, 문제는 찾기 지연, 가설은 부족 목록이 시간을 줄인다는 주장, 기능은 목록 표시입니다. 미측정 효과를 사실로 쓰지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2교시 필수 개념 보충 · 후보 비교에서 최소 범위와 요구로 이어가기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
            </a:r>
          </a:p>
          <a:p xmlns:a="http://schemas.openxmlformats.org/drawingml/2006/main">
            <a:r>
              <a:t>완성 가상 계산에서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후보 D의 점수 4,5,3에 같은 가중치를 적용하세요. “편한 화면”을 관찰 가능한 요구 하나로 다시 쓰고 현재 제외 범위 한 가지를 함께 적으세요.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점수는 1.60+1.75+0.75=4.10입니다. 예: “시간 누락 행을 넣으면 ID와 검토 필요 문구를 표시한다.” 취향 표현만 반복하거나 점수 4.10을 성공 확률 41%로 바꾸면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가중치 합은? → 이 예는 1입니다.</a:t>
            </a:r>
          </a:p>
          <a:p xmlns:a="http://schemas.openxmlformats.org/drawingml/2006/main">
            <a:r>
              <a:t>2. 최소 범위도 오류 경로가 필요한가요? → 필요합니다.</a:t>
            </a:r>
          </a:p>
          <a:p xmlns:a="http://schemas.openxmlformats.org/drawingml/2006/main">
            <a:r>
              <a:t>3. 제외는 가치 없다는 뜻인가요? → 현재 약속 밖이라는 뜻입니다.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필요성 · 실현 가능성 · 시험 가능성</a:t>
            </a:r>
          </a:p>
          <a:p xmlns:a="http://schemas.openxmlformats.org/drawingml/2006/main">
            <a:r>
              <a:t>점수마다 판단 근거를 남깁니다.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0.40 + 0.35 + 0.25 = 1</a:t>
            </a:r>
          </a:p>
          <a:p xmlns:a="http://schemas.openxmlformats.org/drawingml/2006/main">
            <a:r>
              <a:t>점수에 각각 곱한 뒤 더합니다.</a:t>
            </a:r>
          </a:p>
          <a:p xmlns:a="http://schemas.openxmlformats.org/drawingml/2006/main">
            <a:r>
              <a:t>완성 가상 계산에서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후보 A: 5·4·5 → 4.65점</a:t>
            </a:r>
          </a:p>
          <a:p xmlns:a="http://schemas.openxmlformats.org/drawingml/2006/main">
            <a:r>
              <a:t>교육용 판단이며 조건이 바뀌면 재검토합니다.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포함: CSV 읽기·검수·미확인 목록</a:t>
            </a:r>
          </a:p>
          <a:p xmlns:a="http://schemas.openxmlformats.org/drawingml/2006/main">
            <a:r>
              <a:t>제외: 카메라·자동 잠금·외부 메시지</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R01: 정상 3건 → ID가 보이는 3행</a:t>
            </a:r>
          </a:p>
          <a:p xmlns:a="http://schemas.openxmlformats.org/drawingml/2006/main">
            <a:r>
              <a:t>R02: updated_at 빈칸 → review와 이유</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R03: 중복 loan_id → reject</a:t>
            </a:r>
          </a:p>
          <a:p xmlns:a="http://schemas.openxmlformats.org/drawingml/2006/main">
            <a:r>
              <a:t>R04: 읽기 전후 원문 바이트 불변</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2.00 + 1.40 + 1.25 = 4.65</a:t>
            </a:r>
          </a:p>
          <a:p xmlns:a="http://schemas.openxmlformats.org/drawingml/2006/main">
            <a:r>
              <a:t>가중치의 이유와 점수 근거를 함께 씁니다.</a:t>
            </a:r>
          </a:p>
          <a:p xmlns:a="http://schemas.openxmlformats.org/drawingml/2006/main">
            <a:r>
              <a:t>완성 가상 계산에서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새 후보 D: 점수 4·5·3</a:t>
            </a:r>
          </a:p>
          <a:p xmlns:a="http://schemas.openxmlformats.org/drawingml/2006/main">
            <a:r>
              <a:t>같은 가중치의 점수를 계산하세요.</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1.60 + 1.75 + 0.75 = 4.10</a:t>
            </a:r>
          </a:p>
          <a:p xmlns:a="http://schemas.openxmlformats.org/drawingml/2006/main">
            <a:r>
              <a:t>4.10을 성공 확률 41%로 쓰지 않습니다.</a:t>
            </a:r>
          </a:p>
          <a:p xmlns:a="http://schemas.openxmlformats.org/drawingml/2006/main">
            <a:r>
              <a:t>점수는 1.60+1.75+0.75=4.10입니다. 예: “시간 누락 행을 넣으면 ID와 검토 필요 문구를 표시한다.” 취향 표현만 반복하거나 점수 4.10을 성공 확률 41%로 바꾸면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scores를 [3,4,4]로 바꿉니다.</a:t>
            </a:r>
          </a:p>
          <a:p xmlns:a="http://schemas.openxmlformats.org/drawingml/2006/main">
            <a:r>
              <a:t>새 점수는 3.60입니다.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편하고 빠르게는 아직 시험 조건이 없습니다.</a:t>
            </a:r>
          </a:p>
          <a:p xmlns:a="http://schemas.openxmlformats.org/drawingml/2006/main">
            <a:r>
              <a:t>입력·기대 결과·측정 방법을 적습니다.</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포함과 제외 범위를 각각 말합니다.</a:t>
            </a:r>
          </a:p>
          <a:p xmlns:a="http://schemas.openxmlformats.org/drawingml/2006/main">
            <a:r>
              <a:t>작은 요구에도 오류 경로가 필요한 이유는?</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추가·도전: 카메라 기능 추가 요청</a:t>
            </a:r>
          </a:p>
          <a:p xmlns:a="http://schemas.openxmlformats.org/drawingml/2006/main">
            <a:r>
              <a:t>데이터·시험·일정에 주는 영향을 쓰세요.</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정상과 실패 경로를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필요성·실현·시험 점수 3,4,4에 가중치 .4,.35,.25를 적용하고 관찰 가능한 요구를 하나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1.2+1.4+1=3.6입니다. 예: 누락 행 입력 시 검토 필요 문구 표시. 점수는 성공 확률이 아닙니다.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3교시 필수 개념 보충 · 키와 오류 경로가 있는 데이터·화면 계약</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물품이 여러 번 대여되는데 물품 번호로만 기록을 묶으면 다른 사람의 대여가 덮일 수 있습니다. 키는 어떤 대상을 구별하는 이름입니다. 대여 기록의 loan_id와 물품의 item_id는 구별하는 대상이 다릅니다. 화면을 그리기 전에 한 행의 의미와 식별 키부터 정합니다.</a:t>
            </a:r>
          </a:p>
          <a:p xmlns:a="http://schemas.openxmlformats.org/drawingml/2006/main">
            <a:r>
              <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L10/I02, L11/I02, L10/I03의 세 새 행에서 어느 두 행이 현재 기록 키 계약에 충돌하는지 찾으세요. 갱신 시각 누락의 화면 문구도 직접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첫째와 셋째의 loan_id L10이 충돌합니다. 첫째와 둘째의 같은 item_id는 그 자체로 충돌이 아닙니다. 누락은 “검토 필요: 갱신 시각 없음”처럼 표시하며 실제 반납 완료를 추정하지 않습니다.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loan_id가 구별하는 것은? → 한 대여 기록입니다.</a:t>
            </a:r>
          </a:p>
          <a:p xmlns:a="http://schemas.openxmlformats.org/drawingml/2006/main">
            <a:r>
              <a:t>2. 파싱 성공이 계약 통과인가요? → 추가 검사가 필요합니다.</a:t>
            </a:r>
          </a:p>
          <a:p xmlns:a="http://schemas.openxmlformats.org/drawingml/2006/main">
            <a:r>
              <a:t>3. 누락을 현재 시각으로 채우나요? → 현재 범위에서는 원문을 보존합니다.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loan_id: 대여 한 건의 키</a:t>
            </a:r>
          </a:p>
          <a:p xmlns:a="http://schemas.openxmlformats.org/drawingml/2006/main">
            <a:r>
              <a:t>item_id: 물품의 식별자</a:t>
            </a:r>
          </a:p>
          <a:p xmlns:a="http://schemas.openxmlformats.org/drawingml/2006/main">
            <a:r>
              <a:t>같은 물품이 여러 번 대여되는데 물품 번호로만 기록을 묶으면 다른 사람의 대여가 덮일 수 있습니다. 키는 어떤 대상을 구별하는 이름입니다. 대여 기록의 loan_id와 물품의 item_id는 구별하는 대상이 다릅니다. 화면을 그리기 전에 한 행의 의미와 식별 키부터 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다른 loan_id의 같은 item_id는 가능</a:t>
            </a:r>
          </a:p>
          <a:p xmlns:a="http://schemas.openxmlformats.org/drawingml/2006/main">
            <a:r>
              <a:t>같은 loan_id 두 행은 현재 계약에서 거절</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반납 시각이나 반납 여부의 증거가 아닙니다.</a:t>
            </a:r>
          </a:p>
          <a:p xmlns:a="http://schemas.openxmlformats.org/drawingml/2006/main">
            <a:r>
              <a:t>status와 함께 원문 그대로 읽습니다.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status: checked_out · returned · unknown</a:t>
            </a:r>
          </a:p>
          <a:p xmlns:a="http://schemas.openxmlformats.org/drawingml/2006/main">
            <a:r>
              <a:t>처리 결과: review · reject</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CSV 파싱 → 키·값 검사 → 화면 표시</a:t>
            </a:r>
          </a:p>
          <a:p xmlns:a="http://schemas.openxmlformats.org/drawingml/2006/main">
            <a:r>
              <a:t>문법 오류와 계약 오류를 구분합니다.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updated_at 빈칸 → review와 이유</a:t>
            </a:r>
          </a:p>
          <a:p xmlns:a="http://schemas.openxmlformats.org/drawingml/2006/main">
            <a:r>
              <a:t>현재 시각을 만들거나 반납 완료로 바꾸지 않습니다.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키와 시각 누락의 규칙을 먼저 합의합니다.</a:t>
            </a:r>
          </a:p>
          <a:p xmlns:a="http://schemas.openxmlformats.org/drawingml/2006/main">
            <a:r>
              <a:t>검토 이유와 원문을 함께 보여 줍니다.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L10/I02 · L11/I02 · L10/I03</a:t>
            </a:r>
          </a:p>
          <a:p xmlns:a="http://schemas.openxmlformats.org/drawingml/2006/main">
            <a:r>
              <a:t>현재 대여 키 계약에 충돌하는 두 행은?</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첫째와 셋째의 loan_id=L10이 충돌합니다.</a:t>
            </a:r>
          </a:p>
          <a:p xmlns:a="http://schemas.openxmlformats.org/drawingml/2006/main">
            <a:r>
              <a:t>같은 item_id=I02는 별도 대여일 수 있습니다.</a:t>
            </a:r>
          </a:p>
          <a:p xmlns:a="http://schemas.openxmlformats.org/drawingml/2006/main">
            <a:r>
              <a:t>첫째와 셋째의 loan_id L10이 충돌합니다. 첫째와 둘째의 같은 item_id는 그 자체로 충돌이 아닙니다. 누락은 “검토 필요: 갱신 시각 없음”처럼 표시하며 실제 반납 완료를 추정하지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updated_at을 빈칸으로 바꾼 새 입력</a:t>
            </a:r>
          </a:p>
          <a:p xmlns:a="http://schemas.openxmlformats.org/drawingml/2006/main">
            <a:r>
              <a:t>status는 유지하고 review를 추가합니다.</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누락을 현재 시각으로 자동 채우지 않습니다.</a:t>
            </a:r>
          </a:p>
          <a:p xmlns:a="http://schemas.openxmlformats.org/drawingml/2006/main">
            <a:r>
              <a:t>원문에 없던 변경 사실을 만들 수 있습니다.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updated_at과 status의 뜻을 말합니다.</a:t>
            </a:r>
          </a:p>
          <a:p xmlns:a="http://schemas.openxmlformats.org/drawingml/2006/main">
            <a:r>
              <a:t>review가 returned를 뜻하지 않는 이유는?</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키 A·B·A, 물품 X·X·Y</a:t>
            </a:r>
          </a:p>
          <a:p xmlns:a="http://schemas.openxmlformats.org/drawingml/2006/main">
            <a:r>
              <a:t>충돌과 실패 화면의 이유를 직접 쓰세요.</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loan_id가 A,B,A이고 item_id가 X,X,Y인 새 파일의 충돌과 실패 화면을 설계하세요.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첫째·셋째 기록 키 A가 충돌합니다. 중복 ID와 이유를 오류로 표시하고 두 X는 별도 대여일 수 있으므로 자동 거절하지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4교시 필수 개념 보충 · 요구와 시험과 관찰 결과를 연결하기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팀원은 요구를 썼고 다른 팀원은 시험표를 만들었지만 같은 조건을 말하지 않습니다. 시험은 기능 이름을 다시 적는 목록이 아니라 구체 입력을 넣었을 때 무엇을 볼지 정한 비교입니다. 요구 ID와 시험 ID를 연결하면 빠진 요구와 기준 변경을 찾기 쉽습니다.</a:t>
            </a:r>
          </a:p>
          <a:p xmlns:a="http://schemas.openxmlformats.org/drawingml/2006/main">
            <a:r>
              <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NOT_RUN,PASS,FAIL입니다. 실제 입력과 실행 환경, 관찰 출력, 기대값 비교가 필요합니다. 관찰 없음을 실패로 단정하거나 코드 작성만으로 현장 시험을 통과 처리하면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기대값은 언제 정하나요? → 실행 전에 정합니다.</a:t>
            </a:r>
          </a:p>
          <a:p xmlns:a="http://schemas.openxmlformats.org/drawingml/2006/main">
            <a:r>
              <a:t>2. 2/4는 제품 완성도인가요? → 이 표의 통과 건수 비율입니다.</a:t>
            </a:r>
          </a:p>
          <a:p xmlns:a="http://schemas.openxmlformats.org/drawingml/2006/main">
            <a:r>
              <a:t>3. 비교 코드 PASS가 화면 구현인가요?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R02 ↔ T02: 갱신 시각 누락</a:t>
            </a:r>
          </a:p>
          <a:p xmlns:a="http://schemas.openxmlformats.org/drawingml/2006/main">
            <a:r>
              <a:t>입력과 review 기대값이 같아야 합니다.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어떤 입력을 넣고 무엇을 볼지 정합니다.</a:t>
            </a:r>
          </a:p>
          <a:p xmlns:a="http://schemas.openxmlformats.org/drawingml/2006/main">
            <a:r>
              <a:t>실패 뒤 기대값을 실제 오류에 맞추지 않습니다.</a:t>
            </a:r>
          </a:p>
          <a:p xmlns:a="http://schemas.openxmlformats.org/drawingml/2006/main">
            <a:r>
              <a:t>팀원은 요구를 썼고 다른 팀원은 시험표를 만들었지만 같은 조건을 말하지 않습니다. 시험은 기능 이름을 다시 적는 목록이 아니라 구체 입력을 넣었을 때 무엇을 볼지 정한 비교입니다. 요구 ID와 시험 ID를 연결하면 빠진 요구와 기준 변경을 찾기 쉽습니다.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PASS: 실제 관찰 = 기대</a:t>
            </a:r>
          </a:p>
          <a:p xmlns:a="http://schemas.openxmlformats.org/drawingml/2006/main">
            <a:r>
              <a:t>FAIL: 실제 관찰 ≠ 기대</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NOT_RUN: 아직 실행 결과가 없습니다.</a:t>
            </a:r>
          </a:p>
          <a:p xmlns:a="http://schemas.openxmlformats.org/drawingml/2006/main">
            <a:r>
              <a:t>추측을 통과로 쓰지 않습니다.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통과2 · 실패1 · 미실행1 → 계획 대비2/4</a:t>
            </a:r>
          </a:p>
          <a:p xmlns:a="http://schemas.openxmlformats.org/drawingml/2006/main">
            <a:r>
              <a:t>실행 대비2/3 · 제품 완성도는 아닙니다.</a:t>
            </a:r>
          </a:p>
          <a:p xmlns:a="http://schemas.openxmlformats.org/drawingml/2006/main">
            <a:r>
              <a:t>1. 기대값은 언제 정하나요? → 실행 전에 정합니다.</a:t>
            </a:r>
          </a:p>
          <a:p xmlns:a="http://schemas.openxmlformats.org/drawingml/2006/main">
            <a:r>
              <a:t>2. 2/4는 제품 완성도인가요? → 이 표의 통과 건수 비율입니다.</a:t>
            </a:r>
          </a:p>
          <a:p xmlns:a="http://schemas.openxmlformats.org/drawingml/2006/main">
            <a:r>
              <a:t>3. 비교 코드 PASS가 화면 구현인가요? →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정상 · 누락 · 중복 · 원문 보존</a:t>
            </a:r>
          </a:p>
          <a:p xmlns:a="http://schemas.openxmlformats.org/drawingml/2006/main">
            <a:r>
              <a:t>장비 미정이면 대체 경로와 담당을 적습니다.</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T02 FAIL</a:t>
            </a:r>
          </a:p>
          <a:p xmlns:a="http://schemas.openxmlformats.org/drawingml/2006/main">
            <a:r>
              <a:t>T03 NOT_RUN</a:t>
            </a:r>
          </a:p>
          <a:p xmlns:a="http://schemas.openxmlformats.org/drawingml/2006/main">
            <a:r>
              <a:t>비교 코드 실행과 실제 제품 시험은 다릅니다.</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기대 review·관찰 없음</a:t>
            </a:r>
          </a:p>
          <a:p xmlns:a="http://schemas.openxmlformats.org/drawingml/2006/main">
            <a:r>
              <a:t>기대 reject·관찰 reject</a:t>
            </a:r>
          </a:p>
          <a:p xmlns:a="http://schemas.openxmlformats.org/drawingml/2006/main">
            <a:r>
              <a:t>기대 normal·관찰 alert</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NOT_RUN · PASS · FAIL</a:t>
            </a:r>
          </a:p>
          <a:p xmlns:a="http://schemas.openxmlformats.org/drawingml/2006/main">
            <a:r>
              <a:t>실제 입력·환경·관찰·비교 근거를 남깁니다.</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T02 관찰을 review로 바꾸면 PASS입니다.</a:t>
            </a:r>
          </a:p>
          <a:p xmlns:a="http://schemas.openxmlformats.org/drawingml/2006/main">
            <a:r>
              <a:t>이 변경은 가상 표이며 재시험 증거가 아닙니다.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기획서를 썼다고 현장 시험을 통과하지 않습니다.</a:t>
            </a:r>
          </a:p>
          <a:p xmlns:a="http://schemas.openxmlformats.org/drawingml/2006/main">
            <a:r>
              <a:t>미실행은 미실행으로 남깁니다.</a:t>
            </a:r>
          </a:p>
          <a:p xmlns:a="http://schemas.openxmlformats.org/drawingml/2006/main">
            <a:r>
              <a:t>NOT_RUN,PASS,FAIL입니다. 실제 입력과 실행 환경, 관찰 출력, 기대값 비교가 필요합니다. 관찰 없음을 실패로 단정하거나 코드 작성만으로 현장 시험을 통과 처리하면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PASS·FAIL·NOT_RUN의 차이를 말합니다.</a:t>
            </a:r>
          </a:p>
          <a:p xmlns:a="http://schemas.openxmlformats.org/drawingml/2006/main">
            <a:r>
              <a:t>2/4를 제품 완성도라 부를 수 없는 이유는?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통과2·실패1·미실행2</a:t>
            </a:r>
          </a:p>
          <a:p xmlns:a="http://schemas.openxmlformats.org/drawingml/2006/main">
            <a:r>
              <a:t>계획 대비와 실행 대비 통과 비율을 쓰세요.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파일 비교 경로를 진행할 수 있다는 대안도 시험 범위에 맞춰 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시험 5개 중 통과2·실패1·미실행2입니다. 계획 대비와 실행 대비 통과를 설명하세요.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계획 대비 2/5, 실행 비교 대비 2/3입니다. 분모를 명시하며 실제 제품 완성도나 사용성으로 해석하지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5교시 필수 개념 보충 · 결과물로 작업을 나누고 견적을 계산하기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기본 200000원, 여유 30000원, 합계 230000원입니다. 장비와 서버 등 포함 여부를 표시합니다. 선행 관계와 분담, 통합 조건이 없으므로 자동 4시간은 아닙니다. 여유를 확정 수익이나 실제 리허설 시간으로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작업 합과 달력 기간은 같은가요? → 인원과 선행 조건에 따라 다릅니다.</a:t>
            </a:r>
          </a:p>
          <a:p xmlns:a="http://schemas.openxmlformats.org/drawingml/2006/main">
            <a:r>
              <a:t>2. 견적 432000원은 확정가인가요? → 교육용 가정입니다.</a:t>
            </a:r>
          </a:p>
          <a:p xmlns:a="http://schemas.openxmlformats.org/drawingml/2006/main">
            <a:r>
              <a:t>3. 완료 증거는? → 합의한 결과물과 시험입니다.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W1 계약·샘플 · W2 검수 처리</a:t>
            </a:r>
          </a:p>
          <a:p xmlns:a="http://schemas.openxmlformats.org/drawingml/2006/main">
            <a:r>
              <a:t>W3 화면 · W4 통합·시험·안내</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W1 계약 뒤 W2·W3을 진행합니다.</a:t>
            </a:r>
          </a:p>
          <a:p xmlns:a="http://schemas.openxmlformats.org/drawingml/2006/main">
            <a:r>
              <a:t>선행 조건과 점검 결과를 함께 적습니다.</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가정 작업량: 2+4+3+3=12시간</a:t>
            </a:r>
          </a:p>
          <a:p xmlns:a="http://schemas.openxmlformats.org/drawingml/2006/main">
            <a:r>
              <a:t>팀원 수만으로 달력 기간을 나누지 않습니다.</a:t>
            </a:r>
          </a:p>
          <a:p xmlns:a="http://schemas.openxmlformats.org/drawingml/2006/main">
            <a:r>
              <a:t>1. 작업 합과 달력 기간은 같은가요? → 인원과 선행 조건에 따라 다릅니다.</a:t>
            </a:r>
          </a:p>
          <a:p xmlns:a="http://schemas.openxmlformats.org/drawingml/2006/main">
            <a:r>
              <a:t>2. 견적 432000원은 확정가인가요? → 교육용 가정입니다.</a:t>
            </a:r>
          </a:p>
          <a:p xmlns:a="http://schemas.openxmlformats.org/drawingml/2006/main">
            <a:r>
              <a:t>3. 완료 증거는? → 합의한 결과물과 시험입니다.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샘플 승인 · 정상·오류 출력 · 세 상태 화면</a:t>
            </a:r>
          </a:p>
          <a:p xmlns:a="http://schemas.openxmlformats.org/drawingml/2006/main">
            <a:r>
              <a:t>시간이 지났다고 통과하지 않습니다.</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12시간 × 가정 시급 30,000원</a:t>
            </a:r>
          </a:p>
          <a:p xmlns:a="http://schemas.openxmlformats.org/drawingml/2006/main">
            <a:r>
              <a:t>기본 비용 360,000원</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20% 여유 72,000원 → 합계 432,000원</a:t>
            </a:r>
          </a:p>
          <a:p xmlns:a="http://schemas.openxmlformats.org/drawingml/2006/main">
            <a:r>
              <a:t>장비·서버·API·세금 포함 여부는 따로 씁니다.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기본 360,000원 + 여유 72,000원</a:t>
            </a:r>
          </a:p>
          <a:p xmlns:a="http://schemas.openxmlformats.org/drawingml/2006/main">
            <a:r>
              <a:t>합계 432,000원</a:t>
            </a:r>
          </a:p>
          <a:p xmlns:a="http://schemas.openxmlformats.org/drawingml/2006/main">
            <a:r>
              <a:t>실제 계약 가격이 아닌 계산 연습입니다.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작업 8시간 · 가정 시급 25,000원</a:t>
            </a:r>
          </a:p>
          <a:p xmlns:a="http://schemas.openxmlformats.org/drawingml/2006/main">
            <a:r>
              <a:t>여유 15%의 합계를 계산하세요.</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기본 200,000원 + 여유 30,000원</a:t>
            </a:r>
          </a:p>
          <a:p xmlns:a="http://schemas.openxmlformats.org/drawingml/2006/main">
            <a:r>
              <a:t>합계 230,000원</a:t>
            </a:r>
          </a:p>
          <a:p xmlns:a="http://schemas.openxmlformats.org/drawingml/2006/main">
            <a:r>
              <a:t>별도 비용과 수정 범위도 표시합니다.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참고 코드의 hours를 8로 바꿉니다.</a:t>
            </a:r>
          </a:p>
          <a:p xmlns:a="http://schemas.openxmlformats.org/drawingml/2006/main">
            <a:r>
              <a:t>시급·여유 유지 시 합계 288,000원입니다.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20%는 20이 아니라 0.20입니다.</a:t>
            </a:r>
          </a:p>
          <a:p xmlns:a="http://schemas.openxmlformats.org/drawingml/2006/main">
            <a:r>
              <a:t>새 기능의 오류·시험·문서 작업도 재산정합니다.</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작업량과 달력 기간의 차이를 설명합니다.</a:t>
            </a:r>
          </a:p>
          <a:p xmlns:a="http://schemas.openxmlformats.org/drawingml/2006/main">
            <a:r>
              <a:t>견적에서 아직 확정되지 않은 비용을 말합니다.</a:t>
            </a:r>
          </a:p>
          <a:p xmlns:a="http://schemas.openxmlformats.org/drawingml/2006/main">
            <a:r>
              <a:t>완성 제작 가정은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추가·복습: 10시간·시급2만원·여유10%</a:t>
            </a:r>
          </a:p>
          <a:p xmlns:a="http://schemas.openxmlformats.org/drawingml/2006/main">
            <a:r>
              <a:t>견적과 기능 추가 영향을 쓰세요.</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10시간·가정 시급2만원·여유10%의 견적과 추가 기능의 영향을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기본20만원+여유2만원=22만원입니다. 추가 기능은 데이터·오류·시험·문서 작업을 포함해 재산정하고 별도 비용 포함 여부를 적습니다.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6교시 필수 개념 보충 · 기획 통합과 발표 뒤 변경을 추적하기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발표에서 동료가 “카메라가 없는데 카메라 시험이 통과인가요?”라고 묻습니다. 좋은 답은 자신 있게 가능하다고 말하는 대신 현재 근거와 남은 확인을 연결하는 것입니다. 한 장 기획서는 문제, 작은 범위, 데이터 흐름, 시험과 실행 계획이 서로 모순되지 않게 묶인 결정 문서입니다.</a:t>
            </a:r>
          </a:p>
          <a:p xmlns:a="http://schemas.openxmlformats.org/drawingml/2006/main">
            <a:r>
              <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요구에서 카메라를 제외했지만 예산에는 카메라 구매, 시험표에는 실물 PASS가 남았습니다. 어떤 문서를 왜 고칠지 쓰고 다음 확인 질문 한 가지를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변경 이력에 필요한 것은? → 전후·이유·영향·담당입니다.</a:t>
            </a:r>
          </a:p>
          <a:p xmlns:a="http://schemas.openxmlformats.org/drawingml/2006/main">
            <a:r>
              <a:t>2. 미확정 질문은 어떻게 전달하나요? → 확인 방법과 함께 남깁니다.</a:t>
            </a:r>
          </a:p>
          <a:p xmlns:a="http://schemas.openxmlformats.org/drawingml/2006/main">
            <a:r>
              <a:t>3. 오늘 기획 완료가 실제 제품 완료인가요?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근거 → 문제 → 작은 범위 → 요구 → 시험</a:t>
            </a:r>
          </a:p>
          <a:p xmlns:a="http://schemas.openxmlformats.org/drawingml/2006/main">
            <a:r>
              <a:t>데이터와 작업 계획도 같은 범위를 말합니다.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문제·근거 → 입력·결과 → 시험</a:t>
            </a:r>
          </a:p>
          <a:p xmlns:a="http://schemas.openxmlformats.org/drawingml/2006/main">
            <a:r>
              <a:t>마지막에 미확정 질문을 말합니다.</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현장에서 측정한 효과는 아직 없습니다.</a:t>
            </a:r>
          </a:p>
          <a:p xmlns:a="http://schemas.openxmlformats.org/drawingml/2006/main">
            <a:r>
              <a:t>가정과 확인 방법을 명시합니다.</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카메라 보류 → 범위·시험·위험·견적 변경</a:t>
            </a:r>
          </a:p>
          <a:p xmlns:a="http://schemas.openxmlformats.org/drawingml/2006/main">
            <a:r>
              <a:t>발표문만 고치면 충돌이 남습니다.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변경 전 · 변경 후 · 이유 · 관련 ID · 담당</a:t>
            </a:r>
          </a:p>
          <a:p xmlns:a="http://schemas.openxmlformats.org/drawingml/2006/main">
            <a:r>
              <a:t>다음 사람이 같은 결정을 이어 할 수 있습니다.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기획 자료와 제공 비교 코드의 확인</a:t>
            </a:r>
          </a:p>
          <a:p xmlns:a="http://schemas.openxmlformats.org/drawingml/2006/main">
            <a:r>
              <a:t>제품 구현·현장 사용성·실물 성능은 미실행</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누가 읽어도 입력과 완료 조건을 설명할 수 있나요?</a:t>
            </a:r>
          </a:p>
          <a:p xmlns:a="http://schemas.openxmlformats.org/drawingml/2006/main">
            <a:r>
              <a:t>관련 문서의 값과 ID를 대조합니다.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범위에서 카메라를 제외했습니다.</a:t>
            </a:r>
          </a:p>
          <a:p xmlns:a="http://schemas.openxmlformats.org/drawingml/2006/main">
            <a:r>
              <a:t>예산에는 구매, 시험표에는 실물 PASS가 있습니다.</a:t>
            </a:r>
          </a:p>
          <a:p xmlns:a="http://schemas.openxmlformats.org/drawingml/2006/main">
            <a:r>
              <a:t>어디를 왜 고칠까요?</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범위·예산·시험 상태를 함께 갱신합니다.</a:t>
            </a:r>
          </a:p>
          <a:p xmlns:a="http://schemas.openxmlformats.org/drawingml/2006/main">
            <a:r>
              <a:t>미실행 실물 시험을 통과로 남기지 않습니다.</a:t>
            </a:r>
          </a:p>
          <a:p xmlns:a="http://schemas.openxmlformats.org/drawingml/2006/main">
            <a:r>
              <a:t>필요 모델과 보유 장비를 확인합니다.</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outputs/2026-10-30/practice-guide.md</a:t>
            </a:r>
          </a:p>
          <a:p xmlns:a="http://schemas.openxmlformats.org/drawingml/2006/main">
            <a:r>
              <a:t>화면 초점:</a:t>
            </a:r>
          </a:p>
          <a:p xmlns:a="http://schemas.openxmlformats.org/drawingml/2006/main">
            <a:r>
              <a:t>자동 잠금 요청이 추가되면</a:t>
            </a:r>
          </a:p>
          <a:p xmlns:a="http://schemas.openxmlformats.org/drawingml/2006/main">
            <a:r>
              <a:t>장비·안전 조건·범위·시험·견적을 재검토합니다.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outputs/2026-10-30/beginner-start.md</a:t>
            </a:r>
          </a:p>
          <a:p xmlns:a="http://schemas.openxmlformats.org/drawingml/2006/main">
            <a:r>
              <a:t>화면 초점:</a:t>
            </a:r>
          </a:p>
          <a:p xmlns:a="http://schemas.openxmlformats.org/drawingml/2006/main">
            <a:r>
              <a:t>모르는 조건을 자신 있게 추측하지 않습니다.</a:t>
            </a:r>
          </a:p>
          <a:p xmlns:a="http://schemas.openxmlformats.org/drawingml/2006/main">
            <a:r>
              <a:t>확인 질문·담당·자료를 적습니다.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자료가 길어졌다는 사실을 수업 시간 충족이나 학습자 이해도의 증거로 바꾸지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outputs/2026-10-30/lesson.md</a:t>
            </a:r>
          </a:p>
          <a:p xmlns:a="http://schemas.openxmlformats.org/drawingml/2006/main">
            <a:r>
              <a:t>화면 초점:</a:t>
            </a:r>
          </a:p>
          <a:p xmlns:a="http://schemas.openxmlformats.org/drawingml/2006/main">
            <a:r>
              <a:t>2분 발표로 문제와 시험을 설명합니다.</a:t>
            </a:r>
          </a:p>
          <a:p xmlns:a="http://schemas.openxmlformats.org/drawingml/2006/main">
            <a:r>
              <a:t>현재 근거와 미확인을 자기 말로 나눕니다.</a:t>
            </a:r>
          </a:p>
          <a:p xmlns:a="http://schemas.openxmlformats.org/drawingml/2006/main">
            <a:r>
              <a:t>발표에서 동료가 “카메라가 없는데 카메라 시험이 통과인가요?”라고 묻습니다. 좋은 답은 자신 있게 가능하다고 말하는 대신 현재 근거와 남은 확인을 연결하는 것입니다. 한 장 기획서는 문제, 작은 범위, 데이터 흐름, 시험과 실행 계획이 서로 모순되지 않게 묶인 결정 문서입니다.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추가·도전: CSV 기획에 자동 잠금 추가</a:t>
            </a:r>
          </a:p>
          <a:p xmlns:a="http://schemas.openxmlformats.org/drawingml/2006/main">
            <a:r>
              <a:t>갱신 문서와 보류 근거를 직접 쓰세요.</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CSV 기획에 자동 잠금 요청이 추가됐습니다. 같이 갱신할 문서와 보류 근거를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범위·요구·데이터·위험·시험·작업·견적을 검토합니다. 장비와 안전 조건이 없으면 확인 질문과 대안으로 남기며 현장 통과라고 쓰지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1. 변경 이력에 필요한 것은? → 전후·이유·영향·담당입니다.</a:t>
            </a:r>
          </a:p>
          <a:p xmlns:a="http://schemas.openxmlformats.org/drawingml/2006/main">
            <a:r>
              <a:t>2. 미확정 질문은 어떻게 전달하나요? → 확인 방법과 함께 남깁니다.</a:t>
            </a:r>
          </a:p>
          <a:p xmlns:a="http://schemas.openxmlformats.org/drawingml/2006/main">
            <a:r>
              <a:t>3. 오늘 기획 완료가 실제 제품 완료인가요? →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outputs/2026-10-30/instructor-notes.md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발표에서 동료가 “카메라가 없는데 카메라 시험이 통과인가요?”라고 묻습니다. 좋은 답은 자신 있게 가능하다고 말하는 대신 현재 근거와 남은 확인을 연결하는 것입니다. 한 장 기획서는 문제, 작은 범위, 데이터 흐름, 시험과 실행 계획이 서로 모순되지 않게 묶인 결정 문서입니다.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outputs/2026-10-30/instructor-notes.md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6c4352684346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728974b9eb7470a" /><Relationship Type="http://schemas.openxmlformats.org/officeDocument/2006/relationships/slideLayout" Target="/ppt/slideLayouts/slideLayout1.xml" Id="Rd25f2238085b4e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5f2238085b4e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efca75615da44f9" /><Relationship Type="http://schemas.openxmlformats.org/officeDocument/2006/relationships/notesSlide" Target="/ppt/notesSlides/notesSlide1.xml" Id="R411526d8799546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140a356fcd349ab" /><Relationship Type="http://schemas.openxmlformats.org/officeDocument/2006/relationships/notesSlide" Target="/ppt/notesSlides/notesSlide2.xml" Id="Rbc4f05aee80c46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6fcfb1f960a4697" /><Relationship Type="http://schemas.openxmlformats.org/officeDocument/2006/relationships/notesSlide" Target="/ppt/notesSlides/notesSlide3.xml" Id="R523bc4bb463e4a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5af4be200db4dd2" /><Relationship Type="http://schemas.openxmlformats.org/officeDocument/2006/relationships/notesSlide" Target="/ppt/notesSlides/notesSlide4.xml" Id="R1939f1d907af48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e76655e745d42bf" /><Relationship Type="http://schemas.openxmlformats.org/officeDocument/2006/relationships/notesSlide" Target="/ppt/notesSlides/notesSlide5.xml" Id="Ra47fab8b984548b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504e692fd7b4cf3" /><Relationship Type="http://schemas.openxmlformats.org/officeDocument/2006/relationships/notesSlide" Target="/ppt/notesSlides/notesSlide6.xml" Id="R59d372fbb05340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03c43f04c874a55" /><Relationship Type="http://schemas.openxmlformats.org/officeDocument/2006/relationships/notesSlide" Target="/ppt/notesSlides/notesSlide7.xml" Id="R59ffa5a3a7c44cb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43af34f642a4d1b" /><Relationship Type="http://schemas.openxmlformats.org/officeDocument/2006/relationships/notesSlide" Target="/ppt/notesSlides/notesSlide8.xml" Id="Rdde199dad5d1442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ce4786816fc44c9" /><Relationship Type="http://schemas.openxmlformats.org/officeDocument/2006/relationships/notesSlide" Target="/ppt/notesSlides/notesSlide9.xml" Id="R4feab9400139439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bc275580db0485c" /><Relationship Type="http://schemas.openxmlformats.org/officeDocument/2006/relationships/notesSlide" Target="/ppt/notesSlides/notesSlide10.xml" Id="Rac075c24154644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dd8edb7c134ac1" /><Relationship Type="http://schemas.openxmlformats.org/officeDocument/2006/relationships/notesSlide" Target="/ppt/notesSlides/notesSlide11.xml" Id="R8c604e692307405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ce4385008641b6" /><Relationship Type="http://schemas.openxmlformats.org/officeDocument/2006/relationships/notesSlide" Target="/ppt/notesSlides/notesSlide12.xml" Id="Ra8845e988d1442c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47313ae31c54998" /><Relationship Type="http://schemas.openxmlformats.org/officeDocument/2006/relationships/notesSlide" Target="/ppt/notesSlides/notesSlide13.xml" Id="R980cd35834ff425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e60701f75a34358" /><Relationship Type="http://schemas.openxmlformats.org/officeDocument/2006/relationships/notesSlide" Target="/ppt/notesSlides/notesSlide14.xml" Id="R7b6d0822bf5f49d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c5adef731cd4df9" /><Relationship Type="http://schemas.openxmlformats.org/officeDocument/2006/relationships/notesSlide" Target="/ppt/notesSlides/notesSlide15.xml" Id="R439fe9e092744ab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6541fb0ca8f4b16" /><Relationship Type="http://schemas.openxmlformats.org/officeDocument/2006/relationships/notesSlide" Target="/ppt/notesSlides/notesSlide16.xml" Id="R815dbf960e9547c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fb78d96cbd74e5a" /><Relationship Type="http://schemas.openxmlformats.org/officeDocument/2006/relationships/notesSlide" Target="/ppt/notesSlides/notesSlide17.xml" Id="R54b5dda7b1b6483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55d044b56584cd1" /><Relationship Type="http://schemas.openxmlformats.org/officeDocument/2006/relationships/notesSlide" Target="/ppt/notesSlides/notesSlide18.xml" Id="Rb69dcc77b6e843f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8238c84a4004976" /><Relationship Type="http://schemas.openxmlformats.org/officeDocument/2006/relationships/notesSlide" Target="/ppt/notesSlides/notesSlide19.xml" Id="R581d2bcb9ba4408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44d4744ed8b48d8" /><Relationship Type="http://schemas.openxmlformats.org/officeDocument/2006/relationships/notesSlide" Target="/ppt/notesSlides/notesSlide20.xml" Id="R706176e01aa54d3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96cca7920204835" /><Relationship Type="http://schemas.openxmlformats.org/officeDocument/2006/relationships/notesSlide" Target="/ppt/notesSlides/notesSlide21.xml" Id="R35329db98a6d43d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d040ad2272b42f7" /><Relationship Type="http://schemas.openxmlformats.org/officeDocument/2006/relationships/notesSlide" Target="/ppt/notesSlides/notesSlide22.xml" Id="Rf65de914c084435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b6cb084446645e6" /><Relationship Type="http://schemas.openxmlformats.org/officeDocument/2006/relationships/notesSlide" Target="/ppt/notesSlides/notesSlide23.xml" Id="R52bb37485f70451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6ba396eaa6a4882" /><Relationship Type="http://schemas.openxmlformats.org/officeDocument/2006/relationships/notesSlide" Target="/ppt/notesSlides/notesSlide24.xml" Id="R593f6fe35a684c4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3898c7cf82a4030" /><Relationship Type="http://schemas.openxmlformats.org/officeDocument/2006/relationships/notesSlide" Target="/ppt/notesSlides/notesSlide25.xml" Id="R125e580f87ab467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3c85165a338465f" /><Relationship Type="http://schemas.openxmlformats.org/officeDocument/2006/relationships/notesSlide" Target="/ppt/notesSlides/notesSlide26.xml" Id="R7522fec4935041b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1a5b659137c416a" /><Relationship Type="http://schemas.openxmlformats.org/officeDocument/2006/relationships/notesSlide" Target="/ppt/notesSlides/notesSlide27.xml" Id="Rfa0b35da454a468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4bddfef09a24667" /><Relationship Type="http://schemas.openxmlformats.org/officeDocument/2006/relationships/notesSlide" Target="/ppt/notesSlides/notesSlide28.xml" Id="R32c0ab0a2775451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19b21c02d014c38" /><Relationship Type="http://schemas.openxmlformats.org/officeDocument/2006/relationships/notesSlide" Target="/ppt/notesSlides/notesSlide29.xml" Id="R86c82f5eec494c1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be47bac75fc4e7f" /><Relationship Type="http://schemas.openxmlformats.org/officeDocument/2006/relationships/notesSlide" Target="/ppt/notesSlides/notesSlide30.xml" Id="R05e64984b014489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dd3edadc83d94ad0" /><Relationship Type="http://schemas.openxmlformats.org/officeDocument/2006/relationships/notesSlide" Target="/ppt/notesSlides/notesSlide31.xml" Id="Ref5457b97da945a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ea59101e83c4c57" /><Relationship Type="http://schemas.openxmlformats.org/officeDocument/2006/relationships/notesSlide" Target="/ppt/notesSlides/notesSlide32.xml" Id="Rd09ea02b26d74ff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2e16fe8a7054d00" /><Relationship Type="http://schemas.openxmlformats.org/officeDocument/2006/relationships/notesSlide" Target="/ppt/notesSlides/notesSlide33.xml" Id="R826f6d94bb894b9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ee71c60fe714011" /><Relationship Type="http://schemas.openxmlformats.org/officeDocument/2006/relationships/notesSlide" Target="/ppt/notesSlides/notesSlide34.xml" Id="R3e338b749efb443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de6cd6b7b0544b4" /><Relationship Type="http://schemas.openxmlformats.org/officeDocument/2006/relationships/notesSlide" Target="/ppt/notesSlides/notesSlide35.xml" Id="R881332af3b27408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bff44a2f7274074" /><Relationship Type="http://schemas.openxmlformats.org/officeDocument/2006/relationships/notesSlide" Target="/ppt/notesSlides/notesSlide36.xml" Id="R24ddaf458dfa461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1142c5fcf40e4885" /><Relationship Type="http://schemas.openxmlformats.org/officeDocument/2006/relationships/notesSlide" Target="/ppt/notesSlides/notesSlide37.xml" Id="R4061f50af06d4ff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364960c7c8848b9" /><Relationship Type="http://schemas.openxmlformats.org/officeDocument/2006/relationships/notesSlide" Target="/ppt/notesSlides/notesSlide38.xml" Id="R32e7673e5b564ad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c873fda1f87348da" /><Relationship Type="http://schemas.openxmlformats.org/officeDocument/2006/relationships/notesSlide" Target="/ppt/notesSlides/notesSlide39.xml" Id="R2907ec6706f5426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889c18c75494ef1" /><Relationship Type="http://schemas.openxmlformats.org/officeDocument/2006/relationships/notesSlide" Target="/ppt/notesSlides/notesSlide40.xml" Id="R37bffd9b1a8c4ac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fc530ca601748a0" /><Relationship Type="http://schemas.openxmlformats.org/officeDocument/2006/relationships/notesSlide" Target="/ppt/notesSlides/notesSlide41.xml" Id="R8517142ea6e1401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17abdf7eee74646" /><Relationship Type="http://schemas.openxmlformats.org/officeDocument/2006/relationships/notesSlide" Target="/ppt/notesSlides/notesSlide42.xml" Id="Rd31bcaca3597420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24f91a895854fc9" /><Relationship Type="http://schemas.openxmlformats.org/officeDocument/2006/relationships/notesSlide" Target="/ppt/notesSlides/notesSlide43.xml" Id="R557eae707a324e6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0f397c6ecfe4680" /><Relationship Type="http://schemas.openxmlformats.org/officeDocument/2006/relationships/notesSlide" Target="/ppt/notesSlides/notesSlide44.xml" Id="R1c07d9d171f447f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5fa14cb723a4e4a" /><Relationship Type="http://schemas.openxmlformats.org/officeDocument/2006/relationships/notesSlide" Target="/ppt/notesSlides/notesSlide45.xml" Id="Reaf71e28ef68444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ec5a8b677c147af" /><Relationship Type="http://schemas.openxmlformats.org/officeDocument/2006/relationships/notesSlide" Target="/ppt/notesSlides/notesSlide46.xml" Id="R409f716a30b2483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3765d534f0684ec3" /><Relationship Type="http://schemas.openxmlformats.org/officeDocument/2006/relationships/notesSlide" Target="/ppt/notesSlides/notesSlide47.xml" Id="Re4f350028c3a4eb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9dbd2fdc96c4a29" /><Relationship Type="http://schemas.openxmlformats.org/officeDocument/2006/relationships/notesSlide" Target="/ppt/notesSlides/notesSlide48.xml" Id="R8dc3b823bb874b9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43ea8a8d05e47c0" /><Relationship Type="http://schemas.openxmlformats.org/officeDocument/2006/relationships/notesSlide" Target="/ppt/notesSlides/notesSlide49.xml" Id="R7c7d05f4f5e1457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67134bc386cd4e10" /><Relationship Type="http://schemas.openxmlformats.org/officeDocument/2006/relationships/notesSlide" Target="/ppt/notesSlides/notesSlide50.xml" Id="R54bdd515b81248b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ca8c4d7fb15c41f7" /><Relationship Type="http://schemas.openxmlformats.org/officeDocument/2006/relationships/notesSlide" Target="/ppt/notesSlides/notesSlide51.xml" Id="R36ad81e9ffb3412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7831db81a8bb4ce8" /><Relationship Type="http://schemas.openxmlformats.org/officeDocument/2006/relationships/notesSlide" Target="/ppt/notesSlides/notesSlide52.xml" Id="Ra421cd85126e496a"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b95f27cd56d24a1f" /><Relationship Type="http://schemas.openxmlformats.org/officeDocument/2006/relationships/notesSlide" Target="/ppt/notesSlides/notesSlide53.xml" Id="R92577aa610e44ac5"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16a8398fcc44f99" /><Relationship Type="http://schemas.openxmlformats.org/officeDocument/2006/relationships/notesSlide" Target="/ppt/notesSlides/notesSlide54.xml" Id="R4bc8f529ab9843f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dfc9cb844a147bb" /><Relationship Type="http://schemas.openxmlformats.org/officeDocument/2006/relationships/notesSlide" Target="/ppt/notesSlides/notesSlide55.xml" Id="Re0bfccd62d45406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e25fe6e0a6d436b" /><Relationship Type="http://schemas.openxmlformats.org/officeDocument/2006/relationships/notesSlide" Target="/ppt/notesSlides/notesSlide56.xml" Id="Rdf3eb17a12d3457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22ff21a596844c1" /><Relationship Type="http://schemas.openxmlformats.org/officeDocument/2006/relationships/notesSlide" Target="/ppt/notesSlides/notesSlide57.xml" Id="R6a2cb5806b574138"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d56e2f295b964cb5" /><Relationship Type="http://schemas.openxmlformats.org/officeDocument/2006/relationships/notesSlide" Target="/ppt/notesSlides/notesSlide58.xml" Id="Re8b6b39e184344f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c1370697427f4ca8" /><Relationship Type="http://schemas.openxmlformats.org/officeDocument/2006/relationships/notesSlide" Target="/ppt/notesSlides/notesSlide59.xml" Id="Rc932f408dd844b5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a80a89cf3114118" /><Relationship Type="http://schemas.openxmlformats.org/officeDocument/2006/relationships/notesSlide" Target="/ppt/notesSlides/notesSlide60.xml" Id="Ra0b9a7a37bb2449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ca3c4fb6af543df" /><Relationship Type="http://schemas.openxmlformats.org/officeDocument/2006/relationships/notesSlide" Target="/ppt/notesSlides/notesSlide61.xml" Id="R69403581c4b642a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3fc1fddcd46d4a0f" /><Relationship Type="http://schemas.openxmlformats.org/officeDocument/2006/relationships/notesSlide" Target="/ppt/notesSlides/notesSlide62.xml" Id="Re6fbd4dc264f48a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0f8bed28c4454bf6" /><Relationship Type="http://schemas.openxmlformats.org/officeDocument/2006/relationships/notesSlide" Target="/ppt/notesSlides/notesSlide63.xml" Id="Ra0f2cf0e741749f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f4354b1a9194d48" /><Relationship Type="http://schemas.openxmlformats.org/officeDocument/2006/relationships/notesSlide" Target="/ppt/notesSlides/notesSlide64.xml" Id="R2515464fae67468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35c6d645a6294b4c" /><Relationship Type="http://schemas.openxmlformats.org/officeDocument/2006/relationships/notesSlide" Target="/ppt/notesSlides/notesSlide65.xml" Id="R148593748e7e45b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a828af579b24f06" /><Relationship Type="http://schemas.openxmlformats.org/officeDocument/2006/relationships/notesSlide" Target="/ppt/notesSlides/notesSlide66.xml" Id="R06b115f22119472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05f6b62d580465c" /><Relationship Type="http://schemas.openxmlformats.org/officeDocument/2006/relationships/notesSlide" Target="/ppt/notesSlides/notesSlide67.xml" Id="R4ebc07e51cb24c5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fd600ebf4aef4e1a" /><Relationship Type="http://schemas.openxmlformats.org/officeDocument/2006/relationships/notesSlide" Target="/ppt/notesSlides/notesSlide68.xml" Id="R26e5b0a3f3ab474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aab84f9b5a64de2" /><Relationship Type="http://schemas.openxmlformats.org/officeDocument/2006/relationships/notesSlide" Target="/ppt/notesSlides/notesSlide69.xml" Id="R8bbf1b9eaa81463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95ba697a928849f7" /><Relationship Type="http://schemas.openxmlformats.org/officeDocument/2006/relationships/notesSlide" Target="/ppt/notesSlides/notesSlide70.xml" Id="Rc7c7bbbae4b7424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c6ab9cfba5d24072" /><Relationship Type="http://schemas.openxmlformats.org/officeDocument/2006/relationships/notesSlide" Target="/ppt/notesSlides/notesSlide71.xml" Id="R9db3e03c84b3415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c244430fd0b4489c" /><Relationship Type="http://schemas.openxmlformats.org/officeDocument/2006/relationships/notesSlide" Target="/ppt/notesSlides/notesSlide72.xml" Id="R6825fce5cea3489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11c6e21e3ba4992" /><Relationship Type="http://schemas.openxmlformats.org/officeDocument/2006/relationships/notesSlide" Target="/ppt/notesSlides/notesSlide73.xml" Id="Rfd8fd4161eb64dd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851cafdda946475a" /><Relationship Type="http://schemas.openxmlformats.org/officeDocument/2006/relationships/notesSlide" Target="/ppt/notesSlides/notesSlide74.xml" Id="R179885acd481431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0d630c1282a4497a" /><Relationship Type="http://schemas.openxmlformats.org/officeDocument/2006/relationships/notesSlide" Target="/ppt/notesSlides/notesSlide75.xml" Id="R80e2b090be42461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3fa4b0e702b4240" /><Relationship Type="http://schemas.openxmlformats.org/officeDocument/2006/relationships/notesSlide" Target="/ppt/notesSlides/notesSlide76.xml" Id="R3052097d7417483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6c11005b97d94869" /><Relationship Type="http://schemas.openxmlformats.org/officeDocument/2006/relationships/notesSlide" Target="/ppt/notesSlides/notesSlide77.xml" Id="R3a51203f18d84d3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9b385fa3cb7d4d26" /><Relationship Type="http://schemas.openxmlformats.org/officeDocument/2006/relationships/notesSlide" Target="/ppt/notesSlides/notesSlide78.xml" Id="R47d79df410f9460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d2ea653bf5ab4861" /><Relationship Type="http://schemas.openxmlformats.org/officeDocument/2006/relationships/notesSlide" Target="/ppt/notesSlides/notesSlide79.xml" Id="R5f80b76f17a84de9"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25a1b0a16c7c4187" /><Relationship Type="http://schemas.openxmlformats.org/officeDocument/2006/relationships/notesSlide" Target="/ppt/notesSlides/notesSlide80.xml" Id="R89a372913aaf483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07b8b944c6044222" /><Relationship Type="http://schemas.openxmlformats.org/officeDocument/2006/relationships/notesSlide" Target="/ppt/notesSlides/notesSlide81.xml" Id="R9071e7a40f7c498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b211e34096e145ca" /><Relationship Type="http://schemas.openxmlformats.org/officeDocument/2006/relationships/notesSlide" Target="/ppt/notesSlides/notesSlide82.xml" Id="R307e768cc2454618"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7ff6a428f9874fb7" /><Relationship Type="http://schemas.openxmlformats.org/officeDocument/2006/relationships/notesSlide" Target="/ppt/notesSlides/notesSlide83.xml" Id="R093f08ec0a2c4091"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24236f7bedd2452d" /><Relationship Type="http://schemas.openxmlformats.org/officeDocument/2006/relationships/notesSlide" Target="/ppt/notesSlides/notesSlide84.xml" Id="Rb46a85d0e4c14cbb"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1cb6c6c77d31443d" /><Relationship Type="http://schemas.openxmlformats.org/officeDocument/2006/relationships/notesSlide" Target="/ppt/notesSlides/notesSlide85.xml" Id="Rb9ebd6e6e50d4bce"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201842f45aad437d" /><Relationship Type="http://schemas.openxmlformats.org/officeDocument/2006/relationships/notesSlide" Target="/ppt/notesSlides/notesSlide86.xml" Id="Ra0c17a0585f744d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2980b3cb41b14e6f" /><Relationship Type="http://schemas.openxmlformats.org/officeDocument/2006/relationships/notesSlide" Target="/ppt/notesSlides/notesSlide87.xml" Id="R8a257f9d00924773"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69a4030867144364" /><Relationship Type="http://schemas.openxmlformats.org/officeDocument/2006/relationships/notesSlide" Target="/ppt/notesSlides/notesSlide88.xml" Id="R66bceddbab2c454b"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175986111c734552" /><Relationship Type="http://schemas.openxmlformats.org/officeDocument/2006/relationships/notesSlide" Target="/ppt/notesSlides/notesSlide89.xml" Id="Rf1d1bd54e7084858"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562c25be5f67411e" /><Relationship Type="http://schemas.openxmlformats.org/officeDocument/2006/relationships/notesSlide" Target="/ppt/notesSlides/notesSlide90.xml" Id="R0adf028080ca422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3afe9ff4e23f4b01" /><Relationship Type="http://schemas.openxmlformats.org/officeDocument/2006/relationships/notesSlide" Target="/ppt/notesSlides/notesSlide91.xml" Id="Ra83a6e828a8d44b8"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71eb89c49fac4578" /><Relationship Type="http://schemas.openxmlformats.org/officeDocument/2006/relationships/notesSlide" Target="/ppt/notesSlides/notesSlide92.xml" Id="R3b134fd441f24fa1"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80e6557bcd994967" /><Relationship Type="http://schemas.openxmlformats.org/officeDocument/2006/relationships/notesSlide" Target="/ppt/notesSlides/notesSlide93.xml" Id="Rc83383392e42456e"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26d4ff76648a41e2" /><Relationship Type="http://schemas.openxmlformats.org/officeDocument/2006/relationships/notesSlide" Target="/ppt/notesSlides/notesSlide94.xml" Id="Raa04c46b9f7b46ac"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d75908ad82a44c32" /><Relationship Type="http://schemas.openxmlformats.org/officeDocument/2006/relationships/notesSlide" Target="/ppt/notesSlides/notesSlide95.xml" Id="R075da5c723db4201"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ed00bc75871b4ff6" /><Relationship Type="http://schemas.openxmlformats.org/officeDocument/2006/relationships/notesSlide" Target="/ppt/notesSlides/notesSlide96.xml" Id="R569c58c0bc904667"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8b780a16d8544637" /><Relationship Type="http://schemas.openxmlformats.org/officeDocument/2006/relationships/notesSlide" Target="/ppt/notesSlides/notesSlide97.xml" Id="R5bd9b4ce65fa441a"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6245d63ac0174a9e" /><Relationship Type="http://schemas.openxmlformats.org/officeDocument/2006/relationships/notesSlide" Target="/ppt/notesSlides/notesSlide98.xml" Id="R42533760c6c84f01"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66cbe5a12c5540ce" /><Relationship Type="http://schemas.openxmlformats.org/officeDocument/2006/relationships/notesSlide" Target="/ppt/notesSlides/notesSlide99.xml" Id="R79cc77dd94534856"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35c788b3ccb44991" /><Relationship Type="http://schemas.openxmlformats.org/officeDocument/2006/relationships/notesSlide" Target="/ppt/notesSlides/notesSlide100.xml" Id="Rd4446d05c1944599"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9325b54869684b1a" /><Relationship Type="http://schemas.openxmlformats.org/officeDocument/2006/relationships/notesSlide" Target="/ppt/notesSlides/notesSlide101.xml" Id="Red2298dbd47041bd"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1bd34ea7460a4dfe" /><Relationship Type="http://schemas.openxmlformats.org/officeDocument/2006/relationships/notesSlide" Target="/ppt/notesSlides/notesSlide102.xml" Id="R07e897b2dae24603"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A09837-9494-421A-8721-DE294DA4106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10/30  프로젝트 기획</a:t>
            </a:r>
          </a:p>
        </p:txBody>
      </p:sp>
      <p:sp>
        <p:nvSpPr>
          <p:cNvPr id="2" name="">
            <a:extLst xmlns:a="http://schemas.openxmlformats.org/drawingml/2006/main">
              <a:ext uri="{FF2B5EF4-FFF2-40B4-BE49-F238E27FC236}">
                <a16:creationId xmlns:a16="http://schemas.microsoft.com/office/drawing/2014/main" id="{D04DCE5A-F1F2-48AD-AB00-D91903C75ADE}"/>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프로젝트 기획</a:t>
            </a:r>
          </a:p>
        </p:txBody>
      </p:sp>
      <p:sp>
        <p:nvSpPr>
          <p:cNvPr id="3" name="">
            <a:extLst xmlns:a="http://schemas.openxmlformats.org/drawingml/2006/main">
              <a:ext uri="{FF2B5EF4-FFF2-40B4-BE49-F238E27FC236}">
                <a16:creationId xmlns:a16="http://schemas.microsoft.com/office/drawing/2014/main" id="{0726B9E6-6072-46C7-BAA6-6515C85992E1}"/>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2026-10-30</a:t>
            </a:r>
          </a:p>
        </p:txBody>
      </p:sp>
      <p:sp>
        <p:nvSpPr>
          <p:cNvPr id="4" name="">
            <a:extLst xmlns:a="http://schemas.openxmlformats.org/drawingml/2006/main">
              <a:ext uri="{FF2B5EF4-FFF2-40B4-BE49-F238E27FC236}">
                <a16:creationId xmlns:a16="http://schemas.microsoft.com/office/drawing/2014/main" id="{18C0EA72-5D23-4CF1-A59A-24EFE1200A8E}"/>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오늘은 개념을 읽고 직접 예상해 봅니다.</a:t>
            </a:r>
          </a:p>
        </p:txBody>
      </p:sp>
      <p:sp>
        <p:nvSpPr>
          <p:cNvPr id="5" name="">
            <a:extLst xmlns:a="http://schemas.openxmlformats.org/drawingml/2006/main">
              <a:ext uri="{FF2B5EF4-FFF2-40B4-BE49-F238E27FC236}">
                <a16:creationId xmlns:a16="http://schemas.microsoft.com/office/drawing/2014/main" id="{E31D9F07-7EFF-4BA1-B222-1E3768CA0C4E}"/>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E07E1F80-FE3A-492B-B859-7D85341C64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254428676"/>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C58356-2477-405D-8DD1-C70F7C1E0F1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10/30  프로젝트 기획</a:t>
            </a:r>
          </a:p>
        </p:txBody>
      </p:sp>
      <p:sp>
        <p:nvSpPr>
          <p:cNvPr id="2" name="">
            <a:extLst xmlns:a="http://schemas.openxmlformats.org/drawingml/2006/main">
              <a:ext uri="{FF2B5EF4-FFF2-40B4-BE49-F238E27FC236}">
                <a16:creationId xmlns:a16="http://schemas.microsoft.com/office/drawing/2014/main" id="{EEC434F0-77E2-46E3-BE0F-FCBF40F8776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자료 폴더와 학생 작업 파일</a:t>
            </a:r>
          </a:p>
        </p:txBody>
      </p:sp>
      <p:sp>
        <p:nvSpPr>
          <p:cNvPr id="3" name="">
            <a:extLst xmlns:a="http://schemas.openxmlformats.org/drawingml/2006/main">
              <a:ext uri="{FF2B5EF4-FFF2-40B4-BE49-F238E27FC236}">
                <a16:creationId xmlns:a16="http://schemas.microsoft.com/office/drawing/2014/main" id="{0F52E4D5-C850-412D-A4F4-36AD521C416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data: 읽을 입력</a:t>
            </a:r>
          </a:p>
        </p:txBody>
      </p:sp>
      <p:sp>
        <p:nvSpPr>
          <p:cNvPr id="4" name="">
            <a:extLst xmlns:a="http://schemas.openxmlformats.org/drawingml/2006/main">
              <a:ext uri="{FF2B5EF4-FFF2-40B4-BE49-F238E27FC236}">
                <a16:creationId xmlns:a16="http://schemas.microsoft.com/office/drawing/2014/main" id="{C44377B3-9FCA-499C-9D20-55E9CAB40EC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code: 제공 참고 코드</a:t>
            </a:r>
          </a:p>
        </p:txBody>
      </p:sp>
      <p:sp>
        <p:nvSpPr>
          <p:cNvPr id="5" name="">
            <a:extLst xmlns:a="http://schemas.openxmlformats.org/drawingml/2006/main">
              <a:ext uri="{FF2B5EF4-FFF2-40B4-BE49-F238E27FC236}">
                <a16:creationId xmlns:a16="http://schemas.microsoft.com/office/drawing/2014/main" id="{A7399AD1-F32A-4A0A-977F-F8BAAEFE4E4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 나의 복사본과 기록</a:t>
            </a:r>
          </a:p>
        </p:txBody>
      </p:sp>
      <p:sp>
        <p:nvSpPr>
          <p:cNvPr id="6" name="">
            <a:extLst xmlns:a="http://schemas.openxmlformats.org/drawingml/2006/main">
              <a:ext uri="{FF2B5EF4-FFF2-40B4-BE49-F238E27FC236}">
                <a16:creationId xmlns:a16="http://schemas.microsoft.com/office/drawing/2014/main" id="{44170375-0D62-4632-9611-7AA9306DA7E5}"/>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저장한 뒤 실행해야 결과가 나옵니다.</a:t>
            </a:r>
          </a:p>
        </p:txBody>
      </p:sp>
      <p:sp>
        <p:nvSpPr>
          <p:cNvPr id="7" name="">
            <a:extLst xmlns:a="http://schemas.openxmlformats.org/drawingml/2006/main">
              <a:ext uri="{FF2B5EF4-FFF2-40B4-BE49-F238E27FC236}">
                <a16:creationId xmlns:a16="http://schemas.microsoft.com/office/drawing/2014/main" id="{65F4B86A-9E64-4261-B571-AB08A19E556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1399780714"/>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DB70B7-8625-454D-8EDC-81D7A99EC7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10/30  프로젝트 기획</a:t>
            </a:r>
          </a:p>
        </p:txBody>
      </p:sp>
      <p:sp>
        <p:nvSpPr>
          <p:cNvPr id="2" name="">
            <a:extLst xmlns:a="http://schemas.openxmlformats.org/drawingml/2006/main">
              <a:ext uri="{FF2B5EF4-FFF2-40B4-BE49-F238E27FC236}">
                <a16:creationId xmlns:a16="http://schemas.microsoft.com/office/drawing/2014/main" id="{A8AAE70B-2151-4041-B4E0-072CE2D1FD0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오늘의 6교시 일정</a:t>
            </a:r>
          </a:p>
        </p:txBody>
      </p:sp>
      <p:sp>
        <p:nvSpPr>
          <p:cNvPr id="3" name="">
            <a:extLst xmlns:a="http://schemas.openxmlformats.org/drawingml/2006/main">
              <a:ext uri="{FF2B5EF4-FFF2-40B4-BE49-F238E27FC236}">
                <a16:creationId xmlns:a16="http://schemas.microsoft.com/office/drawing/2014/main" id="{F4A06570-98EF-4959-BC20-B8DB08EEE3F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1·2교시 10:00~11:50</a:t>
            </a:r>
          </a:p>
        </p:txBody>
      </p:sp>
      <p:sp>
        <p:nvSpPr>
          <p:cNvPr id="4" name="">
            <a:extLst xmlns:a="http://schemas.openxmlformats.org/drawingml/2006/main">
              <a:ext uri="{FF2B5EF4-FFF2-40B4-BE49-F238E27FC236}">
                <a16:creationId xmlns:a16="http://schemas.microsoft.com/office/drawing/2014/main" id="{34663DB5-A8A4-4170-A3B7-39D97C94F429}"/>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 11:50~13:00</a:t>
            </a:r>
          </a:p>
        </p:txBody>
      </p:sp>
      <p:sp>
        <p:nvSpPr>
          <p:cNvPr id="5" name="">
            <a:extLst xmlns:a="http://schemas.openxmlformats.org/drawingml/2006/main">
              <a:ext uri="{FF2B5EF4-FFF2-40B4-BE49-F238E27FC236}">
                <a16:creationId xmlns:a16="http://schemas.microsoft.com/office/drawing/2014/main" id="{04FA463C-40E6-4D1F-9744-AE81CA21DAF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3~6교시 13:00~16:50</a:t>
            </a:r>
          </a:p>
        </p:txBody>
      </p:sp>
      <p:sp>
        <p:nvSpPr>
          <p:cNvPr id="6" name="">
            <a:extLst xmlns:a="http://schemas.openxmlformats.org/drawingml/2006/main">
              <a:ext uri="{FF2B5EF4-FFF2-40B4-BE49-F238E27FC236}">
                <a16:creationId xmlns:a16="http://schemas.microsoft.com/office/drawing/2014/main" id="{7CB48035-67BE-4314-8D21-A4303DBB6E25}"/>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300분 · 나머지는 휴식과 정리입니다.</a:t>
            </a:r>
          </a:p>
        </p:txBody>
      </p:sp>
      <p:sp>
        <p:nvSpPr>
          <p:cNvPr id="7" name="">
            <a:extLst xmlns:a="http://schemas.openxmlformats.org/drawingml/2006/main">
              <a:ext uri="{FF2B5EF4-FFF2-40B4-BE49-F238E27FC236}">
                <a16:creationId xmlns:a16="http://schemas.microsoft.com/office/drawing/2014/main" id="{A10D304F-8756-4F0D-AB26-1D85BC4A773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752376800"/>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84DFF4-9A2C-41A7-A447-7504D891B60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10/30  프로젝트 기획</a:t>
            </a:r>
          </a:p>
        </p:txBody>
      </p:sp>
      <p:sp>
        <p:nvSpPr>
          <p:cNvPr id="2" name="">
            <a:extLst xmlns:a="http://schemas.openxmlformats.org/drawingml/2006/main">
              <a:ext uri="{FF2B5EF4-FFF2-40B4-BE49-F238E27FC236}">
                <a16:creationId xmlns:a16="http://schemas.microsoft.com/office/drawing/2014/main" id="{818C268E-D437-4FA6-A9D2-C1CEBE54490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시연·수정·비교·설명</a:t>
            </a:r>
          </a:p>
        </p:txBody>
      </p:sp>
      <p:sp>
        <p:nvSpPr>
          <p:cNvPr id="3" name="">
            <a:extLst xmlns:a="http://schemas.openxmlformats.org/drawingml/2006/main">
              <a:ext uri="{FF2B5EF4-FFF2-40B4-BE49-F238E27FC236}">
                <a16:creationId xmlns:a16="http://schemas.microsoft.com/office/drawing/2014/main" id="{296BB80F-43B6-4D85-83F5-3B5425ED710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시연을 봅니다.</a:t>
            </a:r>
          </a:p>
        </p:txBody>
      </p:sp>
      <p:sp>
        <p:nvSpPr>
          <p:cNvPr id="4" name="">
            <a:extLst xmlns:a="http://schemas.openxmlformats.org/drawingml/2006/main">
              <a:ext uri="{FF2B5EF4-FFF2-40B4-BE49-F238E27FC236}">
                <a16:creationId xmlns:a16="http://schemas.microsoft.com/office/drawing/2014/main" id="{9DB7BA48-ADB2-4A53-91ED-F8892C87DF0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같이 따라 하고 한 값을 바꿉니다.</a:t>
            </a:r>
          </a:p>
        </p:txBody>
      </p:sp>
      <p:sp>
        <p:nvSpPr>
          <p:cNvPr id="5" name="">
            <a:extLst xmlns:a="http://schemas.openxmlformats.org/drawingml/2006/main">
              <a:ext uri="{FF2B5EF4-FFF2-40B4-BE49-F238E27FC236}">
                <a16:creationId xmlns:a16="http://schemas.microsoft.com/office/drawing/2014/main" id="{2266C16A-E251-40FE-BCD6-45ECAD25F65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예상과 결과를 비교합니다.</a:t>
            </a:r>
          </a:p>
        </p:txBody>
      </p:sp>
      <p:sp>
        <p:nvSpPr>
          <p:cNvPr id="6" name="">
            <a:extLst xmlns:a="http://schemas.openxmlformats.org/drawingml/2006/main">
              <a:ext uri="{FF2B5EF4-FFF2-40B4-BE49-F238E27FC236}">
                <a16:creationId xmlns:a16="http://schemas.microsoft.com/office/drawing/2014/main" id="{AA94FA89-64DB-43BF-B3B6-90ABE366D7B7}"/>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왜 그런지 자기 말로 설명합니다.</a:t>
            </a:r>
          </a:p>
        </p:txBody>
      </p:sp>
      <p:sp>
        <p:nvSpPr>
          <p:cNvPr id="7" name="">
            <a:extLst xmlns:a="http://schemas.openxmlformats.org/drawingml/2006/main">
              <a:ext uri="{FF2B5EF4-FFF2-40B4-BE49-F238E27FC236}">
                <a16:creationId xmlns:a16="http://schemas.microsoft.com/office/drawing/2014/main" id="{68E0E16C-A9E6-4E9D-B942-22D848E1C26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639746994"/>
      </p:ext>
    </p:extLst>
  </p:cSld>
</p:sld>
</file>

<file path=ppt/slides/slide5.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FAC461-832C-48D4-9B41-6BC29F76EFA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E4321BE-8AE7-4051-91BB-DF849C45ADEF}"/>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 문제·사용자·근거</a:t>
            </a:r>
          </a:p>
        </p:txBody>
      </p:sp>
      <p:sp>
        <p:nvSpPr>
          <p:cNvPr id="3" name="">
            <a:extLst xmlns:a="http://schemas.openxmlformats.org/drawingml/2006/main">
              <a:ext uri="{FF2B5EF4-FFF2-40B4-BE49-F238E27FC236}">
                <a16:creationId xmlns:a16="http://schemas.microsoft.com/office/drawing/2014/main" id="{64A9ABFD-7777-48F1-AE55-43EBDFC7D255}"/>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10:00~10:50 · 50분</a:t>
            </a:r>
          </a:p>
        </p:txBody>
      </p:sp>
      <p:sp>
        <p:nvSpPr>
          <p:cNvPr id="4" name="">
            <a:extLst xmlns:a="http://schemas.openxmlformats.org/drawingml/2006/main">
              <a:ext uri="{FF2B5EF4-FFF2-40B4-BE49-F238E27FC236}">
                <a16:creationId xmlns:a16="http://schemas.microsoft.com/office/drawing/2014/main" id="{0C048D2E-137F-424C-8E4B-2E127CF0080C}"/>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A01 · A02 · A03</a:t>
            </a:r>
          </a:p>
        </p:txBody>
      </p:sp>
      <p:sp>
        <p:nvSpPr>
          <p:cNvPr id="5" name="">
            <a:extLst xmlns:a="http://schemas.openxmlformats.org/drawingml/2006/main">
              <a:ext uri="{FF2B5EF4-FFF2-40B4-BE49-F238E27FC236}">
                <a16:creationId xmlns:a16="http://schemas.microsoft.com/office/drawing/2014/main" id="{47B56DED-3C87-4562-8F68-412BEF8DB586}"/>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679C7337-36CB-4E91-B1D9-DFE3A658C54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05</a:t>
            </a:r>
          </a:p>
        </p:txBody>
      </p:sp>
    </p:spTree>
    <p:extLst>
      <p:ext uri="{BB962C8B-B14F-4D97-AF65-F5344CB8AC3E}">
        <p14:creationId xmlns:p14="http://schemas.microsoft.com/office/powerpoint/2010/main" val="1621186771"/>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70EFFDE-156B-428A-B373-D37A9EF8003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F486FE5-58A1-41A8-91E0-D66DB84812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직접 사용자와 관계자</a:t>
            </a:r>
          </a:p>
        </p:txBody>
      </p:sp>
      <p:sp>
        <p:nvSpPr>
          <p:cNvPr id="3" name="">
            <a:extLst xmlns:a="http://schemas.openxmlformats.org/drawingml/2006/main">
              <a:ext uri="{FF2B5EF4-FFF2-40B4-BE49-F238E27FC236}">
                <a16:creationId xmlns:a16="http://schemas.microsoft.com/office/drawing/2014/main" id="{038C9AC6-794C-489B-B04A-85E500C1EF9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마감 전에 미확인 기록을 찾는 담당자</a:t>
            </a:r>
          </a:p>
        </p:txBody>
      </p:sp>
      <p:sp>
        <p:nvSpPr>
          <p:cNvPr id="4" name="">
            <a:extLst xmlns:a="http://schemas.openxmlformats.org/drawingml/2006/main">
              <a:ext uri="{FF2B5EF4-FFF2-40B4-BE49-F238E27FC236}">
                <a16:creationId xmlns:a16="http://schemas.microsoft.com/office/drawing/2014/main" id="{243D726A-CC02-466F-A637-0A595FF9D75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학생과 시설 담당자는 역할이 다릅니다.</a:t>
            </a:r>
          </a:p>
        </p:txBody>
      </p:sp>
      <p:sp>
        <p:nvSpPr>
          <p:cNvPr id="5" name="">
            <a:extLst xmlns:a="http://schemas.openxmlformats.org/drawingml/2006/main">
              <a:ext uri="{FF2B5EF4-FFF2-40B4-BE49-F238E27FC236}">
                <a16:creationId xmlns:a16="http://schemas.microsoft.com/office/drawing/2014/main" id="{F1BFF7D6-1603-479D-B112-24E023F730F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06</a:t>
            </a:r>
          </a:p>
        </p:txBody>
      </p:sp>
    </p:spTree>
    <p:extLst>
      <p:ext uri="{BB962C8B-B14F-4D97-AF65-F5344CB8AC3E}">
        <p14:creationId xmlns:p14="http://schemas.microsoft.com/office/powerpoint/2010/main" val="606145476"/>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01CFACD-7BA9-4428-A269-B075EE9FE63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45D8281-1CD5-4F35-80C3-D0358F439EF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문제와 기능 후보</a:t>
            </a:r>
          </a:p>
        </p:txBody>
      </p:sp>
      <p:sp>
        <p:nvSpPr>
          <p:cNvPr id="3" name="">
            <a:extLst xmlns:a="http://schemas.openxmlformats.org/drawingml/2006/main">
              <a:ext uri="{FF2B5EF4-FFF2-40B4-BE49-F238E27FC236}">
                <a16:creationId xmlns:a16="http://schemas.microsoft.com/office/drawing/2014/main" id="{596EAC4E-7936-45C7-9967-08C5656E2EC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문제: 기록을 찾느라 확인이 늦습니다.</a:t>
            </a:r>
          </a:p>
        </p:txBody>
      </p:sp>
      <p:sp>
        <p:nvSpPr>
          <p:cNvPr id="4" name="">
            <a:extLst xmlns:a="http://schemas.openxmlformats.org/drawingml/2006/main">
              <a:ext uri="{FF2B5EF4-FFF2-40B4-BE49-F238E27FC236}">
                <a16:creationId xmlns:a16="http://schemas.microsoft.com/office/drawing/2014/main" id="{737AD4AD-B3A5-4308-9F82-CC578497D53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기능 후보: 미확인 목록을 보여 줍니다.</a:t>
            </a:r>
          </a:p>
        </p:txBody>
      </p:sp>
      <p:sp>
        <p:nvSpPr>
          <p:cNvPr id="5" name="">
            <a:extLst xmlns:a="http://schemas.openxmlformats.org/drawingml/2006/main">
              <a:ext uri="{FF2B5EF4-FFF2-40B4-BE49-F238E27FC236}">
                <a16:creationId xmlns:a16="http://schemas.microsoft.com/office/drawing/2014/main" id="{56F46E2B-6DCF-48DA-9375-A3B85FC9948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1213280281"/>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675FE80-8092-4C07-B7C1-744849EAAFC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EEE98B9-5EFE-4C0B-A785-0E5AA6C1168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가상 근거와 관찰</a:t>
            </a:r>
          </a:p>
        </p:txBody>
      </p:sp>
      <p:sp>
        <p:nvSpPr>
          <p:cNvPr id="3" name="">
            <a:extLst xmlns:a="http://schemas.openxmlformats.org/drawingml/2006/main">
              <a:ext uri="{FF2B5EF4-FFF2-40B4-BE49-F238E27FC236}">
                <a16:creationId xmlns:a16="http://schemas.microsoft.com/office/drawing/2014/main" id="{B4AB155B-9E2C-4200-952F-00F3326FCE2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가상 대여 20건 중 기록 지연 4건</a:t>
            </a:r>
          </a:p>
        </p:txBody>
      </p:sp>
      <p:sp>
        <p:nvSpPr>
          <p:cNvPr id="4" name="">
            <a:extLst xmlns:a="http://schemas.openxmlformats.org/drawingml/2006/main">
              <a:ext uri="{FF2B5EF4-FFF2-40B4-BE49-F238E27FC236}">
                <a16:creationId xmlns:a16="http://schemas.microsoft.com/office/drawing/2014/main" id="{D19A8CFB-F527-425B-B3B3-B33BD60D3B6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 표본의 지연 비율은 20%입니다.</a:t>
            </a:r>
          </a:p>
        </p:txBody>
      </p:sp>
      <p:sp>
        <p:nvSpPr>
          <p:cNvPr id="5" name="">
            <a:extLst xmlns:a="http://schemas.openxmlformats.org/drawingml/2006/main">
              <a:ext uri="{FF2B5EF4-FFF2-40B4-BE49-F238E27FC236}">
                <a16:creationId xmlns:a16="http://schemas.microsoft.com/office/drawing/2014/main" id="{A2C271B8-C60A-43BE-AF2F-9534D406901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354256114"/>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349E525-E350-4BDF-8D7A-8FD2405B26B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799DE8C-F5F1-47F5-9C51-A5177F7DD01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관찰과 해석</a:t>
            </a:r>
          </a:p>
        </p:txBody>
      </p:sp>
      <p:sp>
        <p:nvSpPr>
          <p:cNvPr id="3" name="">
            <a:extLst xmlns:a="http://schemas.openxmlformats.org/drawingml/2006/main">
              <a:ext uri="{FF2B5EF4-FFF2-40B4-BE49-F238E27FC236}">
                <a16:creationId xmlns:a16="http://schemas.microsoft.com/office/drawing/2014/main" id="{FAA1B24E-7E06-495D-8D9D-83A7C1D5869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기록 확인이 어려울 수 있습니다.</a:t>
            </a:r>
          </a:p>
        </p:txBody>
      </p:sp>
      <p:sp>
        <p:nvSpPr>
          <p:cNvPr id="4" name="">
            <a:extLst xmlns:a="http://schemas.openxmlformats.org/drawingml/2006/main">
              <a:ext uri="{FF2B5EF4-FFF2-40B4-BE49-F238E27FC236}">
                <a16:creationId xmlns:a16="http://schemas.microsoft.com/office/drawing/2014/main" id="{2225E9E8-232C-4DA0-8BB2-9A9392C344C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자료만으로 지연 원인을 확정하지 않습니다.</a:t>
            </a:r>
          </a:p>
        </p:txBody>
      </p:sp>
      <p:sp>
        <p:nvSpPr>
          <p:cNvPr id="5" name="">
            <a:extLst xmlns:a="http://schemas.openxmlformats.org/drawingml/2006/main">
              <a:ext uri="{FF2B5EF4-FFF2-40B4-BE49-F238E27FC236}">
                <a16:creationId xmlns:a16="http://schemas.microsoft.com/office/drawing/2014/main" id="{0C14DC88-CB4D-4B20-BE94-D24440026E1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444993679"/>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CF8E44A-37FD-47C6-8D8B-3E0F7FC40BD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3E08BCE-1732-45DC-AA66-C7AFEFB924A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가설과 효과 검증</a:t>
            </a:r>
          </a:p>
        </p:txBody>
      </p:sp>
      <p:sp>
        <p:nvSpPr>
          <p:cNvPr id="3" name="">
            <a:extLst xmlns:a="http://schemas.openxmlformats.org/drawingml/2006/main">
              <a:ext uri="{FF2B5EF4-FFF2-40B4-BE49-F238E27FC236}">
                <a16:creationId xmlns:a16="http://schemas.microsoft.com/office/drawing/2014/main" id="{79F094F2-1FBE-4966-9BDF-0AE752EB552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목록이 있으면 찾는 시간이 줄어들 것이다.</a:t>
            </a:r>
          </a:p>
        </p:txBody>
      </p:sp>
      <p:sp>
        <p:nvSpPr>
          <p:cNvPr id="4" name="">
            <a:extLst xmlns:a="http://schemas.openxmlformats.org/drawingml/2006/main">
              <a:ext uri="{FF2B5EF4-FFF2-40B4-BE49-F238E27FC236}">
                <a16:creationId xmlns:a16="http://schemas.microsoft.com/office/drawing/2014/main" id="{63109081-656F-4648-8F05-81564D1705A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효과는 구현 후 현장에서 따로 확인합니다.</a:t>
            </a:r>
          </a:p>
        </p:txBody>
      </p:sp>
      <p:sp>
        <p:nvSpPr>
          <p:cNvPr id="5" name="">
            <a:extLst xmlns:a="http://schemas.openxmlformats.org/drawingml/2006/main">
              <a:ext uri="{FF2B5EF4-FFF2-40B4-BE49-F238E27FC236}">
                <a16:creationId xmlns:a16="http://schemas.microsoft.com/office/drawing/2014/main" id="{AD913DAB-E292-4052-BD68-D4FA30DEC98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2036187116"/>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4A35CC-EFD3-4EAC-B0B6-7B7D33ADCF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8D93DBA-4BEC-4CD4-A308-0B6B751947E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기획 결과물과 현장 효과</a:t>
            </a:r>
          </a:p>
        </p:txBody>
      </p:sp>
      <p:sp>
        <p:nvSpPr>
          <p:cNvPr id="3" name="">
            <a:extLst xmlns:a="http://schemas.openxmlformats.org/drawingml/2006/main">
              <a:ext uri="{FF2B5EF4-FFF2-40B4-BE49-F238E27FC236}">
                <a16:creationId xmlns:a16="http://schemas.microsoft.com/office/drawing/2014/main" id="{11BB6835-B416-4E1F-A03B-C140D22F8A1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오늘 결과물: 검토 가능한 기획서</a:t>
            </a:r>
          </a:p>
        </p:txBody>
      </p:sp>
      <p:sp>
        <p:nvSpPr>
          <p:cNvPr id="4" name="">
            <a:extLst xmlns:a="http://schemas.openxmlformats.org/drawingml/2006/main">
              <a:ext uri="{FF2B5EF4-FFF2-40B4-BE49-F238E27FC236}">
                <a16:creationId xmlns:a16="http://schemas.microsoft.com/office/drawing/2014/main" id="{6722C52D-56A7-4523-A696-8F3041A186C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시간 감소와 현장 효과는 아직 미확인입니다.</a:t>
            </a:r>
          </a:p>
        </p:txBody>
      </p:sp>
      <p:sp>
        <p:nvSpPr>
          <p:cNvPr id="5" name="">
            <a:extLst xmlns:a="http://schemas.openxmlformats.org/drawingml/2006/main">
              <a:ext uri="{FF2B5EF4-FFF2-40B4-BE49-F238E27FC236}">
                <a16:creationId xmlns:a16="http://schemas.microsoft.com/office/drawing/2014/main" id="{023D509B-0451-4052-8D48-BD6FBD4777C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734579599"/>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FA37942-C36F-40E4-A33E-6992F84C2A2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9574A9C-CDA4-459D-B9CD-55A34476B57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사용자·문제·기능·가설</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구분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문장</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사용자</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마감 확인 담당자</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문제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전체 기록을 다시 찾음</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기능 후보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미확인 목록 표시</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가설</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탐색 시간이 줄어듦</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94C8C33-4C76-4B06-934E-C2DB2BF0883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1721840231"/>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74A416-A73B-4606-B1BD-38768BA8E6F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332E257-5FAB-4948-BFC2-8F5C9B343A7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D9CCFBE2-E5BA-4042-8F85-2974420D479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관찰 4÷20×100 = 20%</a:t>
            </a:r>
          </a:p>
        </p:txBody>
      </p:sp>
      <p:sp>
        <p:nvSpPr>
          <p:cNvPr id="4" name="">
            <a:extLst xmlns:a="http://schemas.openxmlformats.org/drawingml/2006/main">
              <a:ext uri="{FF2B5EF4-FFF2-40B4-BE49-F238E27FC236}">
                <a16:creationId xmlns:a16="http://schemas.microsoft.com/office/drawing/2014/main" id="{B404EC5D-ECF1-4DD4-96AA-CDB56E84111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원인과 개선 효과는 아직 모릅니다.</a:t>
            </a:r>
          </a:p>
        </p:txBody>
      </p:sp>
      <p:sp>
        <p:nvSpPr>
          <p:cNvPr id="5" name="">
            <a:extLst xmlns:a="http://schemas.openxmlformats.org/drawingml/2006/main">
              <a:ext uri="{FF2B5EF4-FFF2-40B4-BE49-F238E27FC236}">
                <a16:creationId xmlns:a16="http://schemas.microsoft.com/office/drawing/2014/main" id="{A197AEC0-D36F-431E-9882-37DAEA9FF57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기획 완료가 제품 효과 검증은 아닙니다.</a:t>
            </a:r>
          </a:p>
        </p:txBody>
      </p:sp>
      <p:sp>
        <p:nvSpPr>
          <p:cNvPr id="6" name="">
            <a:extLst xmlns:a="http://schemas.openxmlformats.org/drawingml/2006/main">
              <a:ext uri="{FF2B5EF4-FFF2-40B4-BE49-F238E27FC236}">
                <a16:creationId xmlns:a16="http://schemas.microsoft.com/office/drawing/2014/main" id="{4F72194D-338E-49B6-A567-EEA10D7A82B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1246066189"/>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343A65-67D2-4939-8984-7AC7E472C2C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52CAB91-033B-44BE-9A22-B436355D29F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6D8147AA-3266-4CFA-806A-64C7373126D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식당 재고 담당자가 품절을 늦게 확인합니다.</a:t>
            </a:r>
          </a:p>
        </p:txBody>
      </p:sp>
      <p:sp>
        <p:nvSpPr>
          <p:cNvPr id="4" name="">
            <a:extLst xmlns:a="http://schemas.openxmlformats.org/drawingml/2006/main">
              <a:ext uri="{FF2B5EF4-FFF2-40B4-BE49-F238E27FC236}">
                <a16:creationId xmlns:a16="http://schemas.microsoft.com/office/drawing/2014/main" id="{EE31419F-6E3D-4154-B255-27E3E53D0EB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사용자·문제·기능·가설을 따로 쓰세요.</a:t>
            </a:r>
          </a:p>
        </p:txBody>
      </p:sp>
      <p:sp>
        <p:nvSpPr>
          <p:cNvPr id="5" name="">
            <a:extLst xmlns:a="http://schemas.openxmlformats.org/drawingml/2006/main">
              <a:ext uri="{FF2B5EF4-FFF2-40B4-BE49-F238E27FC236}">
                <a16:creationId xmlns:a16="http://schemas.microsoft.com/office/drawing/2014/main" id="{2BF829C7-C11C-4657-A0B8-772BF2508D9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421026667"/>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39660F-C78D-41CC-911B-29D725A8255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31ED35B-B54B-463D-AD20-465DDD344B6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F7DD64F1-B526-4AB1-8A60-FD30A6B41DA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사용자: 재고 담당자 · 문제: 확인 지연</a:t>
            </a:r>
          </a:p>
        </p:txBody>
      </p:sp>
      <p:sp>
        <p:nvSpPr>
          <p:cNvPr id="4" name="">
            <a:extLst xmlns:a="http://schemas.openxmlformats.org/drawingml/2006/main">
              <a:ext uri="{FF2B5EF4-FFF2-40B4-BE49-F238E27FC236}">
                <a16:creationId xmlns:a16="http://schemas.microsoft.com/office/drawing/2014/main" id="{389503EF-2077-44C7-8A8A-63D2F003128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기능: 부족 목록 · 가설: 확인 시간 감소</a:t>
            </a:r>
          </a:p>
        </p:txBody>
      </p:sp>
      <p:sp>
        <p:nvSpPr>
          <p:cNvPr id="5" name="">
            <a:extLst xmlns:a="http://schemas.openxmlformats.org/drawingml/2006/main">
              <a:ext uri="{FF2B5EF4-FFF2-40B4-BE49-F238E27FC236}">
                <a16:creationId xmlns:a16="http://schemas.microsoft.com/office/drawing/2014/main" id="{DA6D4B21-D1C7-4B51-8265-DB3F6EB453A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측정하지 않은 효과를 사실로 쓰지 않습니다.</a:t>
            </a:r>
          </a:p>
        </p:txBody>
      </p:sp>
      <p:sp>
        <p:nvSpPr>
          <p:cNvPr id="6" name="">
            <a:extLst xmlns:a="http://schemas.openxmlformats.org/drawingml/2006/main">
              <a:ext uri="{FF2B5EF4-FFF2-40B4-BE49-F238E27FC236}">
                <a16:creationId xmlns:a16="http://schemas.microsoft.com/office/drawing/2014/main" id="{59600105-0AF4-4E2F-9404-5CA920DE4CE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887528655"/>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9FB823-C31B-46C8-9639-D9D916AAAFD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1C434B1-0C2B-45DB-B518-C2AD168E1B1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959BA53D-E0AC-4405-8DEA-0CC7AC4058A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사용자를 학생으로 바꾸면</a:t>
            </a:r>
          </a:p>
        </p:txBody>
      </p:sp>
      <p:sp>
        <p:nvSpPr>
          <p:cNvPr id="4" name="">
            <a:extLst xmlns:a="http://schemas.openxmlformats.org/drawingml/2006/main">
              <a:ext uri="{FF2B5EF4-FFF2-40B4-BE49-F238E27FC236}">
                <a16:creationId xmlns:a16="http://schemas.microsoft.com/office/drawing/2014/main" id="{9D3885C1-4E71-4EC6-99E6-C33AA2A6373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먼저 필요한 정보가 어떻게 달라질까요?</a:t>
            </a:r>
          </a:p>
        </p:txBody>
      </p:sp>
      <p:sp>
        <p:nvSpPr>
          <p:cNvPr id="5" name="">
            <a:extLst xmlns:a="http://schemas.openxmlformats.org/drawingml/2006/main">
              <a:ext uri="{FF2B5EF4-FFF2-40B4-BE49-F238E27FC236}">
                <a16:creationId xmlns:a16="http://schemas.microsoft.com/office/drawing/2014/main" id="{845E6D67-62EA-4215-AFB4-DB046BD67A2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1956002297"/>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236E473-8C25-442C-A64D-15A7A84F170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D4C0662-0DDE-44F3-996A-797D9976588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8B89E988-0923-4C1A-9866-9E7D98ED4D0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AI를 안 쓰는 것이 문제라고 쓰지 않습니다.</a:t>
            </a:r>
          </a:p>
        </p:txBody>
      </p:sp>
      <p:sp>
        <p:nvSpPr>
          <p:cNvPr id="4" name="">
            <a:extLst xmlns:a="http://schemas.openxmlformats.org/drawingml/2006/main">
              <a:ext uri="{FF2B5EF4-FFF2-40B4-BE49-F238E27FC236}">
                <a16:creationId xmlns:a16="http://schemas.microsoft.com/office/drawing/2014/main" id="{23964265-F362-41F6-98B4-0AE26059AFA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누가 언제 무엇을 못 하는지로 돌아갑니다.</a:t>
            </a:r>
          </a:p>
        </p:txBody>
      </p:sp>
      <p:sp>
        <p:nvSpPr>
          <p:cNvPr id="5" name="">
            <a:extLst xmlns:a="http://schemas.openxmlformats.org/drawingml/2006/main">
              <a:ext uri="{FF2B5EF4-FFF2-40B4-BE49-F238E27FC236}">
                <a16:creationId xmlns:a16="http://schemas.microsoft.com/office/drawing/2014/main" id="{2E24B0FE-9F72-4053-AA1B-F5ED6BA119F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1121455820"/>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CEA0A39-1851-4EAF-B1A9-3AD6C8F3CCE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573FA5D0-C162-4BFD-B019-4C3428E0C61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F696DED0-90FC-4CC6-BA49-E292F3FE1C9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관찰과 가설의 차이를 자기 말로 설명합니다.</a:t>
            </a:r>
          </a:p>
        </p:txBody>
      </p:sp>
      <p:sp>
        <p:nvSpPr>
          <p:cNvPr id="4" name="">
            <a:extLst xmlns:a="http://schemas.openxmlformats.org/drawingml/2006/main">
              <a:ext uri="{FF2B5EF4-FFF2-40B4-BE49-F238E27FC236}">
                <a16:creationId xmlns:a16="http://schemas.microsoft.com/office/drawing/2014/main" id="{AA2CA185-5A35-481C-8E25-B8BE4A892BB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기획 결과물과 기대 효과도 구분합니다.</a:t>
            </a:r>
          </a:p>
        </p:txBody>
      </p:sp>
      <p:sp>
        <p:nvSpPr>
          <p:cNvPr id="5" name="">
            <a:extLst xmlns:a="http://schemas.openxmlformats.org/drawingml/2006/main">
              <a:ext uri="{FF2B5EF4-FFF2-40B4-BE49-F238E27FC236}">
                <a16:creationId xmlns:a16="http://schemas.microsoft.com/office/drawing/2014/main" id="{97ED56F7-EB99-4263-BDBA-2B5BD73FE0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828229133"/>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EA50849-BD65-44AF-8434-B1CFBE83F3B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7F94590-DA26-48EE-B05F-0E8790B0BB1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C9E23B07-6A57-44C1-8173-FB16F3EEEBA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창고 재고 확인 지연</a:t>
            </a:r>
          </a:p>
        </p:txBody>
      </p:sp>
      <p:sp>
        <p:nvSpPr>
          <p:cNvPr id="4" name="">
            <a:extLst xmlns:a="http://schemas.openxmlformats.org/drawingml/2006/main">
              <a:ext uri="{FF2B5EF4-FFF2-40B4-BE49-F238E27FC236}">
                <a16:creationId xmlns:a16="http://schemas.microsoft.com/office/drawing/2014/main" id="{A1D71A0A-2654-4BE5-9F22-AD24A4B07D4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관찰·문제·가설·기능을 네 문장으로 쓰세요.</a:t>
            </a:r>
          </a:p>
        </p:txBody>
      </p:sp>
      <p:sp>
        <p:nvSpPr>
          <p:cNvPr id="5" name="">
            <a:extLst xmlns:a="http://schemas.openxmlformats.org/drawingml/2006/main">
              <a:ext uri="{FF2B5EF4-FFF2-40B4-BE49-F238E27FC236}">
                <a16:creationId xmlns:a16="http://schemas.microsoft.com/office/drawing/2014/main" id="{D406656C-1F4A-4FA5-ACA2-C8877121626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752701374"/>
      </p:ext>
    </p:extLst>
  </p:cSld>
</p:sld>
</file>

<file path=ppt/slides/slide20.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7F6CB6E-9429-43C1-89B6-6F38E1C4926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7D2EE9CD-E04A-4D3F-A157-43ACB565A6F0}"/>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 후보 비교와 작은 요구</a:t>
            </a:r>
          </a:p>
        </p:txBody>
      </p:sp>
      <p:sp>
        <p:nvSpPr>
          <p:cNvPr id="3" name="">
            <a:extLst xmlns:a="http://schemas.openxmlformats.org/drawingml/2006/main">
              <a:ext uri="{FF2B5EF4-FFF2-40B4-BE49-F238E27FC236}">
                <a16:creationId xmlns:a16="http://schemas.microsoft.com/office/drawing/2014/main" id="{E6197206-187D-45E2-B0BE-069E775A0379}"/>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11:00~11:50 · 50분</a:t>
            </a:r>
          </a:p>
        </p:txBody>
      </p:sp>
      <p:sp>
        <p:nvSpPr>
          <p:cNvPr id="4" name="">
            <a:extLst xmlns:a="http://schemas.openxmlformats.org/drawingml/2006/main">
              <a:ext uri="{FF2B5EF4-FFF2-40B4-BE49-F238E27FC236}">
                <a16:creationId xmlns:a16="http://schemas.microsoft.com/office/drawing/2014/main" id="{23724BDD-E3E1-4925-B23D-9518606613C8}"/>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A04 · A05 · A06</a:t>
            </a:r>
          </a:p>
        </p:txBody>
      </p:sp>
      <p:sp>
        <p:nvSpPr>
          <p:cNvPr id="5" name="">
            <a:extLst xmlns:a="http://schemas.openxmlformats.org/drawingml/2006/main">
              <a:ext uri="{FF2B5EF4-FFF2-40B4-BE49-F238E27FC236}">
                <a16:creationId xmlns:a16="http://schemas.microsoft.com/office/drawing/2014/main" id="{91195A0A-0DE7-4B58-BEB8-D4E60F082E66}"/>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ECD419C0-6151-46F0-832E-5BB8A7D63A1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20</a:t>
            </a:r>
          </a:p>
        </p:txBody>
      </p:sp>
    </p:spTree>
    <p:extLst>
      <p:ext uri="{BB962C8B-B14F-4D97-AF65-F5344CB8AC3E}">
        <p14:creationId xmlns:p14="http://schemas.microsoft.com/office/powerpoint/2010/main" val="2030609608"/>
      </p:ext>
    </p:extLst>
  </p:cSld>
</p:sld>
</file>

<file path=ppt/slides/slide2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6CFE9DA-8109-4E8D-BA91-577992CFFD6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C8AE029-1E5C-4FD6-9173-765B00E605D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후보의 공통 비교 기준</a:t>
            </a:r>
          </a:p>
        </p:txBody>
      </p:sp>
      <p:sp>
        <p:nvSpPr>
          <p:cNvPr id="3" name="">
            <a:extLst xmlns:a="http://schemas.openxmlformats.org/drawingml/2006/main">
              <a:ext uri="{FF2B5EF4-FFF2-40B4-BE49-F238E27FC236}">
                <a16:creationId xmlns:a16="http://schemas.microsoft.com/office/drawing/2014/main" id="{8A2FD773-0E6A-4873-A446-33C8E0B3FD3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필요성 · 실현 가능성 · 시험 가능성</a:t>
            </a:r>
          </a:p>
        </p:txBody>
      </p:sp>
      <p:sp>
        <p:nvSpPr>
          <p:cNvPr id="4" name="">
            <a:extLst xmlns:a="http://schemas.openxmlformats.org/drawingml/2006/main">
              <a:ext uri="{FF2B5EF4-FFF2-40B4-BE49-F238E27FC236}">
                <a16:creationId xmlns:a16="http://schemas.microsoft.com/office/drawing/2014/main" id="{9DB2F60B-071C-4E12-AC33-E9AAB431F32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점수마다 판단 근거를 남깁니다.</a:t>
            </a:r>
          </a:p>
        </p:txBody>
      </p:sp>
      <p:sp>
        <p:nvSpPr>
          <p:cNvPr id="5" name="">
            <a:extLst xmlns:a="http://schemas.openxmlformats.org/drawingml/2006/main">
              <a:ext uri="{FF2B5EF4-FFF2-40B4-BE49-F238E27FC236}">
                <a16:creationId xmlns:a16="http://schemas.microsoft.com/office/drawing/2014/main" id="{819B4E66-6BCD-45C3-8C98-7996C61717F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21</a:t>
            </a:r>
          </a:p>
        </p:txBody>
      </p:sp>
    </p:spTree>
    <p:extLst>
      <p:ext uri="{BB962C8B-B14F-4D97-AF65-F5344CB8AC3E}">
        <p14:creationId xmlns:p14="http://schemas.microsoft.com/office/powerpoint/2010/main" val="950946010"/>
      </p:ext>
    </p:extLst>
  </p:cSld>
</p:sld>
</file>

<file path=ppt/slides/slide2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92BAC0-001E-4404-9514-730F269827B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7A4D6EF-390A-4058-B1E2-CC3F6A00365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가중치와 중요도</a:t>
            </a:r>
          </a:p>
        </p:txBody>
      </p:sp>
      <p:sp>
        <p:nvSpPr>
          <p:cNvPr id="3" name="">
            <a:extLst xmlns:a="http://schemas.openxmlformats.org/drawingml/2006/main">
              <a:ext uri="{FF2B5EF4-FFF2-40B4-BE49-F238E27FC236}">
                <a16:creationId xmlns:a16="http://schemas.microsoft.com/office/drawing/2014/main" id="{5773188E-8B43-4DF5-8437-1E5A2FD539F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0.40 + 0.35 + 0.25 = 1</a:t>
            </a:r>
          </a:p>
        </p:txBody>
      </p:sp>
      <p:sp>
        <p:nvSpPr>
          <p:cNvPr id="4" name="">
            <a:extLst xmlns:a="http://schemas.openxmlformats.org/drawingml/2006/main">
              <a:ext uri="{FF2B5EF4-FFF2-40B4-BE49-F238E27FC236}">
                <a16:creationId xmlns:a16="http://schemas.microsoft.com/office/drawing/2014/main" id="{A4719AEE-E5BE-43D0-A8CD-9CA8BE78D3E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점수에 각각 곱한 뒤 더합니다.</a:t>
            </a:r>
          </a:p>
        </p:txBody>
      </p:sp>
      <p:sp>
        <p:nvSpPr>
          <p:cNvPr id="5" name="">
            <a:extLst xmlns:a="http://schemas.openxmlformats.org/drawingml/2006/main">
              <a:ext uri="{FF2B5EF4-FFF2-40B4-BE49-F238E27FC236}">
                <a16:creationId xmlns:a16="http://schemas.microsoft.com/office/drawing/2014/main" id="{62BFD79B-D9DD-4F91-A709-C87F8B2AF26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22</a:t>
            </a:r>
          </a:p>
        </p:txBody>
      </p:sp>
    </p:spTree>
    <p:extLst>
      <p:ext uri="{BB962C8B-B14F-4D97-AF65-F5344CB8AC3E}">
        <p14:creationId xmlns:p14="http://schemas.microsoft.com/office/powerpoint/2010/main" val="193698964"/>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CF6A703-64BF-4E51-9C04-47D422413CB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78C6595-DECE-48F5-A467-F846E1DB7A0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점수의 의미와 한계</a:t>
            </a:r>
          </a:p>
        </p:txBody>
      </p:sp>
      <p:sp>
        <p:nvSpPr>
          <p:cNvPr id="3" name="">
            <a:extLst xmlns:a="http://schemas.openxmlformats.org/drawingml/2006/main">
              <a:ext uri="{FF2B5EF4-FFF2-40B4-BE49-F238E27FC236}">
                <a16:creationId xmlns:a16="http://schemas.microsoft.com/office/drawing/2014/main" id="{242635C8-55CD-47EB-AE66-0F89FF027B8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후보 A: 5·4·5 → 4.65점</a:t>
            </a:r>
          </a:p>
        </p:txBody>
      </p:sp>
      <p:sp>
        <p:nvSpPr>
          <p:cNvPr id="4" name="">
            <a:extLst xmlns:a="http://schemas.openxmlformats.org/drawingml/2006/main">
              <a:ext uri="{FF2B5EF4-FFF2-40B4-BE49-F238E27FC236}">
                <a16:creationId xmlns:a16="http://schemas.microsoft.com/office/drawing/2014/main" id="{7C580021-6E02-4ECE-985B-2EE848FD2D5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교육용 판단이며 조건이 바뀌면 재검토합니다.</a:t>
            </a:r>
          </a:p>
        </p:txBody>
      </p:sp>
      <p:sp>
        <p:nvSpPr>
          <p:cNvPr id="5" name="">
            <a:extLst xmlns:a="http://schemas.openxmlformats.org/drawingml/2006/main">
              <a:ext uri="{FF2B5EF4-FFF2-40B4-BE49-F238E27FC236}">
                <a16:creationId xmlns:a16="http://schemas.microsoft.com/office/drawing/2014/main" id="{48E68BB3-5423-4C71-AC00-2D0308D3DB2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1099010276"/>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450594C-1775-446C-B54E-0EC3CC0F4C8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75B9392-DDEC-4BA7-9248-578C5A0DDE5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포함 범위와 제외 범위</a:t>
            </a:r>
          </a:p>
        </p:txBody>
      </p:sp>
      <p:sp>
        <p:nvSpPr>
          <p:cNvPr id="3" name="">
            <a:extLst xmlns:a="http://schemas.openxmlformats.org/drawingml/2006/main">
              <a:ext uri="{FF2B5EF4-FFF2-40B4-BE49-F238E27FC236}">
                <a16:creationId xmlns:a16="http://schemas.microsoft.com/office/drawing/2014/main" id="{F28AA7AA-AD93-451A-9A40-98BB6131FF1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포함: CSV 읽기·검수·미확인 목록</a:t>
            </a:r>
          </a:p>
        </p:txBody>
      </p:sp>
      <p:sp>
        <p:nvSpPr>
          <p:cNvPr id="4" name="">
            <a:extLst xmlns:a="http://schemas.openxmlformats.org/drawingml/2006/main">
              <a:ext uri="{FF2B5EF4-FFF2-40B4-BE49-F238E27FC236}">
                <a16:creationId xmlns:a16="http://schemas.microsoft.com/office/drawing/2014/main" id="{138552BF-BAEE-4C73-81CA-08FA41BC20D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제외: 카메라·자동 잠금·외부 메시지</a:t>
            </a:r>
          </a:p>
        </p:txBody>
      </p:sp>
      <p:sp>
        <p:nvSpPr>
          <p:cNvPr id="5" name="">
            <a:extLst xmlns:a="http://schemas.openxmlformats.org/drawingml/2006/main">
              <a:ext uri="{FF2B5EF4-FFF2-40B4-BE49-F238E27FC236}">
                <a16:creationId xmlns:a16="http://schemas.microsoft.com/office/drawing/2014/main" id="{B125D7EB-D468-42BE-8362-09C53E8A067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1245499135"/>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3EA9168-27E6-40AA-9543-A552EC587D8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5C38EEF6-B3DE-4A87-A0E9-8B191245510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대여 요구와 기대 상태</a:t>
            </a:r>
          </a:p>
        </p:txBody>
      </p:sp>
      <p:sp>
        <p:nvSpPr>
          <p:cNvPr id="3" name="">
            <a:extLst xmlns:a="http://schemas.openxmlformats.org/drawingml/2006/main">
              <a:ext uri="{FF2B5EF4-FFF2-40B4-BE49-F238E27FC236}">
                <a16:creationId xmlns:a16="http://schemas.microsoft.com/office/drawing/2014/main" id="{C71641C8-9645-40C1-B480-4F01489EFFB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R01: 정상 3건 → ID가 보이는 3행</a:t>
            </a:r>
          </a:p>
        </p:txBody>
      </p:sp>
      <p:sp>
        <p:nvSpPr>
          <p:cNvPr id="4" name="">
            <a:extLst xmlns:a="http://schemas.openxmlformats.org/drawingml/2006/main">
              <a:ext uri="{FF2B5EF4-FFF2-40B4-BE49-F238E27FC236}">
                <a16:creationId xmlns:a16="http://schemas.microsoft.com/office/drawing/2014/main" id="{22BEE414-6169-4735-A1E2-C53E6B89A2B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R02: updated_at 빈칸 → review와 이유</a:t>
            </a:r>
          </a:p>
        </p:txBody>
      </p:sp>
      <p:sp>
        <p:nvSpPr>
          <p:cNvPr id="5" name="">
            <a:extLst xmlns:a="http://schemas.openxmlformats.org/drawingml/2006/main">
              <a:ext uri="{FF2B5EF4-FFF2-40B4-BE49-F238E27FC236}">
                <a16:creationId xmlns:a16="http://schemas.microsoft.com/office/drawing/2014/main" id="{DC0452B5-EB97-463A-9424-DF1585EB7E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1613173462"/>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05405C5-58E6-4485-B843-208F280A928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62689FA-3E9A-47E0-861A-7142F60BB92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중복 거절과 원문 보존</a:t>
            </a:r>
          </a:p>
        </p:txBody>
      </p:sp>
      <p:sp>
        <p:nvSpPr>
          <p:cNvPr id="3" name="">
            <a:extLst xmlns:a="http://schemas.openxmlformats.org/drawingml/2006/main">
              <a:ext uri="{FF2B5EF4-FFF2-40B4-BE49-F238E27FC236}">
                <a16:creationId xmlns:a16="http://schemas.microsoft.com/office/drawing/2014/main" id="{D9FC4445-1701-444A-855F-F9605065A8C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R03: 중복 loan_id → reject</a:t>
            </a:r>
          </a:p>
        </p:txBody>
      </p:sp>
      <p:sp>
        <p:nvSpPr>
          <p:cNvPr id="4" name="">
            <a:extLst xmlns:a="http://schemas.openxmlformats.org/drawingml/2006/main">
              <a:ext uri="{FF2B5EF4-FFF2-40B4-BE49-F238E27FC236}">
                <a16:creationId xmlns:a16="http://schemas.microsoft.com/office/drawing/2014/main" id="{399AD560-DC46-4F19-B498-541F2037CC4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R04: 읽기 전후 원문 바이트 불변</a:t>
            </a:r>
          </a:p>
        </p:txBody>
      </p:sp>
      <p:sp>
        <p:nvSpPr>
          <p:cNvPr id="5" name="">
            <a:extLst xmlns:a="http://schemas.openxmlformats.org/drawingml/2006/main">
              <a:ext uri="{FF2B5EF4-FFF2-40B4-BE49-F238E27FC236}">
                <a16:creationId xmlns:a16="http://schemas.microsoft.com/office/drawing/2014/main" id="{033FF0B0-5EA4-4ED1-9935-B0FA2464F61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2108789934"/>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E5ABEA2-AF88-4A02-B0A5-8D1DCF545C7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44F84C90-6BB2-418F-B01F-D918945BC82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가중 점수 계산 예제</a:t>
            </a:r>
          </a:p>
        </p:txBody>
      </p:sp>
      <p:sp>
        <p:nvSpPr>
          <p:cNvPr id="3" name="">
            <a:extLst xmlns:a="http://schemas.openxmlformats.org/drawingml/2006/main">
              <a:ext uri="{FF2B5EF4-FFF2-40B4-BE49-F238E27FC236}">
                <a16:creationId xmlns:a16="http://schemas.microsoft.com/office/drawing/2014/main" id="{86558205-F08D-4D13-9DC5-94A973295730}"/>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weights = [0.40, 0.35, 0.25]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scores = [5, 4, 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total = 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index in range(3):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total = total + weights[index] * scores[index]</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print(round(total, 2))</a:t>
            </a:r>
          </a:p>
        </p:txBody>
      </p:sp>
      <p:sp>
        <p:nvSpPr>
          <p:cNvPr id="4" name="">
            <a:extLst xmlns:a="http://schemas.openxmlformats.org/drawingml/2006/main">
              <a:ext uri="{FF2B5EF4-FFF2-40B4-BE49-F238E27FC236}">
                <a16:creationId xmlns:a16="http://schemas.microsoft.com/office/drawing/2014/main" id="{E7C26455-FB42-4066-9704-FCABCB84948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1101874615"/>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85487B-FBBE-4CF5-B4B7-9BB58D42770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AB32F80-62AE-44A4-9331-39E375EDFAD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7B9712C3-4062-4F08-BE47-66ECF5AF066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가중치·점수·합계를 준비합니다.</a:t>
            </a:r>
          </a:p>
        </p:txBody>
      </p:sp>
      <p:sp>
        <p:nvSpPr>
          <p:cNvPr id="4" name="">
            <a:extLst xmlns:a="http://schemas.openxmlformats.org/drawingml/2006/main">
              <a:ext uri="{FF2B5EF4-FFF2-40B4-BE49-F238E27FC236}">
                <a16:creationId xmlns:a16="http://schemas.microsoft.com/office/drawing/2014/main" id="{85AE80F5-40A0-4E95-B4A5-62C7DDE3CBE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4행: 번호 0·1·2를 반복합니다.</a:t>
            </a:r>
          </a:p>
        </p:txBody>
      </p:sp>
      <p:sp>
        <p:nvSpPr>
          <p:cNvPr id="5" name="">
            <a:extLst xmlns:a="http://schemas.openxmlformats.org/drawingml/2006/main">
              <a:ext uri="{FF2B5EF4-FFF2-40B4-BE49-F238E27FC236}">
                <a16:creationId xmlns:a16="http://schemas.microsoft.com/office/drawing/2014/main" id="{E8436A3A-250A-47FE-808D-BE042682352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5행: 같은 기준의 값을 곱해 더합니다.</a:t>
            </a:r>
          </a:p>
        </p:txBody>
      </p:sp>
      <p:sp>
        <p:nvSpPr>
          <p:cNvPr id="6" name="">
            <a:extLst xmlns:a="http://schemas.openxmlformats.org/drawingml/2006/main">
              <a:ext uri="{FF2B5EF4-FFF2-40B4-BE49-F238E27FC236}">
                <a16:creationId xmlns:a16="http://schemas.microsoft.com/office/drawing/2014/main" id="{F74D3277-644B-4BAD-A35C-FE83E46B312E}"/>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6행: 점수를 반올림해 출력합니다.</a:t>
            </a:r>
          </a:p>
        </p:txBody>
      </p:sp>
      <p:sp>
        <p:nvSpPr>
          <p:cNvPr id="7" name="">
            <a:extLst xmlns:a="http://schemas.openxmlformats.org/drawingml/2006/main">
              <a:ext uri="{FF2B5EF4-FFF2-40B4-BE49-F238E27FC236}">
                <a16:creationId xmlns:a16="http://schemas.microsoft.com/office/drawing/2014/main" id="{925F7AD5-9BA7-48FA-B469-20388DD9564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2048742539"/>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F628484-B57E-4E10-B577-190FD325542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0AE3CD2-8FB3-4A42-9F46-DFE9837605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D102DFD9-3510-4DA7-A1D3-B7834FCEDB1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7769188D-77E2-4B2B-9220-C34812BA13A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work/option_trace.py</a:t>
            </a:r>
          </a:p>
        </p:txBody>
      </p:sp>
      <p:sp>
        <p:nvSpPr>
          <p:cNvPr id="5" name="">
            <a:extLst xmlns:a="http://schemas.openxmlformats.org/drawingml/2006/main">
              <a:ext uri="{FF2B5EF4-FFF2-40B4-BE49-F238E27FC236}">
                <a16:creationId xmlns:a16="http://schemas.microsoft.com/office/drawing/2014/main" id="{AAB27F12-C0CB-431F-9AF5-814CB4B1861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work/option_trace.py</a:t>
            </a:r>
          </a:p>
        </p:txBody>
      </p:sp>
      <p:sp>
        <p:nvSpPr>
          <p:cNvPr id="6" name="">
            <a:extLst xmlns:a="http://schemas.openxmlformats.org/drawingml/2006/main">
              <a:ext uri="{FF2B5EF4-FFF2-40B4-BE49-F238E27FC236}">
                <a16:creationId xmlns:a16="http://schemas.microsoft.com/office/drawing/2014/main" id="{B19D6CE6-F3F0-4619-B01F-2F437ECF7BA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473132110"/>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A05D59E-42BC-4C7D-A781-A3F8C95AF2D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288F1B9-854F-46A8-BB22-5134A40808E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4E863C38-8029-41F2-8DA6-9920FB83A47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2.00 + 1.40 + 1.25 = 4.65</a:t>
            </a:r>
          </a:p>
        </p:txBody>
      </p:sp>
      <p:sp>
        <p:nvSpPr>
          <p:cNvPr id="4" name="">
            <a:extLst xmlns:a="http://schemas.openxmlformats.org/drawingml/2006/main">
              <a:ext uri="{FF2B5EF4-FFF2-40B4-BE49-F238E27FC236}">
                <a16:creationId xmlns:a16="http://schemas.microsoft.com/office/drawing/2014/main" id="{F94FD338-EC70-44C0-8991-E7077AE4166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가중치의 이유와 점수 근거를 함께 씁니다.</a:t>
            </a:r>
          </a:p>
        </p:txBody>
      </p:sp>
      <p:sp>
        <p:nvSpPr>
          <p:cNvPr id="5" name="">
            <a:extLst xmlns:a="http://schemas.openxmlformats.org/drawingml/2006/main">
              <a:ext uri="{FF2B5EF4-FFF2-40B4-BE49-F238E27FC236}">
                <a16:creationId xmlns:a16="http://schemas.microsoft.com/office/drawing/2014/main" id="{FCFD8F0E-B35C-4BA4-A096-F12653FA81D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917457312"/>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29DE292-D3EE-49E6-BB08-2F002F207B1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6214785-B1D0-4A2B-83EE-1CB717CC81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3F95FC37-14AC-4969-A88B-0A0A8FFB54A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새 후보 D: 점수 4·5·3</a:t>
            </a:r>
          </a:p>
        </p:txBody>
      </p:sp>
      <p:sp>
        <p:nvSpPr>
          <p:cNvPr id="4" name="">
            <a:extLst xmlns:a="http://schemas.openxmlformats.org/drawingml/2006/main">
              <a:ext uri="{FF2B5EF4-FFF2-40B4-BE49-F238E27FC236}">
                <a16:creationId xmlns:a16="http://schemas.microsoft.com/office/drawing/2014/main" id="{DDE642DD-F386-4473-A1D3-3A7A546A980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가중치의 점수를 계산하세요.</a:t>
            </a:r>
          </a:p>
        </p:txBody>
      </p:sp>
      <p:sp>
        <p:nvSpPr>
          <p:cNvPr id="5" name="">
            <a:extLst xmlns:a="http://schemas.openxmlformats.org/drawingml/2006/main">
              <a:ext uri="{FF2B5EF4-FFF2-40B4-BE49-F238E27FC236}">
                <a16:creationId xmlns:a16="http://schemas.microsoft.com/office/drawing/2014/main" id="{B0B30AD4-EE64-4EC2-877A-85025ECE80C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928075835"/>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49A6BA-7795-485A-A97F-4C82FBC476F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82406BA-AE4B-45EA-9BDA-54036F09A23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821EC711-F946-4D6B-920B-00D84F4EF3B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1.60 + 1.75 + 0.75 = 4.10</a:t>
            </a:r>
          </a:p>
        </p:txBody>
      </p:sp>
      <p:sp>
        <p:nvSpPr>
          <p:cNvPr id="4" name="">
            <a:extLst xmlns:a="http://schemas.openxmlformats.org/drawingml/2006/main">
              <a:ext uri="{FF2B5EF4-FFF2-40B4-BE49-F238E27FC236}">
                <a16:creationId xmlns:a16="http://schemas.microsoft.com/office/drawing/2014/main" id="{363F53DA-7931-4400-9C62-351254C9C1F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4.10을 성공 확률 41%로 쓰지 않습니다.</a:t>
            </a:r>
          </a:p>
        </p:txBody>
      </p:sp>
      <p:sp>
        <p:nvSpPr>
          <p:cNvPr id="5" name="">
            <a:extLst xmlns:a="http://schemas.openxmlformats.org/drawingml/2006/main">
              <a:ext uri="{FF2B5EF4-FFF2-40B4-BE49-F238E27FC236}">
                <a16:creationId xmlns:a16="http://schemas.microsoft.com/office/drawing/2014/main" id="{6841CA43-5DD1-45DF-8CCB-6EFFFD02FAF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1281551258"/>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4DAA3BC-39B5-4D10-8ABB-CF054F188C8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7CB6083B-1F50-4BF6-B1DC-35EE50C4D1B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8F49AE1E-3003-4A7D-8A1A-4E733D6CC69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scores를 [3,4,4]로 바꿉니다.</a:t>
            </a:r>
          </a:p>
        </p:txBody>
      </p:sp>
      <p:sp>
        <p:nvSpPr>
          <p:cNvPr id="4" name="">
            <a:extLst xmlns:a="http://schemas.openxmlformats.org/drawingml/2006/main">
              <a:ext uri="{FF2B5EF4-FFF2-40B4-BE49-F238E27FC236}">
                <a16:creationId xmlns:a16="http://schemas.microsoft.com/office/drawing/2014/main" id="{1ECBB088-60CF-467F-AFBC-1961325DC2B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점수는 3.60입니다.</a:t>
            </a:r>
          </a:p>
        </p:txBody>
      </p:sp>
      <p:sp>
        <p:nvSpPr>
          <p:cNvPr id="5" name="">
            <a:extLst xmlns:a="http://schemas.openxmlformats.org/drawingml/2006/main">
              <a:ext uri="{FF2B5EF4-FFF2-40B4-BE49-F238E27FC236}">
                <a16:creationId xmlns:a16="http://schemas.microsoft.com/office/drawing/2014/main" id="{562ABF77-6F27-4927-8386-564459F8929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705102754"/>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2D93AA-667A-48B9-8177-307DAA7A9BC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7385466-D54F-46E0-B288-2C8DC7BC95C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A91014C0-8475-4B11-A220-FEBBFB09489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편하고 빠르게는 아직 시험 조건이 없습니다.</a:t>
            </a:r>
          </a:p>
        </p:txBody>
      </p:sp>
      <p:sp>
        <p:nvSpPr>
          <p:cNvPr id="4" name="">
            <a:extLst xmlns:a="http://schemas.openxmlformats.org/drawingml/2006/main">
              <a:ext uri="{FF2B5EF4-FFF2-40B4-BE49-F238E27FC236}">
                <a16:creationId xmlns:a16="http://schemas.microsoft.com/office/drawing/2014/main" id="{9CF68AC0-E7DF-4989-8E9C-556BD3DDFEF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입력·기대 결과·측정 방법을 적습니다.</a:t>
            </a:r>
          </a:p>
        </p:txBody>
      </p:sp>
      <p:sp>
        <p:nvSpPr>
          <p:cNvPr id="5" name="">
            <a:extLst xmlns:a="http://schemas.openxmlformats.org/drawingml/2006/main">
              <a:ext uri="{FF2B5EF4-FFF2-40B4-BE49-F238E27FC236}">
                <a16:creationId xmlns:a16="http://schemas.microsoft.com/office/drawing/2014/main" id="{04EB42CD-373B-4DC8-99AB-0D040FF435E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1190964288"/>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52A34C4-D6D0-427C-A0EF-F17CC37A323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B52180D-2723-4876-8309-10AF468C83E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F87F3001-F38B-442C-B9E4-DF1ECDC54BB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포함과 제외 범위를 각각 말합니다.</a:t>
            </a:r>
          </a:p>
        </p:txBody>
      </p:sp>
      <p:sp>
        <p:nvSpPr>
          <p:cNvPr id="4" name="">
            <a:extLst xmlns:a="http://schemas.openxmlformats.org/drawingml/2006/main">
              <a:ext uri="{FF2B5EF4-FFF2-40B4-BE49-F238E27FC236}">
                <a16:creationId xmlns:a16="http://schemas.microsoft.com/office/drawing/2014/main" id="{ED22CC81-40A0-4A90-9651-C518E8D02B9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작은 요구에도 오류 경로가 필요한 이유는?</a:t>
            </a:r>
          </a:p>
        </p:txBody>
      </p:sp>
      <p:sp>
        <p:nvSpPr>
          <p:cNvPr id="5" name="">
            <a:extLst xmlns:a="http://schemas.openxmlformats.org/drawingml/2006/main">
              <a:ext uri="{FF2B5EF4-FFF2-40B4-BE49-F238E27FC236}">
                <a16:creationId xmlns:a16="http://schemas.microsoft.com/office/drawing/2014/main" id="{3BE60C7D-C5A5-46D2-B70D-03153B11EB6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1852996868"/>
      </p:ext>
    </p:extLst>
  </p:cSld>
</p:sld>
</file>

<file path=ppt/slides/slide3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922B637-C94D-4823-9CC8-6D3AD13C464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541BF254-C19F-4054-AD67-5760BDC49A6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F1ACF7D9-DFA1-4EA4-8EB3-450E54768F8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카메라 기능 추가 요청</a:t>
            </a:r>
          </a:p>
        </p:txBody>
      </p:sp>
      <p:sp>
        <p:nvSpPr>
          <p:cNvPr id="4" name="">
            <a:extLst xmlns:a="http://schemas.openxmlformats.org/drawingml/2006/main">
              <a:ext uri="{FF2B5EF4-FFF2-40B4-BE49-F238E27FC236}">
                <a16:creationId xmlns:a16="http://schemas.microsoft.com/office/drawing/2014/main" id="{CD13CE6C-E335-42BB-8444-A4D92CF2008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데이터·시험·일정에 주는 영향을 쓰세요.</a:t>
            </a:r>
          </a:p>
        </p:txBody>
      </p:sp>
      <p:sp>
        <p:nvSpPr>
          <p:cNvPr id="5" name="">
            <a:extLst xmlns:a="http://schemas.openxmlformats.org/drawingml/2006/main">
              <a:ext uri="{FF2B5EF4-FFF2-40B4-BE49-F238E27FC236}">
                <a16:creationId xmlns:a16="http://schemas.microsoft.com/office/drawing/2014/main" id="{F5961A3B-FD87-466E-8FED-8B9A091BD5F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36</a:t>
            </a:r>
          </a:p>
        </p:txBody>
      </p:sp>
    </p:spTree>
    <p:extLst>
      <p:ext uri="{BB962C8B-B14F-4D97-AF65-F5344CB8AC3E}">
        <p14:creationId xmlns:p14="http://schemas.microsoft.com/office/powerpoint/2010/main" val="172769093"/>
      </p:ext>
    </p:extLst>
  </p:cSld>
</p:sld>
</file>

<file path=ppt/slides/slide37.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4C04FF-B247-453A-BBC4-39FAF640251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15593AC-C7CF-4FDF-BE1D-F33E0D755C25}"/>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 데이터·흐름·오류 화면</a:t>
            </a:r>
          </a:p>
        </p:txBody>
      </p:sp>
      <p:sp>
        <p:nvSpPr>
          <p:cNvPr id="3" name="">
            <a:extLst xmlns:a="http://schemas.openxmlformats.org/drawingml/2006/main">
              <a:ext uri="{FF2B5EF4-FFF2-40B4-BE49-F238E27FC236}">
                <a16:creationId xmlns:a16="http://schemas.microsoft.com/office/drawing/2014/main" id="{988B503A-0B48-48E3-8A2F-B9FC4B67840C}"/>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13:00~13:50 · 50분</a:t>
            </a:r>
          </a:p>
        </p:txBody>
      </p:sp>
      <p:sp>
        <p:nvSpPr>
          <p:cNvPr id="4" name="">
            <a:extLst xmlns:a="http://schemas.openxmlformats.org/drawingml/2006/main">
              <a:ext uri="{FF2B5EF4-FFF2-40B4-BE49-F238E27FC236}">
                <a16:creationId xmlns:a16="http://schemas.microsoft.com/office/drawing/2014/main" id="{CED01E93-8E07-4DE8-814B-C24A6FDFE707}"/>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A07 · A08 · A09</a:t>
            </a:r>
          </a:p>
        </p:txBody>
      </p:sp>
      <p:sp>
        <p:nvSpPr>
          <p:cNvPr id="5" name="">
            <a:extLst xmlns:a="http://schemas.openxmlformats.org/drawingml/2006/main">
              <a:ext uri="{FF2B5EF4-FFF2-40B4-BE49-F238E27FC236}">
                <a16:creationId xmlns:a16="http://schemas.microsoft.com/office/drawing/2014/main" id="{8B87EFDB-D01E-400A-BAC6-3FCC3F539492}"/>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8DA5AAFE-C8AB-4E05-A2A9-151B0BA237A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37</a:t>
            </a:r>
          </a:p>
        </p:txBody>
      </p:sp>
    </p:spTree>
    <p:extLst>
      <p:ext uri="{BB962C8B-B14F-4D97-AF65-F5344CB8AC3E}">
        <p14:creationId xmlns:p14="http://schemas.microsoft.com/office/powerpoint/2010/main" val="1928052268"/>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1EE043-7FF3-4819-A417-BF5E77641F1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B789359-9FDC-4F01-9ADA-7B0E685746E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대여 키와 물품 식별자</a:t>
            </a:r>
          </a:p>
        </p:txBody>
      </p:sp>
      <p:sp>
        <p:nvSpPr>
          <p:cNvPr id="3" name="">
            <a:extLst xmlns:a="http://schemas.openxmlformats.org/drawingml/2006/main">
              <a:ext uri="{FF2B5EF4-FFF2-40B4-BE49-F238E27FC236}">
                <a16:creationId xmlns:a16="http://schemas.microsoft.com/office/drawing/2014/main" id="{1DE52CC2-F41E-4FB7-AA9D-C297DD53CA8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loan_id: 대여 한 건의 키</a:t>
            </a:r>
          </a:p>
        </p:txBody>
      </p:sp>
      <p:sp>
        <p:nvSpPr>
          <p:cNvPr id="4" name="">
            <a:extLst xmlns:a="http://schemas.openxmlformats.org/drawingml/2006/main">
              <a:ext uri="{FF2B5EF4-FFF2-40B4-BE49-F238E27FC236}">
                <a16:creationId xmlns:a16="http://schemas.microsoft.com/office/drawing/2014/main" id="{16ECE318-B642-46AF-8C0C-80094C6CFF6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item_id: 물품의 식별자</a:t>
            </a:r>
          </a:p>
        </p:txBody>
      </p:sp>
      <p:sp>
        <p:nvSpPr>
          <p:cNvPr id="5" name="">
            <a:extLst xmlns:a="http://schemas.openxmlformats.org/drawingml/2006/main">
              <a:ext uri="{FF2B5EF4-FFF2-40B4-BE49-F238E27FC236}">
                <a16:creationId xmlns:a16="http://schemas.microsoft.com/office/drawing/2014/main" id="{6A48D21B-13C1-4EB1-9C14-62C1B4B39DE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1987884828"/>
      </p:ext>
    </p:extLst>
  </p:cSld>
</p:sld>
</file>

<file path=ppt/slides/slide3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52673D-3B2A-4E86-AD9C-70469084D7A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F4A47044-8F5F-4DA5-8292-9BCC9643E76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물품 중복과 기록 중복</a:t>
            </a:r>
          </a:p>
        </p:txBody>
      </p:sp>
      <p:sp>
        <p:nvSpPr>
          <p:cNvPr id="3" name="">
            <a:extLst xmlns:a="http://schemas.openxmlformats.org/drawingml/2006/main">
              <a:ext uri="{FF2B5EF4-FFF2-40B4-BE49-F238E27FC236}">
                <a16:creationId xmlns:a16="http://schemas.microsoft.com/office/drawing/2014/main" id="{8E235E3E-8B44-4136-879C-D80CE5552C7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다른 loan_id의 같은 item_id는 가능</a:t>
            </a:r>
          </a:p>
        </p:txBody>
      </p:sp>
      <p:sp>
        <p:nvSpPr>
          <p:cNvPr id="4" name="">
            <a:extLst xmlns:a="http://schemas.openxmlformats.org/drawingml/2006/main">
              <a:ext uri="{FF2B5EF4-FFF2-40B4-BE49-F238E27FC236}">
                <a16:creationId xmlns:a16="http://schemas.microsoft.com/office/drawing/2014/main" id="{91473119-FFAB-49AD-B8DB-61A561009C4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loan_id 두 행은 현재 계약에서 거절</a:t>
            </a:r>
          </a:p>
        </p:txBody>
      </p:sp>
      <p:sp>
        <p:nvSpPr>
          <p:cNvPr id="5" name="">
            <a:extLst xmlns:a="http://schemas.openxmlformats.org/drawingml/2006/main">
              <a:ext uri="{FF2B5EF4-FFF2-40B4-BE49-F238E27FC236}">
                <a16:creationId xmlns:a16="http://schemas.microsoft.com/office/drawing/2014/main" id="{1B39CD08-6E19-40BC-AE86-629479DB7A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39</a:t>
            </a:r>
          </a:p>
        </p:txBody>
      </p:sp>
    </p:spTree>
    <p:extLst>
      <p:ext uri="{BB962C8B-B14F-4D97-AF65-F5344CB8AC3E}">
        <p14:creationId xmlns:p14="http://schemas.microsoft.com/office/powerpoint/2010/main" val="597188685"/>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7F4DD0-BCBB-414F-A7B5-00C763EC234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EB68B49-03FE-4065-9E6C-0952941FB98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updated_at과 기록 갱신</a:t>
            </a:r>
          </a:p>
        </p:txBody>
      </p:sp>
      <p:sp>
        <p:nvSpPr>
          <p:cNvPr id="3" name="">
            <a:extLst xmlns:a="http://schemas.openxmlformats.org/drawingml/2006/main">
              <a:ext uri="{FF2B5EF4-FFF2-40B4-BE49-F238E27FC236}">
                <a16:creationId xmlns:a16="http://schemas.microsoft.com/office/drawing/2014/main" id="{3637F535-8ADD-49B5-95F4-D9E303F9148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반납 시각이나 반납 여부의 증거가 아닙니다.</a:t>
            </a:r>
          </a:p>
        </p:txBody>
      </p:sp>
      <p:sp>
        <p:nvSpPr>
          <p:cNvPr id="4" name="">
            <a:extLst xmlns:a="http://schemas.openxmlformats.org/drawingml/2006/main">
              <a:ext uri="{FF2B5EF4-FFF2-40B4-BE49-F238E27FC236}">
                <a16:creationId xmlns:a16="http://schemas.microsoft.com/office/drawing/2014/main" id="{B832B958-FEC1-4B28-BFAC-451B03C79AE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status와 함께 원문 그대로 읽습니다.</a:t>
            </a:r>
          </a:p>
        </p:txBody>
      </p:sp>
      <p:sp>
        <p:nvSpPr>
          <p:cNvPr id="5" name="">
            <a:extLst xmlns:a="http://schemas.openxmlformats.org/drawingml/2006/main">
              <a:ext uri="{FF2B5EF4-FFF2-40B4-BE49-F238E27FC236}">
                <a16:creationId xmlns:a16="http://schemas.microsoft.com/office/drawing/2014/main" id="{292F137B-C16F-4731-9F7A-182FCA1F4A2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720255741"/>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5538925-765B-4C3B-991D-83DC834F6A7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E39642D-1882-4FAB-B4A1-56BC8925A71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status와 review·reject</a:t>
            </a:r>
          </a:p>
        </p:txBody>
      </p:sp>
      <p:sp>
        <p:nvSpPr>
          <p:cNvPr id="3" name="">
            <a:extLst xmlns:a="http://schemas.openxmlformats.org/drawingml/2006/main">
              <a:ext uri="{FF2B5EF4-FFF2-40B4-BE49-F238E27FC236}">
                <a16:creationId xmlns:a16="http://schemas.microsoft.com/office/drawing/2014/main" id="{D2FE1D0C-2B77-4D6A-A426-EE1F8E00192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status: checked_out · returned · unknown</a:t>
            </a:r>
          </a:p>
        </p:txBody>
      </p:sp>
      <p:sp>
        <p:nvSpPr>
          <p:cNvPr id="4" name="">
            <a:extLst xmlns:a="http://schemas.openxmlformats.org/drawingml/2006/main">
              <a:ext uri="{FF2B5EF4-FFF2-40B4-BE49-F238E27FC236}">
                <a16:creationId xmlns:a16="http://schemas.microsoft.com/office/drawing/2014/main" id="{1D0372A5-273D-460B-9F88-BFC4F48074D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처리 결과: review · reject</a:t>
            </a:r>
          </a:p>
        </p:txBody>
      </p:sp>
      <p:sp>
        <p:nvSpPr>
          <p:cNvPr id="5" name="">
            <a:extLst xmlns:a="http://schemas.openxmlformats.org/drawingml/2006/main">
              <a:ext uri="{FF2B5EF4-FFF2-40B4-BE49-F238E27FC236}">
                <a16:creationId xmlns:a16="http://schemas.microsoft.com/office/drawing/2014/main" id="{A2B885F6-4654-4FAB-B263-8C6A33284B1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708580678"/>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94F31CD-2BEE-4F31-9A40-33FF11E1CE8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79B0053-02AC-4FB6-94AC-42E5284220F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CSV 파싱과 계약 검사</a:t>
            </a:r>
          </a:p>
        </p:txBody>
      </p:sp>
      <p:sp>
        <p:nvSpPr>
          <p:cNvPr id="3" name="">
            <a:extLst xmlns:a="http://schemas.openxmlformats.org/drawingml/2006/main">
              <a:ext uri="{FF2B5EF4-FFF2-40B4-BE49-F238E27FC236}">
                <a16:creationId xmlns:a16="http://schemas.microsoft.com/office/drawing/2014/main" id="{218EB350-508E-4DE7-8F40-434782E89BE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CSV 파싱 → 키·값 검사 → 화면 표시</a:t>
            </a:r>
          </a:p>
        </p:txBody>
      </p:sp>
      <p:sp>
        <p:nvSpPr>
          <p:cNvPr id="4" name="">
            <a:extLst xmlns:a="http://schemas.openxmlformats.org/drawingml/2006/main">
              <a:ext uri="{FF2B5EF4-FFF2-40B4-BE49-F238E27FC236}">
                <a16:creationId xmlns:a16="http://schemas.microsoft.com/office/drawing/2014/main" id="{D0F7EBE1-F90A-4344-ABEB-74E6C1E19A1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문법 오류와 계약 오류를 구분합니다.</a:t>
            </a:r>
          </a:p>
        </p:txBody>
      </p:sp>
      <p:sp>
        <p:nvSpPr>
          <p:cNvPr id="5" name="">
            <a:extLst xmlns:a="http://schemas.openxmlformats.org/drawingml/2006/main">
              <a:ext uri="{FF2B5EF4-FFF2-40B4-BE49-F238E27FC236}">
                <a16:creationId xmlns:a16="http://schemas.microsoft.com/office/drawing/2014/main" id="{44DF40B9-3DB1-4C4D-B764-EE2556A6ECE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1377761188"/>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687CF5-CF5B-413A-8E9E-BF588781A3E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4D8C80B-9397-4F0D-9E18-3E0B43030C9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갱신 시각 누락 처리</a:t>
            </a:r>
          </a:p>
        </p:txBody>
      </p:sp>
      <p:sp>
        <p:nvSpPr>
          <p:cNvPr id="3" name="">
            <a:extLst xmlns:a="http://schemas.openxmlformats.org/drawingml/2006/main">
              <a:ext uri="{FF2B5EF4-FFF2-40B4-BE49-F238E27FC236}">
                <a16:creationId xmlns:a16="http://schemas.microsoft.com/office/drawing/2014/main" id="{077538D1-9DF8-4005-8FC7-3BB007442F6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updated_at 빈칸 → review와 이유</a:t>
            </a:r>
          </a:p>
        </p:txBody>
      </p:sp>
      <p:sp>
        <p:nvSpPr>
          <p:cNvPr id="4" name="">
            <a:extLst xmlns:a="http://schemas.openxmlformats.org/drawingml/2006/main">
              <a:ext uri="{FF2B5EF4-FFF2-40B4-BE49-F238E27FC236}">
                <a16:creationId xmlns:a16="http://schemas.microsoft.com/office/drawing/2014/main" id="{797F36D3-AF04-425F-8D04-02DB2B6EAE9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시각을 만들거나 반납 완료로 바꾸지 않습니다.</a:t>
            </a:r>
          </a:p>
        </p:txBody>
      </p:sp>
      <p:sp>
        <p:nvSpPr>
          <p:cNvPr id="5" name="">
            <a:extLst xmlns:a="http://schemas.openxmlformats.org/drawingml/2006/main">
              <a:ext uri="{FF2B5EF4-FFF2-40B4-BE49-F238E27FC236}">
                <a16:creationId xmlns:a16="http://schemas.microsoft.com/office/drawing/2014/main" id="{AB1ABB4B-7011-4B72-98CE-54D74A9D52F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829500050"/>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D328698-FE89-4F5F-9804-BBE7E4FEC4A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9AB157E-C4F9-465E-A721-1EEE5E6118A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정상·검토·실패 경로</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입력 조건</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처리 결과</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원문</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정상 3건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3행 표시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보존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갱신 시각 없음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review</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보존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대여 키 중복</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reject</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보존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CSV 문법 오류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읽기 실패</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보존</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3A8D8131-D546-48CD-B246-C2284E9AD9D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467928816"/>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5D86A19-8A3A-452E-99AB-89A7FC66E8E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83E40403-37B7-4086-A795-2E843DE5D48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2DF4AF6A-6638-4F52-84E1-D5A0BC8203F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키와 시각 누락의 규칙을 먼저 합의합니다.</a:t>
            </a:r>
          </a:p>
        </p:txBody>
      </p:sp>
      <p:sp>
        <p:nvSpPr>
          <p:cNvPr id="4" name="">
            <a:extLst xmlns:a="http://schemas.openxmlformats.org/drawingml/2006/main">
              <a:ext uri="{FF2B5EF4-FFF2-40B4-BE49-F238E27FC236}">
                <a16:creationId xmlns:a16="http://schemas.microsoft.com/office/drawing/2014/main" id="{CC9FFA1A-4BEF-455A-B1C8-2CD195E989E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검토 이유와 원문을 함께 보여 줍니다.</a:t>
            </a:r>
          </a:p>
        </p:txBody>
      </p:sp>
      <p:sp>
        <p:nvSpPr>
          <p:cNvPr id="5" name="">
            <a:extLst xmlns:a="http://schemas.openxmlformats.org/drawingml/2006/main">
              <a:ext uri="{FF2B5EF4-FFF2-40B4-BE49-F238E27FC236}">
                <a16:creationId xmlns:a16="http://schemas.microsoft.com/office/drawing/2014/main" id="{0E9CAB2E-5616-4FBD-9049-F5EF83307C9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742067213"/>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08C14AC-0E44-4B40-96AE-662592CE40A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EFEC0DCC-7F93-4634-9F8A-9146C0ABABF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36B44472-6450-41CF-932E-F3AC1899FEC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L10/I02 · L11/I02 · L10/I03</a:t>
            </a:r>
          </a:p>
        </p:txBody>
      </p:sp>
      <p:sp>
        <p:nvSpPr>
          <p:cNvPr id="4" name="">
            <a:extLst xmlns:a="http://schemas.openxmlformats.org/drawingml/2006/main">
              <a:ext uri="{FF2B5EF4-FFF2-40B4-BE49-F238E27FC236}">
                <a16:creationId xmlns:a16="http://schemas.microsoft.com/office/drawing/2014/main" id="{E75C2AD2-B499-4F77-8BED-C8F12F1D002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대여 키 계약에 충돌하는 두 행은?</a:t>
            </a:r>
          </a:p>
        </p:txBody>
      </p:sp>
      <p:sp>
        <p:nvSpPr>
          <p:cNvPr id="5" name="">
            <a:extLst xmlns:a="http://schemas.openxmlformats.org/drawingml/2006/main">
              <a:ext uri="{FF2B5EF4-FFF2-40B4-BE49-F238E27FC236}">
                <a16:creationId xmlns:a16="http://schemas.microsoft.com/office/drawing/2014/main" id="{1568B139-7858-4A96-88F0-FCA6B11CAD9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1297558004"/>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14D142F-C447-43F2-BBEB-8B07E864354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D9D1DB8-CD5F-4A53-9AC3-13E75458779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CDE3812F-9C98-4DA0-84B9-214DA254059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첫째와 셋째의 loan_id=L10이 충돌합니다.</a:t>
            </a:r>
          </a:p>
        </p:txBody>
      </p:sp>
      <p:sp>
        <p:nvSpPr>
          <p:cNvPr id="4" name="">
            <a:extLst xmlns:a="http://schemas.openxmlformats.org/drawingml/2006/main">
              <a:ext uri="{FF2B5EF4-FFF2-40B4-BE49-F238E27FC236}">
                <a16:creationId xmlns:a16="http://schemas.microsoft.com/office/drawing/2014/main" id="{9085D618-4ABE-4CD0-AED6-5BA87EB152D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item_id=I02는 별도 대여일 수 있습니다.</a:t>
            </a:r>
          </a:p>
        </p:txBody>
      </p:sp>
      <p:sp>
        <p:nvSpPr>
          <p:cNvPr id="5" name="">
            <a:extLst xmlns:a="http://schemas.openxmlformats.org/drawingml/2006/main">
              <a:ext uri="{FF2B5EF4-FFF2-40B4-BE49-F238E27FC236}">
                <a16:creationId xmlns:a16="http://schemas.microsoft.com/office/drawing/2014/main" id="{A6FFD917-B9CA-452C-B94E-B77E05DA997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359754472"/>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8821947-E474-444E-8E6B-F00B178C384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732F6AA-765F-4724-BD57-B06C5C80508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AEBA8901-87D7-4BE3-8237-B22C9ADD9C3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updated_at을 빈칸으로 바꾼 새 입력</a:t>
            </a:r>
          </a:p>
        </p:txBody>
      </p:sp>
      <p:sp>
        <p:nvSpPr>
          <p:cNvPr id="4" name="">
            <a:extLst xmlns:a="http://schemas.openxmlformats.org/drawingml/2006/main">
              <a:ext uri="{FF2B5EF4-FFF2-40B4-BE49-F238E27FC236}">
                <a16:creationId xmlns:a16="http://schemas.microsoft.com/office/drawing/2014/main" id="{2F24C537-7FE9-4B9A-BB68-CD247B596E6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status는 유지하고 review를 추가합니다.</a:t>
            </a:r>
          </a:p>
        </p:txBody>
      </p:sp>
      <p:sp>
        <p:nvSpPr>
          <p:cNvPr id="5" name="">
            <a:extLst xmlns:a="http://schemas.openxmlformats.org/drawingml/2006/main">
              <a:ext uri="{FF2B5EF4-FFF2-40B4-BE49-F238E27FC236}">
                <a16:creationId xmlns:a16="http://schemas.microsoft.com/office/drawing/2014/main" id="{7879C68C-9088-4292-A650-88520475C34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928335838"/>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8843FE8-7425-4EA1-8812-A054FC46126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EDF022D-25C7-416A-99E7-36167021CAB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55DD0DBE-7091-44AF-815B-019EDC41A0B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누락을 현재 시각으로 자동 채우지 않습니다.</a:t>
            </a:r>
          </a:p>
        </p:txBody>
      </p:sp>
      <p:sp>
        <p:nvSpPr>
          <p:cNvPr id="4" name="">
            <a:extLst xmlns:a="http://schemas.openxmlformats.org/drawingml/2006/main">
              <a:ext uri="{FF2B5EF4-FFF2-40B4-BE49-F238E27FC236}">
                <a16:creationId xmlns:a16="http://schemas.microsoft.com/office/drawing/2014/main" id="{F69CB0E3-8ABA-4E9C-9109-2172DB31943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원문에 없던 변경 사실을 만들 수 있습니다.</a:t>
            </a:r>
          </a:p>
        </p:txBody>
      </p:sp>
      <p:sp>
        <p:nvSpPr>
          <p:cNvPr id="5" name="">
            <a:extLst xmlns:a="http://schemas.openxmlformats.org/drawingml/2006/main">
              <a:ext uri="{FF2B5EF4-FFF2-40B4-BE49-F238E27FC236}">
                <a16:creationId xmlns:a16="http://schemas.microsoft.com/office/drawing/2014/main" id="{4079C135-F5EA-4005-B152-D9492F13382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1509657079"/>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84F9C3-B4C9-463A-A13B-9C8A9670E6C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E372FD2B-5C9E-4343-83E1-9953776CBF8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F0CA3374-4A35-4B59-96BB-7595AFAF755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updated_at과 status의 뜻을 말합니다.</a:t>
            </a:r>
          </a:p>
        </p:txBody>
      </p:sp>
      <p:sp>
        <p:nvSpPr>
          <p:cNvPr id="4" name="">
            <a:extLst xmlns:a="http://schemas.openxmlformats.org/drawingml/2006/main">
              <a:ext uri="{FF2B5EF4-FFF2-40B4-BE49-F238E27FC236}">
                <a16:creationId xmlns:a16="http://schemas.microsoft.com/office/drawing/2014/main" id="{34FA40ED-9453-4BC3-B6B9-F076ACE01E5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review가 returned를 뜻하지 않는 이유는?</a:t>
            </a:r>
          </a:p>
        </p:txBody>
      </p:sp>
      <p:sp>
        <p:nvSpPr>
          <p:cNvPr id="5" name="">
            <a:extLst xmlns:a="http://schemas.openxmlformats.org/drawingml/2006/main">
              <a:ext uri="{FF2B5EF4-FFF2-40B4-BE49-F238E27FC236}">
                <a16:creationId xmlns:a16="http://schemas.microsoft.com/office/drawing/2014/main" id="{B2C2AD4B-BCBA-4B49-BA9F-A1387F9D428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1259532106"/>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16995DB-7FF9-461D-AAA7-1D6CA4AC6F7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8BE83E3-8837-40BB-AF36-CFF09025452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534968F1-83D3-4EF6-99E8-C444E6EC6CD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키 A·B·A, 물품 X·X·Y</a:t>
            </a:r>
          </a:p>
        </p:txBody>
      </p:sp>
      <p:sp>
        <p:nvSpPr>
          <p:cNvPr id="4" name="">
            <a:extLst xmlns:a="http://schemas.openxmlformats.org/drawingml/2006/main">
              <a:ext uri="{FF2B5EF4-FFF2-40B4-BE49-F238E27FC236}">
                <a16:creationId xmlns:a16="http://schemas.microsoft.com/office/drawing/2014/main" id="{29D6B38D-B5D8-4480-B0F6-D6322869B0C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충돌과 실패 화면의 이유를 직접 쓰세요.</a:t>
            </a:r>
          </a:p>
        </p:txBody>
      </p:sp>
      <p:sp>
        <p:nvSpPr>
          <p:cNvPr id="5" name="">
            <a:extLst xmlns:a="http://schemas.openxmlformats.org/drawingml/2006/main">
              <a:ext uri="{FF2B5EF4-FFF2-40B4-BE49-F238E27FC236}">
                <a16:creationId xmlns:a16="http://schemas.microsoft.com/office/drawing/2014/main" id="{216D2B2C-033A-4E75-8BE9-F28EAA37943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591603555"/>
      </p:ext>
    </p:extLst>
  </p:cSld>
</p:sld>
</file>

<file path=ppt/slides/slide52.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3E142A-E8ED-4E8D-8620-6AA908FC96B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CB2789E9-0781-4E1C-BA5A-C8237B6A465B}"/>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 요구·시험·관찰 연결</a:t>
            </a:r>
          </a:p>
        </p:txBody>
      </p:sp>
      <p:sp>
        <p:nvSpPr>
          <p:cNvPr id="3" name="">
            <a:extLst xmlns:a="http://schemas.openxmlformats.org/drawingml/2006/main">
              <a:ext uri="{FF2B5EF4-FFF2-40B4-BE49-F238E27FC236}">
                <a16:creationId xmlns:a16="http://schemas.microsoft.com/office/drawing/2014/main" id="{24F602E2-90AD-45BC-ACD3-B586D02921E9}"/>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14:00~14:50 · 50분</a:t>
            </a:r>
          </a:p>
        </p:txBody>
      </p:sp>
      <p:sp>
        <p:nvSpPr>
          <p:cNvPr id="4" name="">
            <a:extLst xmlns:a="http://schemas.openxmlformats.org/drawingml/2006/main">
              <a:ext uri="{FF2B5EF4-FFF2-40B4-BE49-F238E27FC236}">
                <a16:creationId xmlns:a16="http://schemas.microsoft.com/office/drawing/2014/main" id="{3E4604FE-B961-4F00-98D9-313079DD81E0}"/>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A10 · A11 · A12</a:t>
            </a:r>
          </a:p>
        </p:txBody>
      </p:sp>
      <p:sp>
        <p:nvSpPr>
          <p:cNvPr id="5" name="">
            <a:extLst xmlns:a="http://schemas.openxmlformats.org/drawingml/2006/main">
              <a:ext uri="{FF2B5EF4-FFF2-40B4-BE49-F238E27FC236}">
                <a16:creationId xmlns:a16="http://schemas.microsoft.com/office/drawing/2014/main" id="{E2EAD655-5633-4229-85EE-F09A3AC0A0C8}"/>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9687AEF9-DF1D-4649-A29D-50F52A838C1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52</a:t>
            </a:r>
          </a:p>
        </p:txBody>
      </p:sp>
    </p:spTree>
    <p:extLst>
      <p:ext uri="{BB962C8B-B14F-4D97-AF65-F5344CB8AC3E}">
        <p14:creationId xmlns:p14="http://schemas.microsoft.com/office/powerpoint/2010/main" val="1464493181"/>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FDFE6CA-0BD0-44F1-8E6E-51BD21B2BA3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D9B24C46-DF47-4EF8-B00B-5B5ED5F027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요구 ID와 시험 ID</a:t>
            </a:r>
          </a:p>
        </p:txBody>
      </p:sp>
      <p:sp>
        <p:nvSpPr>
          <p:cNvPr id="3" name="">
            <a:extLst xmlns:a="http://schemas.openxmlformats.org/drawingml/2006/main">
              <a:ext uri="{FF2B5EF4-FFF2-40B4-BE49-F238E27FC236}">
                <a16:creationId xmlns:a16="http://schemas.microsoft.com/office/drawing/2014/main" id="{C20A663E-36D0-4F42-B163-409A8E1CE99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R02 ↔ T02: 갱신 시각 누락</a:t>
            </a:r>
          </a:p>
        </p:txBody>
      </p:sp>
      <p:sp>
        <p:nvSpPr>
          <p:cNvPr id="4" name="">
            <a:extLst xmlns:a="http://schemas.openxmlformats.org/drawingml/2006/main">
              <a:ext uri="{FF2B5EF4-FFF2-40B4-BE49-F238E27FC236}">
                <a16:creationId xmlns:a16="http://schemas.microsoft.com/office/drawing/2014/main" id="{20A91C9A-4975-44D6-B022-2C569E42942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입력과 review 기대값이 같아야 합니다.</a:t>
            </a:r>
          </a:p>
        </p:txBody>
      </p:sp>
      <p:sp>
        <p:nvSpPr>
          <p:cNvPr id="5" name="">
            <a:extLst xmlns:a="http://schemas.openxmlformats.org/drawingml/2006/main">
              <a:ext uri="{FF2B5EF4-FFF2-40B4-BE49-F238E27FC236}">
                <a16:creationId xmlns:a16="http://schemas.microsoft.com/office/drawing/2014/main" id="{16A0465D-D7DB-48B5-9C6E-D3DC2606268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1404167758"/>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79AA246-01F5-453B-9A8D-F5243B43C27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C4A39E4-5101-490A-B184-A8ECE191240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시험 입력과 기대값</a:t>
            </a:r>
          </a:p>
        </p:txBody>
      </p:sp>
      <p:sp>
        <p:nvSpPr>
          <p:cNvPr id="3" name="">
            <a:extLst xmlns:a="http://schemas.openxmlformats.org/drawingml/2006/main">
              <a:ext uri="{FF2B5EF4-FFF2-40B4-BE49-F238E27FC236}">
                <a16:creationId xmlns:a16="http://schemas.microsoft.com/office/drawing/2014/main" id="{78FD21D4-C01B-49E8-AB80-2B7D909D56A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어떤 입력을 넣고 무엇을 볼지 정합니다.</a:t>
            </a:r>
          </a:p>
        </p:txBody>
      </p:sp>
      <p:sp>
        <p:nvSpPr>
          <p:cNvPr id="4" name="">
            <a:extLst xmlns:a="http://schemas.openxmlformats.org/drawingml/2006/main">
              <a:ext uri="{FF2B5EF4-FFF2-40B4-BE49-F238E27FC236}">
                <a16:creationId xmlns:a16="http://schemas.microsoft.com/office/drawing/2014/main" id="{6EA34B80-0D13-41B2-98DF-DAEF6C7F76E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실패 뒤 기대값을 실제 오류에 맞추지 않습니다.</a:t>
            </a:r>
          </a:p>
        </p:txBody>
      </p:sp>
      <p:sp>
        <p:nvSpPr>
          <p:cNvPr id="5" name="">
            <a:extLst xmlns:a="http://schemas.openxmlformats.org/drawingml/2006/main">
              <a:ext uri="{FF2B5EF4-FFF2-40B4-BE49-F238E27FC236}">
                <a16:creationId xmlns:a16="http://schemas.microsoft.com/office/drawing/2014/main" id="{5088C04E-958D-43FE-9EEF-CEF23F7722A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1540763069"/>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2F67CD-17D8-4EE3-8B57-680F8EADF49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545C5A7-4535-4094-BBE9-84968A4D9C8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PASS와 FAIL의 근거</a:t>
            </a:r>
          </a:p>
        </p:txBody>
      </p:sp>
      <p:sp>
        <p:nvSpPr>
          <p:cNvPr id="3" name="">
            <a:extLst xmlns:a="http://schemas.openxmlformats.org/drawingml/2006/main">
              <a:ext uri="{FF2B5EF4-FFF2-40B4-BE49-F238E27FC236}">
                <a16:creationId xmlns:a16="http://schemas.microsoft.com/office/drawing/2014/main" id="{B001418E-72EB-494B-AE6E-3FA2184DEDB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PASS: 실제 관찰 = 기대</a:t>
            </a:r>
          </a:p>
        </p:txBody>
      </p:sp>
      <p:sp>
        <p:nvSpPr>
          <p:cNvPr id="4" name="">
            <a:extLst xmlns:a="http://schemas.openxmlformats.org/drawingml/2006/main">
              <a:ext uri="{FF2B5EF4-FFF2-40B4-BE49-F238E27FC236}">
                <a16:creationId xmlns:a16="http://schemas.microsoft.com/office/drawing/2014/main" id="{A612B50F-CB23-42E3-AE07-46DB140CB85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FAIL: 실제 관찰 ≠ 기대</a:t>
            </a:r>
          </a:p>
        </p:txBody>
      </p:sp>
      <p:sp>
        <p:nvSpPr>
          <p:cNvPr id="5" name="">
            <a:extLst xmlns:a="http://schemas.openxmlformats.org/drawingml/2006/main">
              <a:ext uri="{FF2B5EF4-FFF2-40B4-BE49-F238E27FC236}">
                <a16:creationId xmlns:a16="http://schemas.microsoft.com/office/drawing/2014/main" id="{40E6D428-165B-48F4-9BE9-789AC9D7E8E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1815621063"/>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3E8C441-4543-4475-9EFB-A6A1BEABCB0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4BF6EA24-B461-4BF3-8687-F27DF369068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NOT_RUN과 관찰 없음</a:t>
            </a:r>
          </a:p>
        </p:txBody>
      </p:sp>
      <p:sp>
        <p:nvSpPr>
          <p:cNvPr id="3" name="">
            <a:extLst xmlns:a="http://schemas.openxmlformats.org/drawingml/2006/main">
              <a:ext uri="{FF2B5EF4-FFF2-40B4-BE49-F238E27FC236}">
                <a16:creationId xmlns:a16="http://schemas.microsoft.com/office/drawing/2014/main" id="{757E8FF4-F12A-4AF9-8D9E-18360237AFA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NOT_RUN: 아직 실행 결과가 없습니다.</a:t>
            </a:r>
          </a:p>
        </p:txBody>
      </p:sp>
      <p:sp>
        <p:nvSpPr>
          <p:cNvPr id="4" name="">
            <a:extLst xmlns:a="http://schemas.openxmlformats.org/drawingml/2006/main">
              <a:ext uri="{FF2B5EF4-FFF2-40B4-BE49-F238E27FC236}">
                <a16:creationId xmlns:a16="http://schemas.microsoft.com/office/drawing/2014/main" id="{A07EED2F-BF76-4B48-B1FD-7624A884A10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추측을 통과로 쓰지 않습니다.</a:t>
            </a:r>
          </a:p>
        </p:txBody>
      </p:sp>
      <p:sp>
        <p:nvSpPr>
          <p:cNvPr id="5" name="">
            <a:extLst xmlns:a="http://schemas.openxmlformats.org/drawingml/2006/main">
              <a:ext uri="{FF2B5EF4-FFF2-40B4-BE49-F238E27FC236}">
                <a16:creationId xmlns:a16="http://schemas.microsoft.com/office/drawing/2014/main" id="{427CA4BD-9136-47D2-85C6-596C8609FD1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128325472"/>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7206AFE-6696-4ECE-96A9-C2FDBFD823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F75BE58-16B4-45F6-934E-3AE28E6D008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계획 대비와 실행 대비</a:t>
            </a:r>
          </a:p>
        </p:txBody>
      </p:sp>
      <p:sp>
        <p:nvSpPr>
          <p:cNvPr id="3" name="">
            <a:extLst xmlns:a="http://schemas.openxmlformats.org/drawingml/2006/main">
              <a:ext uri="{FF2B5EF4-FFF2-40B4-BE49-F238E27FC236}">
                <a16:creationId xmlns:a16="http://schemas.microsoft.com/office/drawing/2014/main" id="{39234C36-CF4C-431D-B488-84890A968CF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통과2 · 실패1 · 미실행1 → 계획 대비2/4</a:t>
            </a:r>
          </a:p>
        </p:txBody>
      </p:sp>
      <p:sp>
        <p:nvSpPr>
          <p:cNvPr id="4" name="">
            <a:extLst xmlns:a="http://schemas.openxmlformats.org/drawingml/2006/main">
              <a:ext uri="{FF2B5EF4-FFF2-40B4-BE49-F238E27FC236}">
                <a16:creationId xmlns:a16="http://schemas.microsoft.com/office/drawing/2014/main" id="{5D9D79A9-37DB-4B82-9256-9A9C530B2F9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실행 대비2/3 · 제품 완성도는 아닙니다.</a:t>
            </a:r>
          </a:p>
        </p:txBody>
      </p:sp>
      <p:sp>
        <p:nvSpPr>
          <p:cNvPr id="5" name="">
            <a:extLst xmlns:a="http://schemas.openxmlformats.org/drawingml/2006/main">
              <a:ext uri="{FF2B5EF4-FFF2-40B4-BE49-F238E27FC236}">
                <a16:creationId xmlns:a16="http://schemas.microsoft.com/office/drawing/2014/main" id="{8E0BA590-5750-4568-9CB4-56E9729CAD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95607516"/>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C04F821-B468-45B1-BCDB-9B1912920E2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C90E092-2BA6-48F8-981A-958559A1498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정상·누락·중복·보존 시험</a:t>
            </a:r>
          </a:p>
        </p:txBody>
      </p:sp>
      <p:sp>
        <p:nvSpPr>
          <p:cNvPr id="3" name="">
            <a:extLst xmlns:a="http://schemas.openxmlformats.org/drawingml/2006/main">
              <a:ext uri="{FF2B5EF4-FFF2-40B4-BE49-F238E27FC236}">
                <a16:creationId xmlns:a16="http://schemas.microsoft.com/office/drawing/2014/main" id="{88022022-DA52-4D56-B234-7C979F0A621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정상 · 누락 · 중복 · 원문 보존</a:t>
            </a:r>
          </a:p>
        </p:txBody>
      </p:sp>
      <p:sp>
        <p:nvSpPr>
          <p:cNvPr id="4" name="">
            <a:extLst xmlns:a="http://schemas.openxmlformats.org/drawingml/2006/main">
              <a:ext uri="{FF2B5EF4-FFF2-40B4-BE49-F238E27FC236}">
                <a16:creationId xmlns:a16="http://schemas.microsoft.com/office/drawing/2014/main" id="{8B4B2FA3-FD7E-4248-B2D9-7A6D0F568DE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장비 미정이면 대체 경로와 담당을 적습니다.</a:t>
            </a:r>
          </a:p>
        </p:txBody>
      </p:sp>
      <p:sp>
        <p:nvSpPr>
          <p:cNvPr id="5" name="">
            <a:extLst xmlns:a="http://schemas.openxmlformats.org/drawingml/2006/main">
              <a:ext uri="{FF2B5EF4-FFF2-40B4-BE49-F238E27FC236}">
                <a16:creationId xmlns:a16="http://schemas.microsoft.com/office/drawing/2014/main" id="{DDD58C7A-D37D-4F3A-95DB-CD24577F28F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741114716"/>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128F45A-CEEF-40A9-86A8-017D39464C9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A9F5D48-41DE-4D95-9992-49DC4648F13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시험 상태 비교 코드</a:t>
            </a:r>
          </a:p>
        </p:txBody>
      </p:sp>
      <p:sp>
        <p:nvSpPr>
          <p:cNvPr id="3" name="">
            <a:extLst xmlns:a="http://schemas.openxmlformats.org/drawingml/2006/main">
              <a:ext uri="{FF2B5EF4-FFF2-40B4-BE49-F238E27FC236}">
                <a16:creationId xmlns:a16="http://schemas.microsoft.com/office/drawing/2014/main" id="{363F4DAF-8863-422D-94A4-509C02D6EC12}"/>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cases =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("T02", "review", "normal"),</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("T03", "reject",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name, expected, actual in cases: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if actual is None: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result = "NOT_RUN"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else: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result = "PASS" if actual == expected else "FAIL"</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print(name, result)</a:t>
            </a:r>
          </a:p>
        </p:txBody>
      </p:sp>
      <p:sp>
        <p:nvSpPr>
          <p:cNvPr id="4" name="">
            <a:extLst xmlns:a="http://schemas.openxmlformats.org/drawingml/2006/main">
              <a:ext uri="{FF2B5EF4-FFF2-40B4-BE49-F238E27FC236}">
                <a16:creationId xmlns:a16="http://schemas.microsoft.com/office/drawing/2014/main" id="{CD71126B-89BD-4E1A-831C-E19C1A23601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374871679"/>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28C47A-C9A5-47C2-B199-91E820F9B2B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BCAA60D-6947-4B70-A80C-9D81B503451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7ABD9515-2DB7-4084-86FF-0EAB51576B7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1~4행: 두 시험의 기대·관찰을 준비합니다.</a:t>
            </a:r>
          </a:p>
        </p:txBody>
      </p:sp>
      <p:sp>
        <p:nvSpPr>
          <p:cNvPr id="4" name="">
            <a:extLst xmlns:a="http://schemas.openxmlformats.org/drawingml/2006/main">
              <a:ext uri="{FF2B5EF4-FFF2-40B4-BE49-F238E27FC236}">
                <a16:creationId xmlns:a16="http://schemas.microsoft.com/office/drawing/2014/main" id="{4ED72C07-DECF-46F1-9205-1C353615C56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5~7행: 관찰 없음은 미실행으로 둡니다.</a:t>
            </a:r>
          </a:p>
        </p:txBody>
      </p:sp>
      <p:sp>
        <p:nvSpPr>
          <p:cNvPr id="5" name="">
            <a:extLst xmlns:a="http://schemas.openxmlformats.org/drawingml/2006/main">
              <a:ext uri="{FF2B5EF4-FFF2-40B4-BE49-F238E27FC236}">
                <a16:creationId xmlns:a16="http://schemas.microsoft.com/office/drawing/2014/main" id="{DA6FBF2B-268D-4A14-8D21-D4F669A0BDB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8~9행: 실제와 기대의 같음을 비교합니다.</a:t>
            </a:r>
          </a:p>
        </p:txBody>
      </p:sp>
      <p:sp>
        <p:nvSpPr>
          <p:cNvPr id="6" name="">
            <a:extLst xmlns:a="http://schemas.openxmlformats.org/drawingml/2006/main">
              <a:ext uri="{FF2B5EF4-FFF2-40B4-BE49-F238E27FC236}">
                <a16:creationId xmlns:a16="http://schemas.microsoft.com/office/drawing/2014/main" id="{FD459AAC-BD63-4AA7-96C8-43157899488A}"/>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10행: 시험 ID와 상태를 출력합니다.</a:t>
            </a:r>
          </a:p>
        </p:txBody>
      </p:sp>
      <p:sp>
        <p:nvSpPr>
          <p:cNvPr id="7" name="">
            <a:extLst xmlns:a="http://schemas.openxmlformats.org/drawingml/2006/main">
              <a:ext uri="{FF2B5EF4-FFF2-40B4-BE49-F238E27FC236}">
                <a16:creationId xmlns:a16="http://schemas.microsoft.com/office/drawing/2014/main" id="{E6B80155-28F6-4187-822C-6177C9E2442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1044576519"/>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139BCC-EC4C-4ECF-BD29-951F7D8FE75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5E0AE52-4A1A-441C-9DD3-01CE1CE474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94B731F8-58DD-4BCD-B8D9-7C4D5DD4DC5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8C766DBC-D398-4FAC-8237-D8DBB779EDC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work/evidence_trace.py</a:t>
            </a:r>
          </a:p>
        </p:txBody>
      </p:sp>
      <p:sp>
        <p:nvSpPr>
          <p:cNvPr id="5" name="">
            <a:extLst xmlns:a="http://schemas.openxmlformats.org/drawingml/2006/main">
              <a:ext uri="{FF2B5EF4-FFF2-40B4-BE49-F238E27FC236}">
                <a16:creationId xmlns:a16="http://schemas.microsoft.com/office/drawing/2014/main" id="{8009227B-B834-4681-A242-4A10FCC3648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work/evidence_trace.py</a:t>
            </a:r>
          </a:p>
        </p:txBody>
      </p:sp>
      <p:sp>
        <p:nvSpPr>
          <p:cNvPr id="6" name="">
            <a:extLst xmlns:a="http://schemas.openxmlformats.org/drawingml/2006/main">
              <a:ext uri="{FF2B5EF4-FFF2-40B4-BE49-F238E27FC236}">
                <a16:creationId xmlns:a16="http://schemas.microsoft.com/office/drawing/2014/main" id="{A5E3EA89-0C45-482E-99C5-399A569D86E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878048056"/>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0FF3BC9-D94B-4CBC-89F6-2B2DA9A5734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4AAA11F-C592-41AF-96DC-C7E96A3DD90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287DBD9D-019B-4551-8487-1F160F660B8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T02 FAIL</a:t>
            </a:r>
          </a:p>
        </p:txBody>
      </p:sp>
      <p:sp>
        <p:nvSpPr>
          <p:cNvPr id="4" name="">
            <a:extLst xmlns:a="http://schemas.openxmlformats.org/drawingml/2006/main">
              <a:ext uri="{FF2B5EF4-FFF2-40B4-BE49-F238E27FC236}">
                <a16:creationId xmlns:a16="http://schemas.microsoft.com/office/drawing/2014/main" id="{6D675CE1-98BA-4940-B3FB-5E252BDF3ED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T03 NOT_RUN</a:t>
            </a:r>
          </a:p>
        </p:txBody>
      </p:sp>
      <p:sp>
        <p:nvSpPr>
          <p:cNvPr id="5" name="">
            <a:extLst xmlns:a="http://schemas.openxmlformats.org/drawingml/2006/main">
              <a:ext uri="{FF2B5EF4-FFF2-40B4-BE49-F238E27FC236}">
                <a16:creationId xmlns:a16="http://schemas.microsoft.com/office/drawing/2014/main" id="{E808B277-25A3-40AB-890E-430A7243467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비교 코드 실행과 실제 제품 시험은 다릅니다.</a:t>
            </a:r>
          </a:p>
        </p:txBody>
      </p:sp>
      <p:sp>
        <p:nvSpPr>
          <p:cNvPr id="6" name="">
            <a:extLst xmlns:a="http://schemas.openxmlformats.org/drawingml/2006/main">
              <a:ext uri="{FF2B5EF4-FFF2-40B4-BE49-F238E27FC236}">
                <a16:creationId xmlns:a16="http://schemas.microsoft.com/office/drawing/2014/main" id="{AB07B899-0681-4BE7-84E7-2C616A468E9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1111786896"/>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88BBAB-E671-484E-93EE-5DB3DC8998D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DA5B11A-3F03-45DF-B411-0E709DEBA16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77E32754-73C8-4E9C-844D-248E6911D24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기대 review·관찰 없음</a:t>
            </a:r>
          </a:p>
        </p:txBody>
      </p:sp>
      <p:sp>
        <p:nvSpPr>
          <p:cNvPr id="4" name="">
            <a:extLst xmlns:a="http://schemas.openxmlformats.org/drawingml/2006/main">
              <a:ext uri="{FF2B5EF4-FFF2-40B4-BE49-F238E27FC236}">
                <a16:creationId xmlns:a16="http://schemas.microsoft.com/office/drawing/2014/main" id="{8B641A40-C558-4293-AECC-162729700BB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기대 reject·관찰 reject</a:t>
            </a:r>
          </a:p>
        </p:txBody>
      </p:sp>
      <p:sp>
        <p:nvSpPr>
          <p:cNvPr id="5" name="">
            <a:extLst xmlns:a="http://schemas.openxmlformats.org/drawingml/2006/main">
              <a:ext uri="{FF2B5EF4-FFF2-40B4-BE49-F238E27FC236}">
                <a16:creationId xmlns:a16="http://schemas.microsoft.com/office/drawing/2014/main" id="{F3302B82-CA67-4EB3-B91B-73219E342D4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기대 normal·관찰 alert</a:t>
            </a:r>
          </a:p>
        </p:txBody>
      </p:sp>
      <p:sp>
        <p:nvSpPr>
          <p:cNvPr id="6" name="">
            <a:extLst xmlns:a="http://schemas.openxmlformats.org/drawingml/2006/main">
              <a:ext uri="{FF2B5EF4-FFF2-40B4-BE49-F238E27FC236}">
                <a16:creationId xmlns:a16="http://schemas.microsoft.com/office/drawing/2014/main" id="{DD3B353B-15AD-4DC8-96D6-D357497A919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57275370"/>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8CED0E3-A4A0-479A-A1F7-0C27CD3EC74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8209F13-CE9B-49CC-A224-D3C6CF7B7C8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7DBD661C-FC26-40BF-9775-00A2B2B0F5F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NOT_RUN · PASS · FAIL</a:t>
            </a:r>
          </a:p>
        </p:txBody>
      </p:sp>
      <p:sp>
        <p:nvSpPr>
          <p:cNvPr id="4" name="">
            <a:extLst xmlns:a="http://schemas.openxmlformats.org/drawingml/2006/main">
              <a:ext uri="{FF2B5EF4-FFF2-40B4-BE49-F238E27FC236}">
                <a16:creationId xmlns:a16="http://schemas.microsoft.com/office/drawing/2014/main" id="{6302EDB9-EF57-41D7-9A2F-053A0012BD1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실제 입력·환경·관찰·비교 근거를 남깁니다.</a:t>
            </a:r>
          </a:p>
        </p:txBody>
      </p:sp>
      <p:sp>
        <p:nvSpPr>
          <p:cNvPr id="5" name="">
            <a:extLst xmlns:a="http://schemas.openxmlformats.org/drawingml/2006/main">
              <a:ext uri="{FF2B5EF4-FFF2-40B4-BE49-F238E27FC236}">
                <a16:creationId xmlns:a16="http://schemas.microsoft.com/office/drawing/2014/main" id="{0DA70C25-D8DE-4437-A2BE-6ED4EFFD113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1935787875"/>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679A9C2-6833-42FC-A449-E41D6E54B7E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0AA06FA8-F6A3-4F3F-8F8F-9EF1BA6357C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AC61DB0B-4DD8-43BD-96F2-F10FAA3573C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T02 관찰을 review로 바꾸면 PASS입니다.</a:t>
            </a:r>
          </a:p>
        </p:txBody>
      </p:sp>
      <p:sp>
        <p:nvSpPr>
          <p:cNvPr id="4" name="">
            <a:extLst xmlns:a="http://schemas.openxmlformats.org/drawingml/2006/main">
              <a:ext uri="{FF2B5EF4-FFF2-40B4-BE49-F238E27FC236}">
                <a16:creationId xmlns:a16="http://schemas.microsoft.com/office/drawing/2014/main" id="{2DA779BE-4868-4F47-BCDA-F7E703E2784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 변경은 가상 표이며 재시험 증거가 아닙니다.</a:t>
            </a:r>
          </a:p>
        </p:txBody>
      </p:sp>
      <p:sp>
        <p:nvSpPr>
          <p:cNvPr id="5" name="">
            <a:extLst xmlns:a="http://schemas.openxmlformats.org/drawingml/2006/main">
              <a:ext uri="{FF2B5EF4-FFF2-40B4-BE49-F238E27FC236}">
                <a16:creationId xmlns:a16="http://schemas.microsoft.com/office/drawing/2014/main" id="{48EB33A7-9597-4175-B044-B8AA0D2BF3F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928789509"/>
      </p:ext>
    </p:extLst>
  </p:cSld>
</p:sld>
</file>

<file path=ppt/slides/slide6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ABBDD4E-3478-479A-BEB0-6253F1D377A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072060CE-A133-462D-82B8-466563695C7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E8A8835D-4ED7-4AA7-AF80-CBB993DCF64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기획서를 썼다고 현장 시험을 통과하지 않습니다.</a:t>
            </a:r>
          </a:p>
        </p:txBody>
      </p:sp>
      <p:sp>
        <p:nvSpPr>
          <p:cNvPr id="4" name="">
            <a:extLst xmlns:a="http://schemas.openxmlformats.org/drawingml/2006/main">
              <a:ext uri="{FF2B5EF4-FFF2-40B4-BE49-F238E27FC236}">
                <a16:creationId xmlns:a16="http://schemas.microsoft.com/office/drawing/2014/main" id="{4FA64D75-4EB0-4068-B140-D449427ED33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미실행은 미실행으로 남깁니다.</a:t>
            </a:r>
          </a:p>
        </p:txBody>
      </p:sp>
      <p:sp>
        <p:nvSpPr>
          <p:cNvPr id="5" name="">
            <a:extLst xmlns:a="http://schemas.openxmlformats.org/drawingml/2006/main">
              <a:ext uri="{FF2B5EF4-FFF2-40B4-BE49-F238E27FC236}">
                <a16:creationId xmlns:a16="http://schemas.microsoft.com/office/drawing/2014/main" id="{FAC19A16-A922-4359-AE8C-C50F794883B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66</a:t>
            </a:r>
          </a:p>
        </p:txBody>
      </p:sp>
    </p:spTree>
    <p:extLst>
      <p:ext uri="{BB962C8B-B14F-4D97-AF65-F5344CB8AC3E}">
        <p14:creationId xmlns:p14="http://schemas.microsoft.com/office/powerpoint/2010/main" val="2141489403"/>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0FF4328-082A-46CD-8FF9-AD03F7BE748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B02A0C9-A99E-4A67-BDA9-1987315B8F2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B6A8B08E-6A29-43BE-AD5C-40C01F15416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PASS·FAIL·NOT_RUN의 차이를 말합니다.</a:t>
            </a:r>
          </a:p>
        </p:txBody>
      </p:sp>
      <p:sp>
        <p:nvSpPr>
          <p:cNvPr id="4" name="">
            <a:extLst xmlns:a="http://schemas.openxmlformats.org/drawingml/2006/main">
              <a:ext uri="{FF2B5EF4-FFF2-40B4-BE49-F238E27FC236}">
                <a16:creationId xmlns:a16="http://schemas.microsoft.com/office/drawing/2014/main" id="{0214B763-C4FC-426A-AB9D-9FB0286813B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2/4를 제품 완성도라 부를 수 없는 이유는?</a:t>
            </a:r>
          </a:p>
        </p:txBody>
      </p:sp>
      <p:sp>
        <p:nvSpPr>
          <p:cNvPr id="5" name="">
            <a:extLst xmlns:a="http://schemas.openxmlformats.org/drawingml/2006/main">
              <a:ext uri="{FF2B5EF4-FFF2-40B4-BE49-F238E27FC236}">
                <a16:creationId xmlns:a16="http://schemas.microsoft.com/office/drawing/2014/main" id="{902456FA-58D9-4365-82B7-33C77942345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552939867"/>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5E1A914-B3F6-40F6-822D-FFA355F05AA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4BEAFD9-03B8-4837-9786-7E2B966E47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84248DE9-5BD3-4AED-8873-5E094970253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통과2·실패1·미실행2</a:t>
            </a:r>
          </a:p>
        </p:txBody>
      </p:sp>
      <p:sp>
        <p:nvSpPr>
          <p:cNvPr id="4" name="">
            <a:extLst xmlns:a="http://schemas.openxmlformats.org/drawingml/2006/main">
              <a:ext uri="{FF2B5EF4-FFF2-40B4-BE49-F238E27FC236}">
                <a16:creationId xmlns:a16="http://schemas.microsoft.com/office/drawing/2014/main" id="{69BA57AA-A6A4-425F-877C-8DB545FF65E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계획 대비와 실행 대비 통과 비율을 쓰세요.</a:t>
            </a:r>
          </a:p>
        </p:txBody>
      </p:sp>
      <p:sp>
        <p:nvSpPr>
          <p:cNvPr id="5" name="">
            <a:extLst xmlns:a="http://schemas.openxmlformats.org/drawingml/2006/main">
              <a:ext uri="{FF2B5EF4-FFF2-40B4-BE49-F238E27FC236}">
                <a16:creationId xmlns:a16="http://schemas.microsoft.com/office/drawing/2014/main" id="{B37FED61-0FCB-4BA3-B9A1-DF6EB0013BC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502047109"/>
      </p:ext>
    </p:extLst>
  </p:cSld>
</p:sld>
</file>

<file path=ppt/slides/slide69.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13CF14-4D1B-47FC-91C9-4358428DF24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2F40E8C-98C2-4EB9-815A-F7952CA95243}"/>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 작업·선행 조건·견적</a:t>
            </a:r>
          </a:p>
        </p:txBody>
      </p:sp>
      <p:sp>
        <p:nvSpPr>
          <p:cNvPr id="3" name="">
            <a:extLst xmlns:a="http://schemas.openxmlformats.org/drawingml/2006/main">
              <a:ext uri="{FF2B5EF4-FFF2-40B4-BE49-F238E27FC236}">
                <a16:creationId xmlns:a16="http://schemas.microsoft.com/office/drawing/2014/main" id="{98437222-3E18-4496-8CC9-3C418A12907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15:00~15:50 · 50분</a:t>
            </a:r>
          </a:p>
        </p:txBody>
      </p:sp>
      <p:sp>
        <p:nvSpPr>
          <p:cNvPr id="4" name="">
            <a:extLst xmlns:a="http://schemas.openxmlformats.org/drawingml/2006/main">
              <a:ext uri="{FF2B5EF4-FFF2-40B4-BE49-F238E27FC236}">
                <a16:creationId xmlns:a16="http://schemas.microsoft.com/office/drawing/2014/main" id="{4541965F-2861-42EF-A2A1-42F74F506B6C}"/>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A13 · A14 · A15</a:t>
            </a:r>
          </a:p>
        </p:txBody>
      </p:sp>
      <p:sp>
        <p:nvSpPr>
          <p:cNvPr id="5" name="">
            <a:extLst xmlns:a="http://schemas.openxmlformats.org/drawingml/2006/main">
              <a:ext uri="{FF2B5EF4-FFF2-40B4-BE49-F238E27FC236}">
                <a16:creationId xmlns:a16="http://schemas.microsoft.com/office/drawing/2014/main" id="{D9563124-B207-4EF4-95D5-7124CCF8A68A}"/>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FC9F7BCC-5A6A-4704-8615-66952E78793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69</a:t>
            </a:r>
          </a:p>
        </p:txBody>
      </p:sp>
    </p:spTree>
    <p:extLst>
      <p:ext uri="{BB962C8B-B14F-4D97-AF65-F5344CB8AC3E}">
        <p14:creationId xmlns:p14="http://schemas.microsoft.com/office/powerpoint/2010/main" val="1976031632"/>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7422F13-D8B1-4FEE-BA23-73093A5B3FD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55A01DB-040C-4E83-9C14-E5EF4960639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결과물 단위의 작업</a:t>
            </a:r>
          </a:p>
        </p:txBody>
      </p:sp>
      <p:sp>
        <p:nvSpPr>
          <p:cNvPr id="3" name="">
            <a:extLst xmlns:a="http://schemas.openxmlformats.org/drawingml/2006/main">
              <a:ext uri="{FF2B5EF4-FFF2-40B4-BE49-F238E27FC236}">
                <a16:creationId xmlns:a16="http://schemas.microsoft.com/office/drawing/2014/main" id="{4A56770F-2057-42B6-A0A3-5E0305C40B9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W1 계약·샘플 · W2 검수 처리</a:t>
            </a:r>
          </a:p>
        </p:txBody>
      </p:sp>
      <p:sp>
        <p:nvSpPr>
          <p:cNvPr id="4" name="">
            <a:extLst xmlns:a="http://schemas.openxmlformats.org/drawingml/2006/main">
              <a:ext uri="{FF2B5EF4-FFF2-40B4-BE49-F238E27FC236}">
                <a16:creationId xmlns:a16="http://schemas.microsoft.com/office/drawing/2014/main" id="{65A42892-DC8C-4F0C-A9B5-B93DF67922A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W3 화면 · W4 통합·시험·안내</a:t>
            </a:r>
          </a:p>
        </p:txBody>
      </p:sp>
      <p:sp>
        <p:nvSpPr>
          <p:cNvPr id="5" name="">
            <a:extLst xmlns:a="http://schemas.openxmlformats.org/drawingml/2006/main">
              <a:ext uri="{FF2B5EF4-FFF2-40B4-BE49-F238E27FC236}">
                <a16:creationId xmlns:a16="http://schemas.microsoft.com/office/drawing/2014/main" id="{C641A104-384A-44B2-BA65-53ED94C64B8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1582813292"/>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DED805E-81A9-497E-AF81-0C2F926CBE5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65F3DD2-FE86-4949-92B8-FE06D830C7A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작업의 선행 관계</a:t>
            </a:r>
          </a:p>
        </p:txBody>
      </p:sp>
      <p:sp>
        <p:nvSpPr>
          <p:cNvPr id="3" name="">
            <a:extLst xmlns:a="http://schemas.openxmlformats.org/drawingml/2006/main">
              <a:ext uri="{FF2B5EF4-FFF2-40B4-BE49-F238E27FC236}">
                <a16:creationId xmlns:a16="http://schemas.microsoft.com/office/drawing/2014/main" id="{2FE16B6C-6713-49C7-BA7D-8775782F06A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W1 계약 뒤 W2·W3을 진행합니다.</a:t>
            </a:r>
          </a:p>
        </p:txBody>
      </p:sp>
      <p:sp>
        <p:nvSpPr>
          <p:cNvPr id="4" name="">
            <a:extLst xmlns:a="http://schemas.openxmlformats.org/drawingml/2006/main">
              <a:ext uri="{FF2B5EF4-FFF2-40B4-BE49-F238E27FC236}">
                <a16:creationId xmlns:a16="http://schemas.microsoft.com/office/drawing/2014/main" id="{C836FA31-21D1-4596-A7DB-2E7A4012C77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선행 조건과 점검 결과를 함께 적습니다.</a:t>
            </a:r>
          </a:p>
        </p:txBody>
      </p:sp>
      <p:sp>
        <p:nvSpPr>
          <p:cNvPr id="5" name="">
            <a:extLst xmlns:a="http://schemas.openxmlformats.org/drawingml/2006/main">
              <a:ext uri="{FF2B5EF4-FFF2-40B4-BE49-F238E27FC236}">
                <a16:creationId xmlns:a16="http://schemas.microsoft.com/office/drawing/2014/main" id="{CF8BC24F-87D9-4817-83BD-4884D950D45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1032897835"/>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C15E909-C6F8-4DF2-98D3-161801431B0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1A5B1F2-0965-4779-983B-EBBF13F7171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작업량과 달력 기간</a:t>
            </a:r>
          </a:p>
        </p:txBody>
      </p:sp>
      <p:sp>
        <p:nvSpPr>
          <p:cNvPr id="3" name="">
            <a:extLst xmlns:a="http://schemas.openxmlformats.org/drawingml/2006/main">
              <a:ext uri="{FF2B5EF4-FFF2-40B4-BE49-F238E27FC236}">
                <a16:creationId xmlns:a16="http://schemas.microsoft.com/office/drawing/2014/main" id="{ADAC785A-C52A-4A28-8713-29079B87E7C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가정 작업량: 2+4+3+3=12시간</a:t>
            </a:r>
          </a:p>
        </p:txBody>
      </p:sp>
      <p:sp>
        <p:nvSpPr>
          <p:cNvPr id="4" name="">
            <a:extLst xmlns:a="http://schemas.openxmlformats.org/drawingml/2006/main">
              <a:ext uri="{FF2B5EF4-FFF2-40B4-BE49-F238E27FC236}">
                <a16:creationId xmlns:a16="http://schemas.microsoft.com/office/drawing/2014/main" id="{F446F586-7029-4E31-ACC2-D972DAA7B50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팀원 수만으로 달력 기간을 나누지 않습니다.</a:t>
            </a:r>
          </a:p>
        </p:txBody>
      </p:sp>
      <p:sp>
        <p:nvSpPr>
          <p:cNvPr id="5" name="">
            <a:extLst xmlns:a="http://schemas.openxmlformats.org/drawingml/2006/main">
              <a:ext uri="{FF2B5EF4-FFF2-40B4-BE49-F238E27FC236}">
                <a16:creationId xmlns:a16="http://schemas.microsoft.com/office/drawing/2014/main" id="{4C381199-A6C6-46D9-B25D-1FF080291D4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1506153075"/>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A637585-905F-41EF-A0A4-873572FB8E8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3E20729-DE58-46C9-B2CD-5D4CAECE2B3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작업의 완료 증거</a:t>
            </a:r>
          </a:p>
        </p:txBody>
      </p:sp>
      <p:sp>
        <p:nvSpPr>
          <p:cNvPr id="3" name="">
            <a:extLst xmlns:a="http://schemas.openxmlformats.org/drawingml/2006/main">
              <a:ext uri="{FF2B5EF4-FFF2-40B4-BE49-F238E27FC236}">
                <a16:creationId xmlns:a16="http://schemas.microsoft.com/office/drawing/2014/main" id="{EEDFD729-A061-4318-9DD4-54EB91FDFA5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샘플 승인 · 정상·오류 출력 · 세 상태 화면</a:t>
            </a:r>
          </a:p>
        </p:txBody>
      </p:sp>
      <p:sp>
        <p:nvSpPr>
          <p:cNvPr id="4" name="">
            <a:extLst xmlns:a="http://schemas.openxmlformats.org/drawingml/2006/main">
              <a:ext uri="{FF2B5EF4-FFF2-40B4-BE49-F238E27FC236}">
                <a16:creationId xmlns:a16="http://schemas.microsoft.com/office/drawing/2014/main" id="{7116ABF2-3185-4A6B-9526-5033350E928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시간이 지났다고 통과하지 않습니다.</a:t>
            </a:r>
          </a:p>
        </p:txBody>
      </p:sp>
      <p:sp>
        <p:nvSpPr>
          <p:cNvPr id="5" name="">
            <a:extLst xmlns:a="http://schemas.openxmlformats.org/drawingml/2006/main">
              <a:ext uri="{FF2B5EF4-FFF2-40B4-BE49-F238E27FC236}">
                <a16:creationId xmlns:a16="http://schemas.microsoft.com/office/drawing/2014/main" id="{50183FC7-E48A-4A6C-A826-1316EB1CE8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987902396"/>
      </p:ext>
    </p:extLst>
  </p:cSld>
</p:sld>
</file>

<file path=ppt/slides/slide7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D5AFAD8-9041-478C-9454-95261BF88F1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15F2DEF-35ED-4242-BD89-CFCFC9B6AEA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 시간과 가정 시급</a:t>
            </a:r>
          </a:p>
        </p:txBody>
      </p:sp>
      <p:sp>
        <p:nvSpPr>
          <p:cNvPr id="3" name="">
            <a:extLst xmlns:a="http://schemas.openxmlformats.org/drawingml/2006/main">
              <a:ext uri="{FF2B5EF4-FFF2-40B4-BE49-F238E27FC236}">
                <a16:creationId xmlns:a16="http://schemas.microsoft.com/office/drawing/2014/main" id="{472287F2-DB24-44D8-AE0D-960CAF755C0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12시간 × 가정 시급 30,000원</a:t>
            </a:r>
          </a:p>
        </p:txBody>
      </p:sp>
      <p:sp>
        <p:nvSpPr>
          <p:cNvPr id="4" name="">
            <a:extLst xmlns:a="http://schemas.openxmlformats.org/drawingml/2006/main">
              <a:ext uri="{FF2B5EF4-FFF2-40B4-BE49-F238E27FC236}">
                <a16:creationId xmlns:a16="http://schemas.microsoft.com/office/drawing/2014/main" id="{30D76D43-8F16-4AD7-946F-7B5DE2687BC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기본 비용 360,000원</a:t>
            </a:r>
          </a:p>
        </p:txBody>
      </p:sp>
      <p:sp>
        <p:nvSpPr>
          <p:cNvPr id="5" name="">
            <a:extLst xmlns:a="http://schemas.openxmlformats.org/drawingml/2006/main">
              <a:ext uri="{FF2B5EF4-FFF2-40B4-BE49-F238E27FC236}">
                <a16:creationId xmlns:a16="http://schemas.microsoft.com/office/drawing/2014/main" id="{30AC0E6B-60DD-4938-9967-DC09F2D0442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74</a:t>
            </a:r>
          </a:p>
        </p:txBody>
      </p:sp>
    </p:spTree>
    <p:extLst>
      <p:ext uri="{BB962C8B-B14F-4D97-AF65-F5344CB8AC3E}">
        <p14:creationId xmlns:p14="http://schemas.microsoft.com/office/powerpoint/2010/main" val="1767965459"/>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8A82B9C-ECB3-4A4E-BF07-C61F511FCEA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36913B0-F5E2-42C1-B8EC-26F84AF297B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견적 여유와 별도 비용</a:t>
            </a:r>
          </a:p>
        </p:txBody>
      </p:sp>
      <p:sp>
        <p:nvSpPr>
          <p:cNvPr id="3" name="">
            <a:extLst xmlns:a="http://schemas.openxmlformats.org/drawingml/2006/main">
              <a:ext uri="{FF2B5EF4-FFF2-40B4-BE49-F238E27FC236}">
                <a16:creationId xmlns:a16="http://schemas.microsoft.com/office/drawing/2014/main" id="{CBDE3336-D3D8-4AC0-AE03-232450BB31B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20% 여유 72,000원 → 합계 432,000원</a:t>
            </a:r>
          </a:p>
        </p:txBody>
      </p:sp>
      <p:sp>
        <p:nvSpPr>
          <p:cNvPr id="4" name="">
            <a:extLst xmlns:a="http://schemas.openxmlformats.org/drawingml/2006/main">
              <a:ext uri="{FF2B5EF4-FFF2-40B4-BE49-F238E27FC236}">
                <a16:creationId xmlns:a16="http://schemas.microsoft.com/office/drawing/2014/main" id="{1ABE9EFB-1547-4463-9199-EEEC7D1B28D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장비·서버·API·세금 포함 여부는 따로 씁니다.</a:t>
            </a:r>
          </a:p>
        </p:txBody>
      </p:sp>
      <p:sp>
        <p:nvSpPr>
          <p:cNvPr id="5" name="">
            <a:extLst xmlns:a="http://schemas.openxmlformats.org/drawingml/2006/main">
              <a:ext uri="{FF2B5EF4-FFF2-40B4-BE49-F238E27FC236}">
                <a16:creationId xmlns:a16="http://schemas.microsoft.com/office/drawing/2014/main" id="{619D5730-795D-49DD-9493-7FF39E97D3C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1367491075"/>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D718FAA-29BE-4B21-99CF-1A5851DCBD0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F87944AD-E8B2-4161-8590-77C44BC7E5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가정 견적 계산 예제</a:t>
            </a:r>
          </a:p>
        </p:txBody>
      </p:sp>
      <p:sp>
        <p:nvSpPr>
          <p:cNvPr id="3" name="">
            <a:extLst xmlns:a="http://schemas.openxmlformats.org/drawingml/2006/main">
              <a:ext uri="{FF2B5EF4-FFF2-40B4-BE49-F238E27FC236}">
                <a16:creationId xmlns:a16="http://schemas.microsoft.com/office/drawing/2014/main" id="{B23CA056-C256-42BC-B60E-2DCCA767F0FA}"/>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hours = 12</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rate_won = 30000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reserve_rate = 0.20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base_won = hours * rate_won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reserve_won = base_won * reserve_rate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total_won = base_won + reserve_won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print(round(total_won))</a:t>
            </a:r>
          </a:p>
        </p:txBody>
      </p:sp>
      <p:sp>
        <p:nvSpPr>
          <p:cNvPr id="4" name="">
            <a:extLst xmlns:a="http://schemas.openxmlformats.org/drawingml/2006/main">
              <a:ext uri="{FF2B5EF4-FFF2-40B4-BE49-F238E27FC236}">
                <a16:creationId xmlns:a16="http://schemas.microsoft.com/office/drawing/2014/main" id="{CDA662B1-BE40-4582-AC8F-E4D552CEBD9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291840082"/>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2A3390-B4F3-4886-8AD5-CF80BBDD0A3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C01E3D8-8427-482C-B2FC-4CF165603FA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288B697F-A6AD-46F5-A758-771F4A20052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시간·시급·여유 비율을 정합니다.</a:t>
            </a:r>
          </a:p>
        </p:txBody>
      </p:sp>
      <p:sp>
        <p:nvSpPr>
          <p:cNvPr id="4" name="">
            <a:extLst xmlns:a="http://schemas.openxmlformats.org/drawingml/2006/main">
              <a:ext uri="{FF2B5EF4-FFF2-40B4-BE49-F238E27FC236}">
                <a16:creationId xmlns:a16="http://schemas.microsoft.com/office/drawing/2014/main" id="{B47602A2-95EE-47D3-8E3B-9599290D8F0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4~5행: 기본 비용과 여유를 계산합니다.</a:t>
            </a:r>
          </a:p>
        </p:txBody>
      </p:sp>
      <p:sp>
        <p:nvSpPr>
          <p:cNvPr id="5" name="">
            <a:extLst xmlns:a="http://schemas.openxmlformats.org/drawingml/2006/main">
              <a:ext uri="{FF2B5EF4-FFF2-40B4-BE49-F238E27FC236}">
                <a16:creationId xmlns:a16="http://schemas.microsoft.com/office/drawing/2014/main" id="{CBBB474C-036D-4408-84B3-504D1D51217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6행: 두 금액을 더합니다.</a:t>
            </a:r>
          </a:p>
        </p:txBody>
      </p:sp>
      <p:sp>
        <p:nvSpPr>
          <p:cNvPr id="6" name="">
            <a:extLst xmlns:a="http://schemas.openxmlformats.org/drawingml/2006/main">
              <a:ext uri="{FF2B5EF4-FFF2-40B4-BE49-F238E27FC236}">
                <a16:creationId xmlns:a16="http://schemas.microsoft.com/office/drawing/2014/main" id="{FF3AE0FE-7193-4AE9-876B-C75984FC828F}"/>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7행: 합계를 출력합니다.</a:t>
            </a:r>
          </a:p>
        </p:txBody>
      </p:sp>
      <p:sp>
        <p:nvSpPr>
          <p:cNvPr id="7" name="">
            <a:extLst xmlns:a="http://schemas.openxmlformats.org/drawingml/2006/main">
              <a:ext uri="{FF2B5EF4-FFF2-40B4-BE49-F238E27FC236}">
                <a16:creationId xmlns:a16="http://schemas.microsoft.com/office/drawing/2014/main" id="{5C7D17A9-5803-4C3F-82EC-BA19DDA6AC8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1666304582"/>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14ECD6-BF87-48D1-A680-B76AAF9978C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68BA7647-8396-4E60-9671-408C5734A7A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DAE96F7E-9A42-441E-8E84-316A3B31B8A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FA8493D9-95D8-476E-80A1-BA0CE5A6A95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work/03_estimate.py</a:t>
            </a:r>
          </a:p>
        </p:txBody>
      </p:sp>
      <p:sp>
        <p:nvSpPr>
          <p:cNvPr id="5" name="">
            <a:extLst xmlns:a="http://schemas.openxmlformats.org/drawingml/2006/main">
              <a:ext uri="{FF2B5EF4-FFF2-40B4-BE49-F238E27FC236}">
                <a16:creationId xmlns:a16="http://schemas.microsoft.com/office/drawing/2014/main" id="{085F1030-7E1E-47B4-95D9-E1DEE227CA9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work/03_estimate.py</a:t>
            </a:r>
          </a:p>
        </p:txBody>
      </p:sp>
      <p:sp>
        <p:nvSpPr>
          <p:cNvPr id="6" name="">
            <a:extLst xmlns:a="http://schemas.openxmlformats.org/drawingml/2006/main">
              <a:ext uri="{FF2B5EF4-FFF2-40B4-BE49-F238E27FC236}">
                <a16:creationId xmlns:a16="http://schemas.microsoft.com/office/drawing/2014/main" id="{298522A6-7DBD-4446-8345-5B0DBDA0A93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642177704"/>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CCACA6-0CD5-4792-880D-56DA07CF405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4780BBD-519F-4BF7-8826-147C19F9752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2EB7D803-D21B-468A-A8B6-B8C066403E3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기본 360,000원 + 여유 72,000원</a:t>
            </a:r>
          </a:p>
        </p:txBody>
      </p:sp>
      <p:sp>
        <p:nvSpPr>
          <p:cNvPr id="4" name="">
            <a:extLst xmlns:a="http://schemas.openxmlformats.org/drawingml/2006/main">
              <a:ext uri="{FF2B5EF4-FFF2-40B4-BE49-F238E27FC236}">
                <a16:creationId xmlns:a16="http://schemas.microsoft.com/office/drawing/2014/main" id="{8130782B-C0C4-4D9D-A472-2337D5E1AC2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합계 432,000원</a:t>
            </a:r>
          </a:p>
        </p:txBody>
      </p:sp>
      <p:sp>
        <p:nvSpPr>
          <p:cNvPr id="5" name="">
            <a:extLst xmlns:a="http://schemas.openxmlformats.org/drawingml/2006/main">
              <a:ext uri="{FF2B5EF4-FFF2-40B4-BE49-F238E27FC236}">
                <a16:creationId xmlns:a16="http://schemas.microsoft.com/office/drawing/2014/main" id="{903AF38A-AC92-4FB5-AA0C-A77A8A1C2FC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계약 가격이 아닌 계산 연습입니다.</a:t>
            </a:r>
          </a:p>
        </p:txBody>
      </p:sp>
      <p:sp>
        <p:nvSpPr>
          <p:cNvPr id="6" name="">
            <a:extLst xmlns:a="http://schemas.openxmlformats.org/drawingml/2006/main">
              <a:ext uri="{FF2B5EF4-FFF2-40B4-BE49-F238E27FC236}">
                <a16:creationId xmlns:a16="http://schemas.microsoft.com/office/drawing/2014/main" id="{504EA797-32DF-46B3-A8CB-67375B96FA6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95966081"/>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C59EC8-E68C-410B-881A-C0AEBFAE27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DE06626-C41B-4A7F-BC7D-578F8054B2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291B453-12E7-4B44-8B6F-291950D3594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작업 8시간 · 가정 시급 25,000원</a:t>
            </a:r>
          </a:p>
        </p:txBody>
      </p:sp>
      <p:sp>
        <p:nvSpPr>
          <p:cNvPr id="4" name="">
            <a:extLst xmlns:a="http://schemas.openxmlformats.org/drawingml/2006/main">
              <a:ext uri="{FF2B5EF4-FFF2-40B4-BE49-F238E27FC236}">
                <a16:creationId xmlns:a16="http://schemas.microsoft.com/office/drawing/2014/main" id="{9157F0A6-7243-482C-933B-0748C9EB72F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여유 15%의 합계를 계산하세요.</a:t>
            </a:r>
          </a:p>
        </p:txBody>
      </p:sp>
      <p:sp>
        <p:nvSpPr>
          <p:cNvPr id="5" name="">
            <a:extLst xmlns:a="http://schemas.openxmlformats.org/drawingml/2006/main">
              <a:ext uri="{FF2B5EF4-FFF2-40B4-BE49-F238E27FC236}">
                <a16:creationId xmlns:a16="http://schemas.microsoft.com/office/drawing/2014/main" id="{3B5779F6-9130-4126-87EC-E926A6E5C51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064633982"/>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FD4BC7-D8E1-46B5-B374-80EF5EF6963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BD6749A-9BB7-4BB5-A908-7E61BBD5B9A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B3AC0545-1B2F-4057-B700-5E78946BBDE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기본 200,000원 + 여유 30,000원</a:t>
            </a:r>
          </a:p>
        </p:txBody>
      </p:sp>
      <p:sp>
        <p:nvSpPr>
          <p:cNvPr id="4" name="">
            <a:extLst xmlns:a="http://schemas.openxmlformats.org/drawingml/2006/main">
              <a:ext uri="{FF2B5EF4-FFF2-40B4-BE49-F238E27FC236}">
                <a16:creationId xmlns:a16="http://schemas.microsoft.com/office/drawing/2014/main" id="{E163CC6F-DA70-491A-B180-77F9132A5F0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합계 230,000원</a:t>
            </a:r>
          </a:p>
        </p:txBody>
      </p:sp>
      <p:sp>
        <p:nvSpPr>
          <p:cNvPr id="5" name="">
            <a:extLst xmlns:a="http://schemas.openxmlformats.org/drawingml/2006/main">
              <a:ext uri="{FF2B5EF4-FFF2-40B4-BE49-F238E27FC236}">
                <a16:creationId xmlns:a16="http://schemas.microsoft.com/office/drawing/2014/main" id="{14400DD5-5C4A-4FE3-868B-B8A92A7AA3C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별도 비용과 수정 범위도 표시합니다.</a:t>
            </a:r>
          </a:p>
        </p:txBody>
      </p:sp>
      <p:sp>
        <p:nvSpPr>
          <p:cNvPr id="6" name="">
            <a:extLst xmlns:a="http://schemas.openxmlformats.org/drawingml/2006/main">
              <a:ext uri="{FF2B5EF4-FFF2-40B4-BE49-F238E27FC236}">
                <a16:creationId xmlns:a16="http://schemas.microsoft.com/office/drawing/2014/main" id="{1E8AD908-CCE3-4C14-AB59-7D0F1BF6995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1299256786"/>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650098D-38AD-47D6-9BFF-94996B05F57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96C6AC9-D567-4201-BCB9-5814AFBE1CC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A49D0493-56BE-4C54-9A92-F891917EB4B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참고 코드의 hours를 8로 바꿉니다.</a:t>
            </a:r>
          </a:p>
        </p:txBody>
      </p:sp>
      <p:sp>
        <p:nvSpPr>
          <p:cNvPr id="4" name="">
            <a:extLst xmlns:a="http://schemas.openxmlformats.org/drawingml/2006/main">
              <a:ext uri="{FF2B5EF4-FFF2-40B4-BE49-F238E27FC236}">
                <a16:creationId xmlns:a16="http://schemas.microsoft.com/office/drawing/2014/main" id="{21B17B11-DCB8-40AC-AA18-55824B76547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시급·여유 유지 시 합계 288,000원입니다.</a:t>
            </a:r>
          </a:p>
        </p:txBody>
      </p:sp>
      <p:sp>
        <p:nvSpPr>
          <p:cNvPr id="5" name="">
            <a:extLst xmlns:a="http://schemas.openxmlformats.org/drawingml/2006/main">
              <a:ext uri="{FF2B5EF4-FFF2-40B4-BE49-F238E27FC236}">
                <a16:creationId xmlns:a16="http://schemas.microsoft.com/office/drawing/2014/main" id="{51E82CA3-278D-45A4-A28B-A6BDAF20240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228865023"/>
      </p:ext>
    </p:extLst>
  </p:cSld>
</p:sld>
</file>

<file path=ppt/slides/slide8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A309CE8-FF7A-4776-9472-3D02A7BE5F8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FF28557-C4B8-4D26-855A-BB0A0E17B24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28C109EF-02B4-427E-8262-76127EB753B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20%는 20이 아니라 0.20입니다.</a:t>
            </a:r>
          </a:p>
        </p:txBody>
      </p:sp>
      <p:sp>
        <p:nvSpPr>
          <p:cNvPr id="4" name="">
            <a:extLst xmlns:a="http://schemas.openxmlformats.org/drawingml/2006/main">
              <a:ext uri="{FF2B5EF4-FFF2-40B4-BE49-F238E27FC236}">
                <a16:creationId xmlns:a16="http://schemas.microsoft.com/office/drawing/2014/main" id="{0D7A34BA-C7E7-4E0C-9443-264E741CAA2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기능의 오류·시험·문서 작업도 재산정합니다.</a:t>
            </a:r>
          </a:p>
        </p:txBody>
      </p:sp>
      <p:sp>
        <p:nvSpPr>
          <p:cNvPr id="5" name="">
            <a:extLst xmlns:a="http://schemas.openxmlformats.org/drawingml/2006/main">
              <a:ext uri="{FF2B5EF4-FFF2-40B4-BE49-F238E27FC236}">
                <a16:creationId xmlns:a16="http://schemas.microsoft.com/office/drawing/2014/main" id="{C8B543CA-C52F-4190-91CC-0D64B0B639B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83</a:t>
            </a:r>
          </a:p>
        </p:txBody>
      </p:sp>
    </p:spTree>
    <p:extLst>
      <p:ext uri="{BB962C8B-B14F-4D97-AF65-F5344CB8AC3E}">
        <p14:creationId xmlns:p14="http://schemas.microsoft.com/office/powerpoint/2010/main" val="634992841"/>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D06DBB-BA5C-4285-BC96-F2A1BE8A14D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0D9AD23B-2010-4408-A274-D68CCFA09B6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9B14EDE2-BB64-4304-8376-1A3FBCDAD8A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작업량과 달력 기간의 차이를 설명합니다.</a:t>
            </a:r>
          </a:p>
        </p:txBody>
      </p:sp>
      <p:sp>
        <p:nvSpPr>
          <p:cNvPr id="4" name="">
            <a:extLst xmlns:a="http://schemas.openxmlformats.org/drawingml/2006/main">
              <a:ext uri="{FF2B5EF4-FFF2-40B4-BE49-F238E27FC236}">
                <a16:creationId xmlns:a16="http://schemas.microsoft.com/office/drawing/2014/main" id="{F51CF0BC-0B99-455D-898A-DBE9E781BF8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견적에서 아직 확정되지 않은 비용을 말합니다.</a:t>
            </a:r>
          </a:p>
        </p:txBody>
      </p:sp>
      <p:sp>
        <p:nvSpPr>
          <p:cNvPr id="5" name="">
            <a:extLst xmlns:a="http://schemas.openxmlformats.org/drawingml/2006/main">
              <a:ext uri="{FF2B5EF4-FFF2-40B4-BE49-F238E27FC236}">
                <a16:creationId xmlns:a16="http://schemas.microsoft.com/office/drawing/2014/main" id="{6AFA7735-1D9F-43CE-A12C-D10B140BA1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397369215"/>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B8F58A0-7616-4F10-85FD-03EBD20959A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F90F27A-F8B3-4FEB-8863-E196F2B6B84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134763F2-7230-4277-A63C-15C54C1B5AA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10시간·시급2만원·여유10%</a:t>
            </a:r>
          </a:p>
        </p:txBody>
      </p:sp>
      <p:sp>
        <p:nvSpPr>
          <p:cNvPr id="4" name="">
            <a:extLst xmlns:a="http://schemas.openxmlformats.org/drawingml/2006/main">
              <a:ext uri="{FF2B5EF4-FFF2-40B4-BE49-F238E27FC236}">
                <a16:creationId xmlns:a16="http://schemas.microsoft.com/office/drawing/2014/main" id="{01FEA571-E60A-4A25-90BD-8616ECD74D1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견적과 기능 추가 영향을 쓰세요.</a:t>
            </a:r>
          </a:p>
        </p:txBody>
      </p:sp>
      <p:sp>
        <p:nvSpPr>
          <p:cNvPr id="5" name="">
            <a:extLst xmlns:a="http://schemas.openxmlformats.org/drawingml/2006/main">
              <a:ext uri="{FF2B5EF4-FFF2-40B4-BE49-F238E27FC236}">
                <a16:creationId xmlns:a16="http://schemas.microsoft.com/office/drawing/2014/main" id="{4CE0E9A3-CA6D-4D24-93DE-04AD7F22B55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338233676"/>
      </p:ext>
    </p:extLst>
  </p:cSld>
</p:sld>
</file>

<file path=ppt/slides/slide8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DF1C26-9702-46B3-82B1-26D2C818972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26749AE-48A5-4067-B1F2-EE82544476F2}"/>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 기획 통합·발표·수정</a:t>
            </a:r>
          </a:p>
        </p:txBody>
      </p:sp>
      <p:sp>
        <p:nvSpPr>
          <p:cNvPr id="3" name="">
            <a:extLst xmlns:a="http://schemas.openxmlformats.org/drawingml/2006/main">
              <a:ext uri="{FF2B5EF4-FFF2-40B4-BE49-F238E27FC236}">
                <a16:creationId xmlns:a16="http://schemas.microsoft.com/office/drawing/2014/main" id="{07C14329-F4B9-491B-A074-2128C642FF65}"/>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16:00~16:50 · 50분</a:t>
            </a:r>
          </a:p>
        </p:txBody>
      </p:sp>
      <p:sp>
        <p:nvSpPr>
          <p:cNvPr id="4" name="">
            <a:extLst xmlns:a="http://schemas.openxmlformats.org/drawingml/2006/main">
              <a:ext uri="{FF2B5EF4-FFF2-40B4-BE49-F238E27FC236}">
                <a16:creationId xmlns:a16="http://schemas.microsoft.com/office/drawing/2014/main" id="{6693DD0B-CA09-44F2-91FE-9A520FFC41C1}"/>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A16 · A17 · A18</a:t>
            </a:r>
          </a:p>
        </p:txBody>
      </p:sp>
      <p:sp>
        <p:nvSpPr>
          <p:cNvPr id="5" name="">
            <a:extLst xmlns:a="http://schemas.openxmlformats.org/drawingml/2006/main">
              <a:ext uri="{FF2B5EF4-FFF2-40B4-BE49-F238E27FC236}">
                <a16:creationId xmlns:a16="http://schemas.microsoft.com/office/drawing/2014/main" id="{7DA0C4AA-402A-4B11-9496-BB9FA00CC5E3}"/>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BDB8939D-FF93-4644-9F0E-C9B140FBF3D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86</a:t>
            </a:r>
          </a:p>
        </p:txBody>
      </p:sp>
    </p:spTree>
    <p:extLst>
      <p:ext uri="{BB962C8B-B14F-4D97-AF65-F5344CB8AC3E}">
        <p14:creationId xmlns:p14="http://schemas.microsoft.com/office/powerpoint/2010/main" val="398687272"/>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69A3970-E359-4EF1-BDC0-862288C53B5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187040C-0D08-41D4-BADB-9EEEEDDC700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문제·요구·시험의 일치</a:t>
            </a:r>
          </a:p>
        </p:txBody>
      </p:sp>
      <p:sp>
        <p:nvSpPr>
          <p:cNvPr id="3" name="">
            <a:extLst xmlns:a="http://schemas.openxmlformats.org/drawingml/2006/main">
              <a:ext uri="{FF2B5EF4-FFF2-40B4-BE49-F238E27FC236}">
                <a16:creationId xmlns:a16="http://schemas.microsoft.com/office/drawing/2014/main" id="{B05FCC72-C076-422F-9C8C-93701C2CAB8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근거 → 문제 → 작은 범위 → 요구 → 시험</a:t>
            </a:r>
          </a:p>
        </p:txBody>
      </p:sp>
      <p:sp>
        <p:nvSpPr>
          <p:cNvPr id="4" name="">
            <a:extLst xmlns:a="http://schemas.openxmlformats.org/drawingml/2006/main">
              <a:ext uri="{FF2B5EF4-FFF2-40B4-BE49-F238E27FC236}">
                <a16:creationId xmlns:a16="http://schemas.microsoft.com/office/drawing/2014/main" id="{E13FCD81-3B8B-4CDE-8182-AE2C3E6FAF6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데이터와 작업 계획도 같은 범위를 말합니다.</a:t>
            </a:r>
          </a:p>
        </p:txBody>
      </p:sp>
      <p:sp>
        <p:nvSpPr>
          <p:cNvPr id="5" name="">
            <a:extLst xmlns:a="http://schemas.openxmlformats.org/drawingml/2006/main">
              <a:ext uri="{FF2B5EF4-FFF2-40B4-BE49-F238E27FC236}">
                <a16:creationId xmlns:a16="http://schemas.microsoft.com/office/drawing/2014/main" id="{F8C4A94C-E486-45EC-9703-4B9554404E9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434889267"/>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8399FD4-2D6F-439E-90E0-3DAAF128520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A3BD7D4-A096-481E-8CE4-C698FC49451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2분 발표의 구성</a:t>
            </a:r>
          </a:p>
        </p:txBody>
      </p:sp>
      <p:sp>
        <p:nvSpPr>
          <p:cNvPr id="3" name="">
            <a:extLst xmlns:a="http://schemas.openxmlformats.org/drawingml/2006/main">
              <a:ext uri="{FF2B5EF4-FFF2-40B4-BE49-F238E27FC236}">
                <a16:creationId xmlns:a16="http://schemas.microsoft.com/office/drawing/2014/main" id="{22D61BBE-FB4A-4377-BB6F-701E99BAF92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문제·근거 → 입력·결과 → 시험</a:t>
            </a:r>
          </a:p>
        </p:txBody>
      </p:sp>
      <p:sp>
        <p:nvSpPr>
          <p:cNvPr id="4" name="">
            <a:extLst xmlns:a="http://schemas.openxmlformats.org/drawingml/2006/main">
              <a:ext uri="{FF2B5EF4-FFF2-40B4-BE49-F238E27FC236}">
                <a16:creationId xmlns:a16="http://schemas.microsoft.com/office/drawing/2014/main" id="{53AC11A2-C1CE-4466-888D-E2AEE7D4391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마지막에 미확정 질문을 말합니다.</a:t>
            </a:r>
          </a:p>
        </p:txBody>
      </p:sp>
      <p:sp>
        <p:nvSpPr>
          <p:cNvPr id="5" name="">
            <a:extLst xmlns:a="http://schemas.openxmlformats.org/drawingml/2006/main">
              <a:ext uri="{FF2B5EF4-FFF2-40B4-BE49-F238E27FC236}">
                <a16:creationId xmlns:a16="http://schemas.microsoft.com/office/drawing/2014/main" id="{C0CD753C-5647-4D98-AD8D-A214FDF272A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1131535258"/>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872154F-0FE3-4DFD-9FB4-AEF039B04F6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BA703FC-9A68-470B-932D-FDC87747AA4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기대 효과와 측정 근거</a:t>
            </a:r>
          </a:p>
        </p:txBody>
      </p:sp>
      <p:sp>
        <p:nvSpPr>
          <p:cNvPr id="3" name="">
            <a:extLst xmlns:a="http://schemas.openxmlformats.org/drawingml/2006/main">
              <a:ext uri="{FF2B5EF4-FFF2-40B4-BE49-F238E27FC236}">
                <a16:creationId xmlns:a16="http://schemas.microsoft.com/office/drawing/2014/main" id="{ABCD34FA-00F7-4A2F-BF82-65706CC443A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현장에서 측정한 효과는 아직 없습니다.</a:t>
            </a:r>
          </a:p>
        </p:txBody>
      </p:sp>
      <p:sp>
        <p:nvSpPr>
          <p:cNvPr id="4" name="">
            <a:extLst xmlns:a="http://schemas.openxmlformats.org/drawingml/2006/main">
              <a:ext uri="{FF2B5EF4-FFF2-40B4-BE49-F238E27FC236}">
                <a16:creationId xmlns:a16="http://schemas.microsoft.com/office/drawing/2014/main" id="{7F891320-A8FD-4AFA-A22E-7E5A8B4A61A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가정과 확인 방법을 명시합니다.</a:t>
            </a:r>
          </a:p>
        </p:txBody>
      </p:sp>
      <p:sp>
        <p:nvSpPr>
          <p:cNvPr id="5" name="">
            <a:extLst xmlns:a="http://schemas.openxmlformats.org/drawingml/2006/main">
              <a:ext uri="{FF2B5EF4-FFF2-40B4-BE49-F238E27FC236}">
                <a16:creationId xmlns:a16="http://schemas.microsoft.com/office/drawing/2014/main" id="{3C56D5EC-BD93-4B9C-81F5-5220341A3B4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1812875116"/>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FA8E07B-9D3A-482D-9FA6-0B62E17E1AC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0DC7328-089A-4932-A8B8-D880B225B90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피드백과 관련 문서</a:t>
            </a:r>
          </a:p>
        </p:txBody>
      </p:sp>
      <p:sp>
        <p:nvSpPr>
          <p:cNvPr id="3" name="">
            <a:extLst xmlns:a="http://schemas.openxmlformats.org/drawingml/2006/main">
              <a:ext uri="{FF2B5EF4-FFF2-40B4-BE49-F238E27FC236}">
                <a16:creationId xmlns:a16="http://schemas.microsoft.com/office/drawing/2014/main" id="{D9509362-A43B-4F4F-B0E5-24705EE8201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카메라 보류 → 범위·시험·위험·견적 변경</a:t>
            </a:r>
          </a:p>
        </p:txBody>
      </p:sp>
      <p:sp>
        <p:nvSpPr>
          <p:cNvPr id="4" name="">
            <a:extLst xmlns:a="http://schemas.openxmlformats.org/drawingml/2006/main">
              <a:ext uri="{FF2B5EF4-FFF2-40B4-BE49-F238E27FC236}">
                <a16:creationId xmlns:a16="http://schemas.microsoft.com/office/drawing/2014/main" id="{5E27DCCC-DA76-424F-BDD1-C7E3DA86B48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발표문만 고치면 충돌이 남습니다.</a:t>
            </a:r>
          </a:p>
        </p:txBody>
      </p:sp>
      <p:sp>
        <p:nvSpPr>
          <p:cNvPr id="5" name="">
            <a:extLst xmlns:a="http://schemas.openxmlformats.org/drawingml/2006/main">
              <a:ext uri="{FF2B5EF4-FFF2-40B4-BE49-F238E27FC236}">
                <a16:creationId xmlns:a16="http://schemas.microsoft.com/office/drawing/2014/main" id="{D59738FE-7B75-4F65-801D-69BDD02749D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513869411"/>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A1A406F-8471-4B34-B9F2-8E3C77CD1A8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1B1CAEA-5805-4BC0-887D-76FB70699F6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변경 이력과 영향</a:t>
            </a:r>
          </a:p>
        </p:txBody>
      </p:sp>
      <p:sp>
        <p:nvSpPr>
          <p:cNvPr id="3" name="">
            <a:extLst xmlns:a="http://schemas.openxmlformats.org/drawingml/2006/main">
              <a:ext uri="{FF2B5EF4-FFF2-40B4-BE49-F238E27FC236}">
                <a16:creationId xmlns:a16="http://schemas.microsoft.com/office/drawing/2014/main" id="{DBBD96E5-E2F5-4A72-A759-D126ABB1F11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변경 전 · 변경 후 · 이유 · 관련 ID · 담당</a:t>
            </a:r>
          </a:p>
        </p:txBody>
      </p:sp>
      <p:sp>
        <p:nvSpPr>
          <p:cNvPr id="4" name="">
            <a:extLst xmlns:a="http://schemas.openxmlformats.org/drawingml/2006/main">
              <a:ext uri="{FF2B5EF4-FFF2-40B4-BE49-F238E27FC236}">
                <a16:creationId xmlns:a16="http://schemas.microsoft.com/office/drawing/2014/main" id="{4D9C9D87-A302-455A-BA6E-824F36FC44D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다음 사람이 같은 결정을 이어 할 수 있습니다.</a:t>
            </a:r>
          </a:p>
        </p:txBody>
      </p:sp>
      <p:sp>
        <p:nvSpPr>
          <p:cNvPr id="5" name="">
            <a:extLst xmlns:a="http://schemas.openxmlformats.org/drawingml/2006/main">
              <a:ext uri="{FF2B5EF4-FFF2-40B4-BE49-F238E27FC236}">
                <a16:creationId xmlns:a16="http://schemas.microsoft.com/office/drawing/2014/main" id="{8D727799-4663-49F5-B95F-0F03E85D7BE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1018769819"/>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861545B-198E-4FA4-8F08-43ED4CA9A98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0351E10-CCD2-41A5-B34F-0902BAA34DA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기획 완료와 제품 검증</a:t>
            </a:r>
          </a:p>
        </p:txBody>
      </p:sp>
      <p:sp>
        <p:nvSpPr>
          <p:cNvPr id="3" name="">
            <a:extLst xmlns:a="http://schemas.openxmlformats.org/drawingml/2006/main">
              <a:ext uri="{FF2B5EF4-FFF2-40B4-BE49-F238E27FC236}">
                <a16:creationId xmlns:a16="http://schemas.microsoft.com/office/drawing/2014/main" id="{39A27103-DD12-43D3-91D3-B124D66AE4A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기획 자료와 제공 비교 코드의 확인</a:t>
            </a:r>
          </a:p>
        </p:txBody>
      </p:sp>
      <p:sp>
        <p:nvSpPr>
          <p:cNvPr id="4" name="">
            <a:extLst xmlns:a="http://schemas.openxmlformats.org/drawingml/2006/main">
              <a:ext uri="{FF2B5EF4-FFF2-40B4-BE49-F238E27FC236}">
                <a16:creationId xmlns:a16="http://schemas.microsoft.com/office/drawing/2014/main" id="{32714D00-3245-448B-921D-2A85A070C9F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제품 구현·현장 사용성·실물 성능은 미실행</a:t>
            </a:r>
          </a:p>
        </p:txBody>
      </p:sp>
      <p:sp>
        <p:nvSpPr>
          <p:cNvPr id="5" name="">
            <a:extLst xmlns:a="http://schemas.openxmlformats.org/drawingml/2006/main">
              <a:ext uri="{FF2B5EF4-FFF2-40B4-BE49-F238E27FC236}">
                <a16:creationId xmlns:a16="http://schemas.microsoft.com/office/drawing/2014/main" id="{9D0B29BC-3482-4F55-837E-BAED785B11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691927829"/>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A31BFAA-EE72-4268-8A3B-8FBD07A3919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ED0EC4B-8C7E-41B4-BB67-A93AEB60D44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기획 인수인계 묶음</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문서</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서로 확인할 내용</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기획서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문제·범위·가정</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데이터 계약</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키·값·누락</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요구·시험표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입력·기대·관찰</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작업·변경 이력</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순서·비용·영향</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427260E3-152F-45BC-8552-4C59B2493FA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1492097946"/>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34A8DD3-6018-47C2-947B-333B6CEDF82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A3E799F-D627-4F9D-8C82-9CFDA10A397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4ADBE5BF-6476-4B13-AF5B-D8F8D9E019D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누가 읽어도 입력과 완료 조건을 설명할 수 있나요?</a:t>
            </a:r>
          </a:p>
        </p:txBody>
      </p:sp>
      <p:sp>
        <p:nvSpPr>
          <p:cNvPr id="4" name="">
            <a:extLst xmlns:a="http://schemas.openxmlformats.org/drawingml/2006/main">
              <a:ext uri="{FF2B5EF4-FFF2-40B4-BE49-F238E27FC236}">
                <a16:creationId xmlns:a16="http://schemas.microsoft.com/office/drawing/2014/main" id="{E59B2681-A7ED-406C-B839-F4A3B185361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관련 문서의 값과 ID를 대조합니다.</a:t>
            </a:r>
          </a:p>
        </p:txBody>
      </p:sp>
      <p:sp>
        <p:nvSpPr>
          <p:cNvPr id="5" name="">
            <a:extLst xmlns:a="http://schemas.openxmlformats.org/drawingml/2006/main">
              <a:ext uri="{FF2B5EF4-FFF2-40B4-BE49-F238E27FC236}">
                <a16:creationId xmlns:a16="http://schemas.microsoft.com/office/drawing/2014/main" id="{6AE4CAF8-F0B9-47F2-BAF8-DEEEC63EF89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433902031"/>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191435-2D0E-4EB3-90FC-D7B4A9E7113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CC11468-AABD-4D48-8754-535C363D5B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BC464273-1A1D-4904-B3F5-52387409CAB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범위에서 카메라를 제외했습니다.</a:t>
            </a:r>
          </a:p>
        </p:txBody>
      </p:sp>
      <p:sp>
        <p:nvSpPr>
          <p:cNvPr id="4" name="">
            <a:extLst xmlns:a="http://schemas.openxmlformats.org/drawingml/2006/main">
              <a:ext uri="{FF2B5EF4-FFF2-40B4-BE49-F238E27FC236}">
                <a16:creationId xmlns:a16="http://schemas.microsoft.com/office/drawing/2014/main" id="{60D99610-851B-4A9F-87BD-457FABF94EF9}"/>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예산에는 구매, 시험표에는 실물 PASS가 있습니다.</a:t>
            </a:r>
          </a:p>
        </p:txBody>
      </p:sp>
      <p:sp>
        <p:nvSpPr>
          <p:cNvPr id="5" name="">
            <a:extLst xmlns:a="http://schemas.openxmlformats.org/drawingml/2006/main">
              <a:ext uri="{FF2B5EF4-FFF2-40B4-BE49-F238E27FC236}">
                <a16:creationId xmlns:a16="http://schemas.microsoft.com/office/drawing/2014/main" id="{80A11E08-97A0-42CE-B4F0-68AB3DAB5B2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어디를 왜 고칠까요?</a:t>
            </a:r>
          </a:p>
        </p:txBody>
      </p:sp>
      <p:sp>
        <p:nvSpPr>
          <p:cNvPr id="6" name="">
            <a:extLst xmlns:a="http://schemas.openxmlformats.org/drawingml/2006/main">
              <a:ext uri="{FF2B5EF4-FFF2-40B4-BE49-F238E27FC236}">
                <a16:creationId xmlns:a16="http://schemas.microsoft.com/office/drawing/2014/main" id="{4EDCA848-D7FA-4791-A726-12E4D3F665C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705533910"/>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55B72A-96A6-4F3C-A9D0-661C777F46D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2487632-CD43-4173-A655-F88990F462B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73A95754-2B36-4864-81B1-40F1E922ACF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범위·예산·시험 상태를 함께 갱신합니다.</a:t>
            </a:r>
          </a:p>
        </p:txBody>
      </p:sp>
      <p:sp>
        <p:nvSpPr>
          <p:cNvPr id="4" name="">
            <a:extLst xmlns:a="http://schemas.openxmlformats.org/drawingml/2006/main">
              <a:ext uri="{FF2B5EF4-FFF2-40B4-BE49-F238E27FC236}">
                <a16:creationId xmlns:a16="http://schemas.microsoft.com/office/drawing/2014/main" id="{6EEF3F2D-859C-4E76-8752-F08E67714EE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미실행 실물 시험을 통과로 남기지 않습니다.</a:t>
            </a:r>
          </a:p>
        </p:txBody>
      </p:sp>
      <p:sp>
        <p:nvSpPr>
          <p:cNvPr id="5" name="">
            <a:extLst xmlns:a="http://schemas.openxmlformats.org/drawingml/2006/main">
              <a:ext uri="{FF2B5EF4-FFF2-40B4-BE49-F238E27FC236}">
                <a16:creationId xmlns:a16="http://schemas.microsoft.com/office/drawing/2014/main" id="{49E109F4-FA71-4F85-9349-53E853E9D44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필요 모델과 보유 장비를 확인합니다.</a:t>
            </a:r>
          </a:p>
        </p:txBody>
      </p:sp>
      <p:sp>
        <p:nvSpPr>
          <p:cNvPr id="6" name="">
            <a:extLst xmlns:a="http://schemas.openxmlformats.org/drawingml/2006/main">
              <a:ext uri="{FF2B5EF4-FFF2-40B4-BE49-F238E27FC236}">
                <a16:creationId xmlns:a16="http://schemas.microsoft.com/office/drawing/2014/main" id="{36E7C933-83A8-42BE-9EA3-6BA009C923C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1701740716"/>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E2D67F5-737A-4778-A9EE-4C9EEF3901E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CD5168C-552F-4542-95B6-C5EF11FA74D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D034DCAB-9F4A-454D-8A80-9F48A7D1A11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자동 잠금 요청이 추가되면</a:t>
            </a:r>
          </a:p>
        </p:txBody>
      </p:sp>
      <p:sp>
        <p:nvSpPr>
          <p:cNvPr id="4" name="">
            <a:extLst xmlns:a="http://schemas.openxmlformats.org/drawingml/2006/main">
              <a:ext uri="{FF2B5EF4-FFF2-40B4-BE49-F238E27FC236}">
                <a16:creationId xmlns:a16="http://schemas.microsoft.com/office/drawing/2014/main" id="{57C66AF2-B633-4A9C-8A00-30A222C361C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장비·안전 조건·범위·시험·견적을 재검토합니다.</a:t>
            </a:r>
          </a:p>
        </p:txBody>
      </p:sp>
      <p:sp>
        <p:nvSpPr>
          <p:cNvPr id="5" name="">
            <a:extLst xmlns:a="http://schemas.openxmlformats.org/drawingml/2006/main">
              <a:ext uri="{FF2B5EF4-FFF2-40B4-BE49-F238E27FC236}">
                <a16:creationId xmlns:a16="http://schemas.microsoft.com/office/drawing/2014/main" id="{64A5FF8C-80DD-457C-8E23-EE5BCA9158A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1900435067"/>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4E91FB-644B-4DAE-9B1A-E4A8C041DFA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81385AD-452F-4CC6-BF7B-FD20C8E905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67E6173B-B1DB-4C71-925C-3E0E3A4736F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모르는 조건을 자신 있게 추측하지 않습니다.</a:t>
            </a:r>
          </a:p>
        </p:txBody>
      </p:sp>
      <p:sp>
        <p:nvSpPr>
          <p:cNvPr id="4" name="">
            <a:extLst xmlns:a="http://schemas.openxmlformats.org/drawingml/2006/main">
              <a:ext uri="{FF2B5EF4-FFF2-40B4-BE49-F238E27FC236}">
                <a16:creationId xmlns:a16="http://schemas.microsoft.com/office/drawing/2014/main" id="{2A9942D4-C93A-4CA5-8C0F-CE2683844C0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확인 질문·담당·자료를 적습니다.</a:t>
            </a:r>
          </a:p>
        </p:txBody>
      </p:sp>
      <p:sp>
        <p:nvSpPr>
          <p:cNvPr id="5" name="">
            <a:extLst xmlns:a="http://schemas.openxmlformats.org/drawingml/2006/main">
              <a:ext uri="{FF2B5EF4-FFF2-40B4-BE49-F238E27FC236}">
                <a16:creationId xmlns:a16="http://schemas.microsoft.com/office/drawing/2014/main" id="{E712CDEF-A4F4-43ED-9A5E-76F19781672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1298414001"/>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6787A3B-A7B1-47A5-9777-C7824EFCCE8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6FE89050-1F8E-41DB-A1C8-3BF1BEF9173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EA05068E-2667-48C0-96D2-A4884E3BB40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2분 발표로 문제와 시험을 설명합니다.</a:t>
            </a:r>
          </a:p>
        </p:txBody>
      </p:sp>
      <p:sp>
        <p:nvSpPr>
          <p:cNvPr id="4" name="">
            <a:extLst xmlns:a="http://schemas.openxmlformats.org/drawingml/2006/main">
              <a:ext uri="{FF2B5EF4-FFF2-40B4-BE49-F238E27FC236}">
                <a16:creationId xmlns:a16="http://schemas.microsoft.com/office/drawing/2014/main" id="{DCD7B881-AAA4-4D6E-AEC1-0A4FCA95F80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근거와 미확인을 자기 말로 나눕니다.</a:t>
            </a:r>
          </a:p>
        </p:txBody>
      </p:sp>
      <p:sp>
        <p:nvSpPr>
          <p:cNvPr id="5" name="">
            <a:extLst xmlns:a="http://schemas.openxmlformats.org/drawingml/2006/main">
              <a:ext uri="{FF2B5EF4-FFF2-40B4-BE49-F238E27FC236}">
                <a16:creationId xmlns:a16="http://schemas.microsoft.com/office/drawing/2014/main" id="{714409F1-65FD-479E-84B2-CB5701121D1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889415185"/>
      </p:ext>
    </p:extLst>
  </p:cSld>
</p:sld>
</file>

<file path=ppt/slides/slide10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7110E91-8EAB-4A53-A7EE-F3C4D6DCD40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025B67F-7F65-427E-B9A6-C0020164019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891C397B-1FF7-4F92-82A2-2031B0826E6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CSV 기획에 자동 잠금 추가</a:t>
            </a:r>
          </a:p>
        </p:txBody>
      </p:sp>
      <p:sp>
        <p:nvSpPr>
          <p:cNvPr id="4" name="">
            <a:extLst xmlns:a="http://schemas.openxmlformats.org/drawingml/2006/main">
              <a:ext uri="{FF2B5EF4-FFF2-40B4-BE49-F238E27FC236}">
                <a16:creationId xmlns:a16="http://schemas.microsoft.com/office/drawing/2014/main" id="{57FEA14B-7FC8-4AD5-AB5C-75A22B50938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갱신 문서와 보류 근거를 직접 쓰세요.</a:t>
            </a:r>
          </a:p>
        </p:txBody>
      </p:sp>
      <p:sp>
        <p:nvSpPr>
          <p:cNvPr id="5" name="">
            <a:extLst xmlns:a="http://schemas.openxmlformats.org/drawingml/2006/main">
              <a:ext uri="{FF2B5EF4-FFF2-40B4-BE49-F238E27FC236}">
                <a16:creationId xmlns:a16="http://schemas.microsoft.com/office/drawing/2014/main" id="{9B692611-EEDD-4AAA-A5B0-DAD79D8DF82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100</a:t>
            </a:r>
          </a:p>
        </p:txBody>
      </p:sp>
    </p:spTree>
    <p:extLst>
      <p:ext uri="{BB962C8B-B14F-4D97-AF65-F5344CB8AC3E}">
        <p14:creationId xmlns:p14="http://schemas.microsoft.com/office/powerpoint/2010/main" val="1236900451"/>
      </p:ext>
    </p:extLst>
  </p:cSld>
</p:sld>
</file>

<file path=ppt/slides/slide10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7009E2-FA1B-4B0F-8628-D902B23C3D2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33DE0DE-A3FA-42DB-B290-7ED4AFA197E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제출할 기록과 파일</a:t>
            </a:r>
          </a:p>
        </p:txBody>
      </p:sp>
      <p:sp>
        <p:nvSpPr>
          <p:cNvPr id="3" name="">
            <a:extLst xmlns:a="http://schemas.openxmlformats.org/drawingml/2006/main">
              <a:ext uri="{FF2B5EF4-FFF2-40B4-BE49-F238E27FC236}">
                <a16:creationId xmlns:a16="http://schemas.microsoft.com/office/drawing/2014/main" id="{5CF7BE2C-E8C5-446B-9687-910284DBE27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work의 기록과 수정본을 저장합니다.</a:t>
            </a:r>
          </a:p>
        </p:txBody>
      </p:sp>
      <p:sp>
        <p:nvSpPr>
          <p:cNvPr id="4" name="">
            <a:extLst xmlns:a="http://schemas.openxmlformats.org/drawingml/2006/main">
              <a:ext uri="{FF2B5EF4-FFF2-40B4-BE49-F238E27FC236}">
                <a16:creationId xmlns:a16="http://schemas.microsoft.com/office/drawing/2014/main" id="{8499711C-97A3-4E20-B962-A2459DB267B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입력·설정·결과가 같은 실행인지 확인합니다.</a:t>
            </a:r>
          </a:p>
        </p:txBody>
      </p:sp>
      <p:sp>
        <p:nvSpPr>
          <p:cNvPr id="5" name="">
            <a:extLst xmlns:a="http://schemas.openxmlformats.org/drawingml/2006/main">
              <a:ext uri="{FF2B5EF4-FFF2-40B4-BE49-F238E27FC236}">
                <a16:creationId xmlns:a16="http://schemas.microsoft.com/office/drawing/2014/main" id="{95C9BC37-DED3-47AC-B453-1EC4AEFC240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 방법과 아직 하지 않은 일을 적습니다.</a:t>
            </a:r>
          </a:p>
        </p:txBody>
      </p:sp>
      <p:sp>
        <p:nvSpPr>
          <p:cNvPr id="6" name="">
            <a:extLst xmlns:a="http://schemas.openxmlformats.org/drawingml/2006/main">
              <a:ext uri="{FF2B5EF4-FFF2-40B4-BE49-F238E27FC236}">
                <a16:creationId xmlns:a16="http://schemas.microsoft.com/office/drawing/2014/main" id="{E9922ABE-4281-4F02-917E-876AC572DFC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101</a:t>
            </a:r>
          </a:p>
        </p:txBody>
      </p:sp>
    </p:spTree>
    <p:extLst>
      <p:ext uri="{BB962C8B-B14F-4D97-AF65-F5344CB8AC3E}">
        <p14:creationId xmlns:p14="http://schemas.microsoft.com/office/powerpoint/2010/main" val="173936877"/>
      </p:ext>
    </p:extLst>
  </p:cSld>
</p:sld>
</file>

<file path=ppt/slides/slide10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975AE2-68EC-4094-BDD9-D20DAB94299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691E33C-D92F-472F-A221-8C3CAF46DC7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인수인계 확인 질문</a:t>
            </a:r>
          </a:p>
        </p:txBody>
      </p:sp>
      <p:sp>
        <p:nvSpPr>
          <p:cNvPr id="3" name="">
            <a:extLst xmlns:a="http://schemas.openxmlformats.org/drawingml/2006/main">
              <a:ext uri="{FF2B5EF4-FFF2-40B4-BE49-F238E27FC236}">
                <a16:creationId xmlns:a16="http://schemas.microsoft.com/office/drawing/2014/main" id="{AE7A2B4C-B96F-47DF-8A3B-B6188BB119D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시작 폴더와 실행 명령을 설명합니다.</a:t>
            </a:r>
          </a:p>
        </p:txBody>
      </p:sp>
      <p:sp>
        <p:nvSpPr>
          <p:cNvPr id="4" name="">
            <a:extLst xmlns:a="http://schemas.openxmlformats.org/drawingml/2006/main">
              <a:ext uri="{FF2B5EF4-FFF2-40B4-BE49-F238E27FC236}">
                <a16:creationId xmlns:a16="http://schemas.microsoft.com/office/drawing/2014/main" id="{8D934F45-AC2A-4C8B-A12C-97B94355A5C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결과의 의미와 한계를 말합니다.</a:t>
            </a:r>
          </a:p>
        </p:txBody>
      </p:sp>
      <p:sp>
        <p:nvSpPr>
          <p:cNvPr id="5" name="">
            <a:extLst xmlns:a="http://schemas.openxmlformats.org/drawingml/2006/main">
              <a:ext uri="{FF2B5EF4-FFF2-40B4-BE49-F238E27FC236}">
                <a16:creationId xmlns:a16="http://schemas.microsoft.com/office/drawing/2014/main" id="{93F0746F-A76B-424F-A545-4402D989EE0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막혔던 단계와 다음 확인을 적습니다.</a:t>
            </a:r>
          </a:p>
        </p:txBody>
      </p:sp>
      <p:sp>
        <p:nvSpPr>
          <p:cNvPr id="6" name="">
            <a:extLst xmlns:a="http://schemas.openxmlformats.org/drawingml/2006/main">
              <a:ext uri="{FF2B5EF4-FFF2-40B4-BE49-F238E27FC236}">
                <a16:creationId xmlns:a16="http://schemas.microsoft.com/office/drawing/2014/main" id="{84DEA44F-B5BF-4668-9415-B55330C26C7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102</a:t>
            </a:r>
          </a:p>
        </p:txBody>
      </p:sp>
    </p:spTree>
    <p:extLst>
      <p:ext uri="{BB962C8B-B14F-4D97-AF65-F5344CB8AC3E}">
        <p14:creationId xmlns:p14="http://schemas.microsoft.com/office/powerpoint/2010/main" val="541812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2026-10-05T03:06:49.2850000Z</dcterms:created>
  <dcterms:modified xsi:type="dcterms:W3CDTF">2026-10-05T03:06:49.2850000Z</dcterms:modified>
</coreProperties>
</file>