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9ad8b72f704201" /><Relationship Type="http://schemas.openxmlformats.org/officeDocument/2006/relationships/extended-properties" Target="/docProps/app.xml" Id="R6f3d7d6024e14879" /><Relationship Type="http://schemas.openxmlformats.org/officeDocument/2006/relationships/officeDocument" Target="/ppt/presentation.xml" Id="Rdaf1bb3d3d7343f2" /></Relationships>
</file>

<file path=ppt/presentation.xml><?xml version="1.0" encoding="utf-8"?>
<p:presentation xmlns:p="http://schemas.openxmlformats.org/presentationml/2006/main">
  <p:sldMasterIdLst>
    <p:sldMasterId xmlns:r="http://schemas.openxmlformats.org/officeDocument/2006/relationships" id="2147483648" r:id="Rdcc1689a4be349be"/>
  </p:sldMasterIdLst>
  <p:notesMasterIdLst>
    <p:notesMasterId xmlns:r="http://schemas.openxmlformats.org/officeDocument/2006/relationships" r:id="Rcc2f17317e544257"/>
  </p:notesMasterIdLst>
  <p:sldIdLst>
    <p:sldId xmlns:r="http://schemas.openxmlformats.org/officeDocument/2006/relationships" id="256" r:id="R7033b63d6653445b"/>
    <p:sldId xmlns:r="http://schemas.openxmlformats.org/officeDocument/2006/relationships" id="257" r:id="R79ef4f0bc1ce4875"/>
    <p:sldId xmlns:r="http://schemas.openxmlformats.org/officeDocument/2006/relationships" id="258" r:id="Rc46a06b15d5b4f70"/>
    <p:sldId xmlns:r="http://schemas.openxmlformats.org/officeDocument/2006/relationships" id="259" r:id="R6e67ab982b3a4a4b"/>
    <p:sldId xmlns:r="http://schemas.openxmlformats.org/officeDocument/2006/relationships" id="260" r:id="R5a5bd67293364edf"/>
    <p:sldId xmlns:r="http://schemas.openxmlformats.org/officeDocument/2006/relationships" id="261" r:id="R4e7cbdf9c63045bc"/>
    <p:sldId xmlns:r="http://schemas.openxmlformats.org/officeDocument/2006/relationships" id="262" r:id="R802423e6e1d649fd"/>
    <p:sldId xmlns:r="http://schemas.openxmlformats.org/officeDocument/2006/relationships" id="263" r:id="Rc108ece9a2d44981"/>
    <p:sldId xmlns:r="http://schemas.openxmlformats.org/officeDocument/2006/relationships" id="264" r:id="R6380cc91e9a74ccc"/>
    <p:sldId xmlns:r="http://schemas.openxmlformats.org/officeDocument/2006/relationships" id="265" r:id="R37014bd3f8ca457c"/>
    <p:sldId xmlns:r="http://schemas.openxmlformats.org/officeDocument/2006/relationships" id="266" r:id="R255f7baf7e3f495e"/>
    <p:sldId xmlns:r="http://schemas.openxmlformats.org/officeDocument/2006/relationships" id="267" r:id="R905f657393904955"/>
    <p:sldId xmlns:r="http://schemas.openxmlformats.org/officeDocument/2006/relationships" id="268" r:id="Rdafcf6087a594954"/>
    <p:sldId xmlns:r="http://schemas.openxmlformats.org/officeDocument/2006/relationships" id="269" r:id="R5e68d81d744d48d1"/>
    <p:sldId xmlns:r="http://schemas.openxmlformats.org/officeDocument/2006/relationships" id="270" r:id="R4f688a468e8b4243"/>
    <p:sldId xmlns:r="http://schemas.openxmlformats.org/officeDocument/2006/relationships" id="271" r:id="Re1c78ef4848449e5"/>
    <p:sldId xmlns:r="http://schemas.openxmlformats.org/officeDocument/2006/relationships" id="272" r:id="R30b4431d6e7a49f4"/>
    <p:sldId xmlns:r="http://schemas.openxmlformats.org/officeDocument/2006/relationships" id="273" r:id="R5be289f44e6c45ec"/>
    <p:sldId xmlns:r="http://schemas.openxmlformats.org/officeDocument/2006/relationships" id="274" r:id="R8cbc98e6d4234131"/>
    <p:sldId xmlns:r="http://schemas.openxmlformats.org/officeDocument/2006/relationships" id="275" r:id="Rcf08abddd9894a59"/>
    <p:sldId xmlns:r="http://schemas.openxmlformats.org/officeDocument/2006/relationships" id="276" r:id="R4542b6ca6aa547e7"/>
    <p:sldId xmlns:r="http://schemas.openxmlformats.org/officeDocument/2006/relationships" id="277" r:id="R48130bc0928542e8"/>
    <p:sldId xmlns:r="http://schemas.openxmlformats.org/officeDocument/2006/relationships" id="278" r:id="R3989f39aefde4831"/>
    <p:sldId xmlns:r="http://schemas.openxmlformats.org/officeDocument/2006/relationships" id="279" r:id="R4219395857764133"/>
    <p:sldId xmlns:r="http://schemas.openxmlformats.org/officeDocument/2006/relationships" id="280" r:id="R33307c553a814354"/>
    <p:sldId xmlns:r="http://schemas.openxmlformats.org/officeDocument/2006/relationships" id="281" r:id="R17533da9f27e4046"/>
    <p:sldId xmlns:r="http://schemas.openxmlformats.org/officeDocument/2006/relationships" id="282" r:id="Rbbc6a45b9aca4d43"/>
    <p:sldId xmlns:r="http://schemas.openxmlformats.org/officeDocument/2006/relationships" id="283" r:id="R7ee0722765f84eae"/>
    <p:sldId xmlns:r="http://schemas.openxmlformats.org/officeDocument/2006/relationships" id="284" r:id="R6edf6e76d8394f44"/>
    <p:sldId xmlns:r="http://schemas.openxmlformats.org/officeDocument/2006/relationships" id="285" r:id="R257ff0a556fb4d1e"/>
    <p:sldId xmlns:r="http://schemas.openxmlformats.org/officeDocument/2006/relationships" id="286" r:id="R6a3714da0d8343a6"/>
    <p:sldId xmlns:r="http://schemas.openxmlformats.org/officeDocument/2006/relationships" id="287" r:id="Rf6fa143f1b724862"/>
    <p:sldId xmlns:r="http://schemas.openxmlformats.org/officeDocument/2006/relationships" id="288" r:id="R51f568951f8647a8"/>
    <p:sldId xmlns:r="http://schemas.openxmlformats.org/officeDocument/2006/relationships" id="289" r:id="R62547b4b505c4349"/>
    <p:sldId xmlns:r="http://schemas.openxmlformats.org/officeDocument/2006/relationships" id="290" r:id="Rebab874f959a4385"/>
    <p:sldId xmlns:r="http://schemas.openxmlformats.org/officeDocument/2006/relationships" id="291" r:id="R5e64e097a653406e"/>
    <p:sldId xmlns:r="http://schemas.openxmlformats.org/officeDocument/2006/relationships" id="292" r:id="R5c5f9af885b74f5e"/>
    <p:sldId xmlns:r="http://schemas.openxmlformats.org/officeDocument/2006/relationships" id="293" r:id="R690c7b29c3f54614"/>
    <p:sldId xmlns:r="http://schemas.openxmlformats.org/officeDocument/2006/relationships" id="294" r:id="Rddb561e9c4254e3c"/>
    <p:sldId xmlns:r="http://schemas.openxmlformats.org/officeDocument/2006/relationships" id="295" r:id="R1b0987a9842c4c2c"/>
    <p:sldId xmlns:r="http://schemas.openxmlformats.org/officeDocument/2006/relationships" id="296" r:id="Re85e1a2c79f24fc1"/>
    <p:sldId xmlns:r="http://schemas.openxmlformats.org/officeDocument/2006/relationships" id="297" r:id="R2b4824e58e4e4a90"/>
    <p:sldId xmlns:r="http://schemas.openxmlformats.org/officeDocument/2006/relationships" id="298" r:id="R77eaffdcf3824ed2"/>
    <p:sldId xmlns:r="http://schemas.openxmlformats.org/officeDocument/2006/relationships" id="299" r:id="R84d853393aa64375"/>
    <p:sldId xmlns:r="http://schemas.openxmlformats.org/officeDocument/2006/relationships" id="300" r:id="R0100d0a8d99f4f26"/>
    <p:sldId xmlns:r="http://schemas.openxmlformats.org/officeDocument/2006/relationships" id="301" r:id="Rd01f50bad1934a06"/>
    <p:sldId xmlns:r="http://schemas.openxmlformats.org/officeDocument/2006/relationships" id="302" r:id="R69393ddb419840f5"/>
    <p:sldId xmlns:r="http://schemas.openxmlformats.org/officeDocument/2006/relationships" id="303" r:id="Rf7d64700ec3e4418"/>
    <p:sldId xmlns:r="http://schemas.openxmlformats.org/officeDocument/2006/relationships" id="304" r:id="Red9a214d02de4ae0"/>
    <p:sldId xmlns:r="http://schemas.openxmlformats.org/officeDocument/2006/relationships" id="305" r:id="Rde7716e8a15f415a"/>
    <p:sldId xmlns:r="http://schemas.openxmlformats.org/officeDocument/2006/relationships" id="306" r:id="R8a3e012231294b87"/>
    <p:sldId xmlns:r="http://schemas.openxmlformats.org/officeDocument/2006/relationships" id="307" r:id="R0108a5eef53d48a6"/>
    <p:sldId xmlns:r="http://schemas.openxmlformats.org/officeDocument/2006/relationships" id="308" r:id="R03f9a818b6244d8a"/>
    <p:sldId xmlns:r="http://schemas.openxmlformats.org/officeDocument/2006/relationships" id="309" r:id="R7ebda5169a0f4c7e"/>
    <p:sldId xmlns:r="http://schemas.openxmlformats.org/officeDocument/2006/relationships" id="310" r:id="R7a8e3447db3542f8"/>
    <p:sldId xmlns:r="http://schemas.openxmlformats.org/officeDocument/2006/relationships" id="311" r:id="Re478f782d6514ed9"/>
    <p:sldId xmlns:r="http://schemas.openxmlformats.org/officeDocument/2006/relationships" id="312" r:id="Rcadf8067731b4b8d"/>
    <p:sldId xmlns:r="http://schemas.openxmlformats.org/officeDocument/2006/relationships" id="313" r:id="R29e53bb150ce4753"/>
    <p:sldId xmlns:r="http://schemas.openxmlformats.org/officeDocument/2006/relationships" id="314" r:id="R2a7768ac512b4a61"/>
    <p:sldId xmlns:r="http://schemas.openxmlformats.org/officeDocument/2006/relationships" id="315" r:id="R7e78c41571a24714"/>
    <p:sldId xmlns:r="http://schemas.openxmlformats.org/officeDocument/2006/relationships" id="316" r:id="R229187b2300e461a"/>
    <p:sldId xmlns:r="http://schemas.openxmlformats.org/officeDocument/2006/relationships" id="317" r:id="R9048e228ada9429b"/>
    <p:sldId xmlns:r="http://schemas.openxmlformats.org/officeDocument/2006/relationships" id="318" r:id="R654624504cb74a95"/>
    <p:sldId xmlns:r="http://schemas.openxmlformats.org/officeDocument/2006/relationships" id="319" r:id="Rcd53b812bfb2446d"/>
    <p:sldId xmlns:r="http://schemas.openxmlformats.org/officeDocument/2006/relationships" id="320" r:id="R6279d03b293b49dd"/>
    <p:sldId xmlns:r="http://schemas.openxmlformats.org/officeDocument/2006/relationships" id="321" r:id="Rd7fa076876c64749"/>
    <p:sldId xmlns:r="http://schemas.openxmlformats.org/officeDocument/2006/relationships" id="322" r:id="R62e2247788e94c26"/>
    <p:sldId xmlns:r="http://schemas.openxmlformats.org/officeDocument/2006/relationships" id="323" r:id="R6dd66857dadf4f8d"/>
    <p:sldId xmlns:r="http://schemas.openxmlformats.org/officeDocument/2006/relationships" id="324" r:id="R105b9c6bf0254510"/>
    <p:sldId xmlns:r="http://schemas.openxmlformats.org/officeDocument/2006/relationships" id="325" r:id="Rfb67a9226f11496b"/>
    <p:sldId xmlns:r="http://schemas.openxmlformats.org/officeDocument/2006/relationships" id="326" r:id="R47554dc9eae54df2"/>
    <p:sldId xmlns:r="http://schemas.openxmlformats.org/officeDocument/2006/relationships" id="327" r:id="R843901759ff74240"/>
    <p:sldId xmlns:r="http://schemas.openxmlformats.org/officeDocument/2006/relationships" id="328" r:id="Rcba750a236d04a65"/>
    <p:sldId xmlns:r="http://schemas.openxmlformats.org/officeDocument/2006/relationships" id="329" r:id="R7f5bc928a2ed4549"/>
    <p:sldId xmlns:r="http://schemas.openxmlformats.org/officeDocument/2006/relationships" id="330" r:id="Rb2a38b1a4ce24e1f"/>
    <p:sldId xmlns:r="http://schemas.openxmlformats.org/officeDocument/2006/relationships" id="331" r:id="Rcc427bfa4c5e4100"/>
    <p:sldId xmlns:r="http://schemas.openxmlformats.org/officeDocument/2006/relationships" id="332" r:id="R0b26420a55984804"/>
    <p:sldId xmlns:r="http://schemas.openxmlformats.org/officeDocument/2006/relationships" id="333" r:id="R1af05db4edc842a0"/>
    <p:sldId xmlns:r="http://schemas.openxmlformats.org/officeDocument/2006/relationships" id="334" r:id="R475609007fbd4242"/>
    <p:sldId xmlns:r="http://schemas.openxmlformats.org/officeDocument/2006/relationships" id="335" r:id="Rcae670ec22af443d"/>
    <p:sldId xmlns:r="http://schemas.openxmlformats.org/officeDocument/2006/relationships" id="336" r:id="Rde5296e478ab4210"/>
    <p:sldId xmlns:r="http://schemas.openxmlformats.org/officeDocument/2006/relationships" id="337" r:id="R806801665d364a99"/>
    <p:sldId xmlns:r="http://schemas.openxmlformats.org/officeDocument/2006/relationships" id="338" r:id="Rc6bd46b6ec674c38"/>
    <p:sldId xmlns:r="http://schemas.openxmlformats.org/officeDocument/2006/relationships" id="339" r:id="Rd97d9fbbf72c44f9"/>
    <p:sldId xmlns:r="http://schemas.openxmlformats.org/officeDocument/2006/relationships" id="340" r:id="Rea41e7302d964a80"/>
    <p:sldId xmlns:r="http://schemas.openxmlformats.org/officeDocument/2006/relationships" id="341" r:id="R641e22c2d2124704"/>
    <p:sldId xmlns:r="http://schemas.openxmlformats.org/officeDocument/2006/relationships" id="342" r:id="R06de69f2b0fe428b"/>
    <p:sldId xmlns:r="http://schemas.openxmlformats.org/officeDocument/2006/relationships" id="343" r:id="R911938b88cd64177"/>
    <p:sldId xmlns:r="http://schemas.openxmlformats.org/officeDocument/2006/relationships" id="344" r:id="R0f2ec1935f7c4c6f"/>
    <p:sldId xmlns:r="http://schemas.openxmlformats.org/officeDocument/2006/relationships" id="345" r:id="Rba356f6195e44e56"/>
    <p:sldId xmlns:r="http://schemas.openxmlformats.org/officeDocument/2006/relationships" id="346" r:id="R189f1805763e4eca"/>
    <p:sldId xmlns:r="http://schemas.openxmlformats.org/officeDocument/2006/relationships" id="347" r:id="R90cee68be89f4666"/>
    <p:sldId xmlns:r="http://schemas.openxmlformats.org/officeDocument/2006/relationships" id="348" r:id="R09de0a8235d949da"/>
    <p:sldId xmlns:r="http://schemas.openxmlformats.org/officeDocument/2006/relationships" id="349" r:id="R290d24b9f8e5454a"/>
    <p:sldId xmlns:r="http://schemas.openxmlformats.org/officeDocument/2006/relationships" id="350" r:id="R8d7be2dfcf2347cf"/>
    <p:sldId xmlns:r="http://schemas.openxmlformats.org/officeDocument/2006/relationships" id="351" r:id="Rd68683b53d484a0e"/>
    <p:sldId xmlns:r="http://schemas.openxmlformats.org/officeDocument/2006/relationships" id="352" r:id="R2c2a80b3051e4e5f"/>
    <p:sldId xmlns:r="http://schemas.openxmlformats.org/officeDocument/2006/relationships" id="353" r:id="R69a69c2d0bd14de2"/>
    <p:sldId xmlns:r="http://schemas.openxmlformats.org/officeDocument/2006/relationships" id="354" r:id="Rbeb95978aa7d4d28"/>
    <p:sldId xmlns:r="http://schemas.openxmlformats.org/officeDocument/2006/relationships" id="355" r:id="Rc68bff55b2494cf3"/>
    <p:sldId xmlns:r="http://schemas.openxmlformats.org/officeDocument/2006/relationships" id="356" r:id="R0606ad18e9ca442d"/>
    <p:sldId xmlns:r="http://schemas.openxmlformats.org/officeDocument/2006/relationships" id="357" r:id="R8374bb44521b42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9d2d67d78d94600" /><Relationship Type="http://schemas.openxmlformats.org/officeDocument/2006/relationships/slideMaster" Target="/ppt/slideMasters/slideMaster1.xml" Id="Rdcc1689a4be349be" /><Relationship Type="http://schemas.openxmlformats.org/officeDocument/2006/relationships/notesMaster" Target="/ppt/notesMasters/notesMaster1.xml" Id="Rcc2f17317e544257" /><Relationship Type="http://schemas.openxmlformats.org/officeDocument/2006/relationships/presProps" Target="/ppt/presProps.xml" Id="R4eae0e20522b4934" /><Relationship Type="http://schemas.openxmlformats.org/officeDocument/2006/relationships/tableStyles" Target="/ppt/tableStyles.xml" Id="Rbf65bd07ba1140f7" /><Relationship Type="http://schemas.openxmlformats.org/officeDocument/2006/relationships/slide" Target="/ppt/slides/slide1.xml" Id="R7033b63d6653445b" /><Relationship Type="http://schemas.openxmlformats.org/officeDocument/2006/relationships/slide" Target="/ppt/slides/slide2.xml" Id="R79ef4f0bc1ce4875" /><Relationship Type="http://schemas.openxmlformats.org/officeDocument/2006/relationships/slide" Target="/ppt/slides/slide3.xml" Id="Rc46a06b15d5b4f70" /><Relationship Type="http://schemas.openxmlformats.org/officeDocument/2006/relationships/slide" Target="/ppt/slides/slide4.xml" Id="R6e67ab982b3a4a4b" /><Relationship Type="http://schemas.openxmlformats.org/officeDocument/2006/relationships/slide" Target="/ppt/slides/slide5.xml" Id="R5a5bd67293364edf" /><Relationship Type="http://schemas.openxmlformats.org/officeDocument/2006/relationships/slide" Target="/ppt/slides/slide6.xml" Id="R4e7cbdf9c63045bc" /><Relationship Type="http://schemas.openxmlformats.org/officeDocument/2006/relationships/slide" Target="/ppt/slides/slide7.xml" Id="R802423e6e1d649fd" /><Relationship Type="http://schemas.openxmlformats.org/officeDocument/2006/relationships/slide" Target="/ppt/slides/slide8.xml" Id="Rc108ece9a2d44981" /><Relationship Type="http://schemas.openxmlformats.org/officeDocument/2006/relationships/slide" Target="/ppt/slides/slide9.xml" Id="R6380cc91e9a74ccc" /><Relationship Type="http://schemas.openxmlformats.org/officeDocument/2006/relationships/slide" Target="/ppt/slides/slide10.xml" Id="R37014bd3f8ca457c" /><Relationship Type="http://schemas.openxmlformats.org/officeDocument/2006/relationships/slide" Target="/ppt/slides/slide11.xml" Id="R255f7baf7e3f495e" /><Relationship Type="http://schemas.openxmlformats.org/officeDocument/2006/relationships/slide" Target="/ppt/slides/slide12.xml" Id="R905f657393904955" /><Relationship Type="http://schemas.openxmlformats.org/officeDocument/2006/relationships/slide" Target="/ppt/slides/slide13.xml" Id="Rdafcf6087a594954" /><Relationship Type="http://schemas.openxmlformats.org/officeDocument/2006/relationships/slide" Target="/ppt/slides/slide14.xml" Id="R5e68d81d744d48d1" /><Relationship Type="http://schemas.openxmlformats.org/officeDocument/2006/relationships/slide" Target="/ppt/slides/slide15.xml" Id="R4f688a468e8b4243" /><Relationship Type="http://schemas.openxmlformats.org/officeDocument/2006/relationships/slide" Target="/ppt/slides/slide16.xml" Id="Re1c78ef4848449e5" /><Relationship Type="http://schemas.openxmlformats.org/officeDocument/2006/relationships/slide" Target="/ppt/slides/slide17.xml" Id="R30b4431d6e7a49f4" /><Relationship Type="http://schemas.openxmlformats.org/officeDocument/2006/relationships/slide" Target="/ppt/slides/slide18.xml" Id="R5be289f44e6c45ec" /><Relationship Type="http://schemas.openxmlformats.org/officeDocument/2006/relationships/slide" Target="/ppt/slides/slide19.xml" Id="R8cbc98e6d4234131" /><Relationship Type="http://schemas.openxmlformats.org/officeDocument/2006/relationships/slide" Target="/ppt/slides/slide20.xml" Id="Rcf08abddd9894a59" /><Relationship Type="http://schemas.openxmlformats.org/officeDocument/2006/relationships/slide" Target="/ppt/slides/slide21.xml" Id="R4542b6ca6aa547e7" /><Relationship Type="http://schemas.openxmlformats.org/officeDocument/2006/relationships/slide" Target="/ppt/slides/slide22.xml" Id="R48130bc0928542e8" /><Relationship Type="http://schemas.openxmlformats.org/officeDocument/2006/relationships/slide" Target="/ppt/slides/slide23.xml" Id="R3989f39aefde4831" /><Relationship Type="http://schemas.openxmlformats.org/officeDocument/2006/relationships/slide" Target="/ppt/slides/slide24.xml" Id="R4219395857764133" /><Relationship Type="http://schemas.openxmlformats.org/officeDocument/2006/relationships/slide" Target="/ppt/slides/slide25.xml" Id="R33307c553a814354" /><Relationship Type="http://schemas.openxmlformats.org/officeDocument/2006/relationships/slide" Target="/ppt/slides/slide26.xml" Id="R17533da9f27e4046" /><Relationship Type="http://schemas.openxmlformats.org/officeDocument/2006/relationships/slide" Target="/ppt/slides/slide27.xml" Id="Rbbc6a45b9aca4d43" /><Relationship Type="http://schemas.openxmlformats.org/officeDocument/2006/relationships/slide" Target="/ppt/slides/slide28.xml" Id="R7ee0722765f84eae" /><Relationship Type="http://schemas.openxmlformats.org/officeDocument/2006/relationships/slide" Target="/ppt/slides/slide29.xml" Id="R6edf6e76d8394f44" /><Relationship Type="http://schemas.openxmlformats.org/officeDocument/2006/relationships/slide" Target="/ppt/slides/slide30.xml" Id="R257ff0a556fb4d1e" /><Relationship Type="http://schemas.openxmlformats.org/officeDocument/2006/relationships/slide" Target="/ppt/slides/slide31.xml" Id="R6a3714da0d8343a6" /><Relationship Type="http://schemas.openxmlformats.org/officeDocument/2006/relationships/slide" Target="/ppt/slides/slide32.xml" Id="Rf6fa143f1b724862" /><Relationship Type="http://schemas.openxmlformats.org/officeDocument/2006/relationships/slide" Target="/ppt/slides/slide33.xml" Id="R51f568951f8647a8" /><Relationship Type="http://schemas.openxmlformats.org/officeDocument/2006/relationships/slide" Target="/ppt/slides/slide34.xml" Id="R62547b4b505c4349" /><Relationship Type="http://schemas.openxmlformats.org/officeDocument/2006/relationships/slide" Target="/ppt/slides/slide35.xml" Id="Rebab874f959a4385" /><Relationship Type="http://schemas.openxmlformats.org/officeDocument/2006/relationships/slide" Target="/ppt/slides/slide36.xml" Id="R5e64e097a653406e" /><Relationship Type="http://schemas.openxmlformats.org/officeDocument/2006/relationships/slide" Target="/ppt/slides/slide37.xml" Id="R5c5f9af885b74f5e" /><Relationship Type="http://schemas.openxmlformats.org/officeDocument/2006/relationships/slide" Target="/ppt/slides/slide38.xml" Id="R690c7b29c3f54614" /><Relationship Type="http://schemas.openxmlformats.org/officeDocument/2006/relationships/slide" Target="/ppt/slides/slide39.xml" Id="Rddb561e9c4254e3c" /><Relationship Type="http://schemas.openxmlformats.org/officeDocument/2006/relationships/slide" Target="/ppt/slides/slide40.xml" Id="R1b0987a9842c4c2c" /><Relationship Type="http://schemas.openxmlformats.org/officeDocument/2006/relationships/slide" Target="/ppt/slides/slide41.xml" Id="Re85e1a2c79f24fc1" /><Relationship Type="http://schemas.openxmlformats.org/officeDocument/2006/relationships/slide" Target="/ppt/slides/slide42.xml" Id="R2b4824e58e4e4a90" /><Relationship Type="http://schemas.openxmlformats.org/officeDocument/2006/relationships/slide" Target="/ppt/slides/slide43.xml" Id="R77eaffdcf3824ed2" /><Relationship Type="http://schemas.openxmlformats.org/officeDocument/2006/relationships/slide" Target="/ppt/slides/slide44.xml" Id="R84d853393aa64375" /><Relationship Type="http://schemas.openxmlformats.org/officeDocument/2006/relationships/slide" Target="/ppt/slides/slide45.xml" Id="R0100d0a8d99f4f26" /><Relationship Type="http://schemas.openxmlformats.org/officeDocument/2006/relationships/slide" Target="/ppt/slides/slide46.xml" Id="Rd01f50bad1934a06" /><Relationship Type="http://schemas.openxmlformats.org/officeDocument/2006/relationships/slide" Target="/ppt/slides/slide47.xml" Id="R69393ddb419840f5" /><Relationship Type="http://schemas.openxmlformats.org/officeDocument/2006/relationships/slide" Target="/ppt/slides/slide48.xml" Id="Rf7d64700ec3e4418" /><Relationship Type="http://schemas.openxmlformats.org/officeDocument/2006/relationships/slide" Target="/ppt/slides/slide49.xml" Id="Red9a214d02de4ae0" /><Relationship Type="http://schemas.openxmlformats.org/officeDocument/2006/relationships/slide" Target="/ppt/slides/slide50.xml" Id="Rde7716e8a15f415a" /><Relationship Type="http://schemas.openxmlformats.org/officeDocument/2006/relationships/slide" Target="/ppt/slides/slide51.xml" Id="R8a3e012231294b87" /><Relationship Type="http://schemas.openxmlformats.org/officeDocument/2006/relationships/slide" Target="/ppt/slides/slide52.xml" Id="R0108a5eef53d48a6" /><Relationship Type="http://schemas.openxmlformats.org/officeDocument/2006/relationships/slide" Target="/ppt/slides/slide53.xml" Id="R03f9a818b6244d8a" /><Relationship Type="http://schemas.openxmlformats.org/officeDocument/2006/relationships/slide" Target="/ppt/slides/slide54.xml" Id="R7ebda5169a0f4c7e" /><Relationship Type="http://schemas.openxmlformats.org/officeDocument/2006/relationships/slide" Target="/ppt/slides/slide55.xml" Id="R7a8e3447db3542f8" /><Relationship Type="http://schemas.openxmlformats.org/officeDocument/2006/relationships/slide" Target="/ppt/slides/slide56.xml" Id="Re478f782d6514ed9" /><Relationship Type="http://schemas.openxmlformats.org/officeDocument/2006/relationships/slide" Target="/ppt/slides/slide57.xml" Id="Rcadf8067731b4b8d" /><Relationship Type="http://schemas.openxmlformats.org/officeDocument/2006/relationships/slide" Target="/ppt/slides/slide58.xml" Id="R29e53bb150ce4753" /><Relationship Type="http://schemas.openxmlformats.org/officeDocument/2006/relationships/slide" Target="/ppt/slides/slide59.xml" Id="R2a7768ac512b4a61" /><Relationship Type="http://schemas.openxmlformats.org/officeDocument/2006/relationships/slide" Target="/ppt/slides/slide60.xml" Id="R7e78c41571a24714" /><Relationship Type="http://schemas.openxmlformats.org/officeDocument/2006/relationships/slide" Target="/ppt/slides/slide61.xml" Id="R229187b2300e461a" /><Relationship Type="http://schemas.openxmlformats.org/officeDocument/2006/relationships/slide" Target="/ppt/slides/slide62.xml" Id="R9048e228ada9429b" /><Relationship Type="http://schemas.openxmlformats.org/officeDocument/2006/relationships/slide" Target="/ppt/slides/slide63.xml" Id="R654624504cb74a95" /><Relationship Type="http://schemas.openxmlformats.org/officeDocument/2006/relationships/slide" Target="/ppt/slides/slide64.xml" Id="Rcd53b812bfb2446d" /><Relationship Type="http://schemas.openxmlformats.org/officeDocument/2006/relationships/slide" Target="/ppt/slides/slide65.xml" Id="R6279d03b293b49dd" /><Relationship Type="http://schemas.openxmlformats.org/officeDocument/2006/relationships/slide" Target="/ppt/slides/slide66.xml" Id="Rd7fa076876c64749" /><Relationship Type="http://schemas.openxmlformats.org/officeDocument/2006/relationships/slide" Target="/ppt/slides/slide67.xml" Id="R62e2247788e94c26" /><Relationship Type="http://schemas.openxmlformats.org/officeDocument/2006/relationships/slide" Target="/ppt/slides/slide68.xml" Id="R6dd66857dadf4f8d" /><Relationship Type="http://schemas.openxmlformats.org/officeDocument/2006/relationships/slide" Target="/ppt/slides/slide69.xml" Id="R105b9c6bf0254510" /><Relationship Type="http://schemas.openxmlformats.org/officeDocument/2006/relationships/slide" Target="/ppt/slides/slide70.xml" Id="Rfb67a9226f11496b" /><Relationship Type="http://schemas.openxmlformats.org/officeDocument/2006/relationships/slide" Target="/ppt/slides/slide71.xml" Id="R47554dc9eae54df2" /><Relationship Type="http://schemas.openxmlformats.org/officeDocument/2006/relationships/slide" Target="/ppt/slides/slide72.xml" Id="R843901759ff74240" /><Relationship Type="http://schemas.openxmlformats.org/officeDocument/2006/relationships/slide" Target="/ppt/slides/slide73.xml" Id="Rcba750a236d04a65" /><Relationship Type="http://schemas.openxmlformats.org/officeDocument/2006/relationships/slide" Target="/ppt/slides/slide74.xml" Id="R7f5bc928a2ed4549" /><Relationship Type="http://schemas.openxmlformats.org/officeDocument/2006/relationships/slide" Target="/ppt/slides/slide75.xml" Id="Rb2a38b1a4ce24e1f" /><Relationship Type="http://schemas.openxmlformats.org/officeDocument/2006/relationships/slide" Target="/ppt/slides/slide76.xml" Id="Rcc427bfa4c5e4100" /><Relationship Type="http://schemas.openxmlformats.org/officeDocument/2006/relationships/slide" Target="/ppt/slides/slide77.xml" Id="R0b26420a55984804" /><Relationship Type="http://schemas.openxmlformats.org/officeDocument/2006/relationships/slide" Target="/ppt/slides/slide78.xml" Id="R1af05db4edc842a0" /><Relationship Type="http://schemas.openxmlformats.org/officeDocument/2006/relationships/slide" Target="/ppt/slides/slide79.xml" Id="R475609007fbd4242" /><Relationship Type="http://schemas.openxmlformats.org/officeDocument/2006/relationships/slide" Target="/ppt/slides/slide80.xml" Id="Rcae670ec22af443d" /><Relationship Type="http://schemas.openxmlformats.org/officeDocument/2006/relationships/slide" Target="/ppt/slides/slide81.xml" Id="Rde5296e478ab4210" /><Relationship Type="http://schemas.openxmlformats.org/officeDocument/2006/relationships/slide" Target="/ppt/slides/slide82.xml" Id="R806801665d364a99" /><Relationship Type="http://schemas.openxmlformats.org/officeDocument/2006/relationships/slide" Target="/ppt/slides/slide83.xml" Id="Rc6bd46b6ec674c38" /><Relationship Type="http://schemas.openxmlformats.org/officeDocument/2006/relationships/slide" Target="/ppt/slides/slide84.xml" Id="Rd97d9fbbf72c44f9" /><Relationship Type="http://schemas.openxmlformats.org/officeDocument/2006/relationships/slide" Target="/ppt/slides/slide85.xml" Id="Rea41e7302d964a80" /><Relationship Type="http://schemas.openxmlformats.org/officeDocument/2006/relationships/slide" Target="/ppt/slides/slide86.xml" Id="R641e22c2d2124704" /><Relationship Type="http://schemas.openxmlformats.org/officeDocument/2006/relationships/slide" Target="/ppt/slides/slide87.xml" Id="R06de69f2b0fe428b" /><Relationship Type="http://schemas.openxmlformats.org/officeDocument/2006/relationships/slide" Target="/ppt/slides/slide88.xml" Id="R911938b88cd64177" /><Relationship Type="http://schemas.openxmlformats.org/officeDocument/2006/relationships/slide" Target="/ppt/slides/slide89.xml" Id="R0f2ec1935f7c4c6f" /><Relationship Type="http://schemas.openxmlformats.org/officeDocument/2006/relationships/slide" Target="/ppt/slides/slide90.xml" Id="Rba356f6195e44e56" /><Relationship Type="http://schemas.openxmlformats.org/officeDocument/2006/relationships/slide" Target="/ppt/slides/slide91.xml" Id="R189f1805763e4eca" /><Relationship Type="http://schemas.openxmlformats.org/officeDocument/2006/relationships/slide" Target="/ppt/slides/slide92.xml" Id="R90cee68be89f4666" /><Relationship Type="http://schemas.openxmlformats.org/officeDocument/2006/relationships/slide" Target="/ppt/slides/slide93.xml" Id="R09de0a8235d949da" /><Relationship Type="http://schemas.openxmlformats.org/officeDocument/2006/relationships/slide" Target="/ppt/slides/slide94.xml" Id="R290d24b9f8e5454a" /><Relationship Type="http://schemas.openxmlformats.org/officeDocument/2006/relationships/slide" Target="/ppt/slides/slide95.xml" Id="R8d7be2dfcf2347cf" /><Relationship Type="http://schemas.openxmlformats.org/officeDocument/2006/relationships/slide" Target="/ppt/slides/slide96.xml" Id="Rd68683b53d484a0e" /><Relationship Type="http://schemas.openxmlformats.org/officeDocument/2006/relationships/slide" Target="/ppt/slides/slide97.xml" Id="R2c2a80b3051e4e5f" /><Relationship Type="http://schemas.openxmlformats.org/officeDocument/2006/relationships/slide" Target="/ppt/slides/slide98.xml" Id="R69a69c2d0bd14de2" /><Relationship Type="http://schemas.openxmlformats.org/officeDocument/2006/relationships/slide" Target="/ppt/slides/slide99.xml" Id="Rbeb95978aa7d4d28" /><Relationship Type="http://schemas.openxmlformats.org/officeDocument/2006/relationships/slide" Target="/ppt/slides/slide100.xml" Id="Rc68bff55b2494cf3" /><Relationship Type="http://schemas.openxmlformats.org/officeDocument/2006/relationships/slide" Target="/ppt/slides/slide101.xml" Id="R0606ad18e9ca442d" /><Relationship Type="http://schemas.openxmlformats.org/officeDocument/2006/relationships/slide" Target="/ppt/slides/slide102.xml" Id="R8374bb44521b42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86342f67834f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22a296c4c34e7a" /><Relationship Type="http://schemas.openxmlformats.org/officeDocument/2006/relationships/notesMaster" Target="/ppt/notesMasters/notesMaster1.xml" Id="Rbcd5f299ad4f4d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29de55543447e2" /><Relationship Type="http://schemas.openxmlformats.org/officeDocument/2006/relationships/notesMaster" Target="/ppt/notesMasters/notesMaster1.xml" Id="R5b6be9e96d094b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6528d266724164" /><Relationship Type="http://schemas.openxmlformats.org/officeDocument/2006/relationships/notesMaster" Target="/ppt/notesMasters/notesMaster1.xml" Id="Ref4d6f99ea0a4a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c626eb3665462f" /><Relationship Type="http://schemas.openxmlformats.org/officeDocument/2006/relationships/notesMaster" Target="/ppt/notesMasters/notesMaster1.xml" Id="Rf33cba9d9634410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734ab88e6245c3" /><Relationship Type="http://schemas.openxmlformats.org/officeDocument/2006/relationships/notesMaster" Target="/ppt/notesMasters/notesMaster1.xml" Id="Rdae431a2708a45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4c0d88014b457e" /><Relationship Type="http://schemas.openxmlformats.org/officeDocument/2006/relationships/notesMaster" Target="/ppt/notesMasters/notesMaster1.xml" Id="R133f62abea404f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2af45966ca4cb6" /><Relationship Type="http://schemas.openxmlformats.org/officeDocument/2006/relationships/notesMaster" Target="/ppt/notesMasters/notesMaster1.xml" Id="R2aafa7e4ce5341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4c26b83ff347f2" /><Relationship Type="http://schemas.openxmlformats.org/officeDocument/2006/relationships/notesMaster" Target="/ppt/notesMasters/notesMaster1.xml" Id="R730a9ef97fc542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653f81be1d54523" /><Relationship Type="http://schemas.openxmlformats.org/officeDocument/2006/relationships/notesMaster" Target="/ppt/notesMasters/notesMaster1.xml" Id="R240e3bfe252f441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510b7bb8e449a8" /><Relationship Type="http://schemas.openxmlformats.org/officeDocument/2006/relationships/notesMaster" Target="/ppt/notesMasters/notesMaster1.xml" Id="Rba5d61e536e147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c7de795db584fa2" /><Relationship Type="http://schemas.openxmlformats.org/officeDocument/2006/relationships/notesMaster" Target="/ppt/notesMasters/notesMaster1.xml" Id="R4c08de47a6a643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d4d3b5a6a9a45a7" /><Relationship Type="http://schemas.openxmlformats.org/officeDocument/2006/relationships/notesMaster" Target="/ppt/notesMasters/notesMaster1.xml" Id="R4f80cda7815b4c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b282ccc90fd4d06" /><Relationship Type="http://schemas.openxmlformats.org/officeDocument/2006/relationships/notesMaster" Target="/ppt/notesMasters/notesMaster1.xml" Id="Ra609935cebbc448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3853c06ba314b69" /><Relationship Type="http://schemas.openxmlformats.org/officeDocument/2006/relationships/notesMaster" Target="/ppt/notesMasters/notesMaster1.xml" Id="R511df05df71546a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0793c509df4439b" /><Relationship Type="http://schemas.openxmlformats.org/officeDocument/2006/relationships/notesMaster" Target="/ppt/notesMasters/notesMaster1.xml" Id="Rf870ad135f484c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b304cf0239b479b" /><Relationship Type="http://schemas.openxmlformats.org/officeDocument/2006/relationships/notesMaster" Target="/ppt/notesMasters/notesMaster1.xml" Id="R38716798cba749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ef01834e8184f40" /><Relationship Type="http://schemas.openxmlformats.org/officeDocument/2006/relationships/notesMaster" Target="/ppt/notesMasters/notesMaster1.xml" Id="R1c1198f0ae25491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0347fe859344a91" /><Relationship Type="http://schemas.openxmlformats.org/officeDocument/2006/relationships/notesMaster" Target="/ppt/notesMasters/notesMaster1.xml" Id="R3d57b415ea404b6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042054c596d4e5f" /><Relationship Type="http://schemas.openxmlformats.org/officeDocument/2006/relationships/notesMaster" Target="/ppt/notesMasters/notesMaster1.xml" Id="R9f88ef6233824bb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503565788724a15" /><Relationship Type="http://schemas.openxmlformats.org/officeDocument/2006/relationships/notesMaster" Target="/ppt/notesMasters/notesMaster1.xml" Id="R67d344beba1646b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c22579a05544b12" /><Relationship Type="http://schemas.openxmlformats.org/officeDocument/2006/relationships/notesMaster" Target="/ppt/notesMasters/notesMaster1.xml" Id="R3580155c785a46b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537d5ffdddf44fd" /><Relationship Type="http://schemas.openxmlformats.org/officeDocument/2006/relationships/notesMaster" Target="/ppt/notesMasters/notesMaster1.xml" Id="R330ab8153cf9445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d4091583a554476" /><Relationship Type="http://schemas.openxmlformats.org/officeDocument/2006/relationships/notesMaster" Target="/ppt/notesMasters/notesMaster1.xml" Id="Ra4f96f1d48f647c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aa4794d828b4a09" /><Relationship Type="http://schemas.openxmlformats.org/officeDocument/2006/relationships/notesMaster" Target="/ppt/notesMasters/notesMaster1.xml" Id="R8a497885a7a94cd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8eb29a9783c4a70" /><Relationship Type="http://schemas.openxmlformats.org/officeDocument/2006/relationships/notesMaster" Target="/ppt/notesMasters/notesMaster1.xml" Id="R3d96d0df74b8402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a531920f8484c43" /><Relationship Type="http://schemas.openxmlformats.org/officeDocument/2006/relationships/notesMaster" Target="/ppt/notesMasters/notesMaster1.xml" Id="R74387483f86b4cf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96ac9a41ca94bd4" /><Relationship Type="http://schemas.openxmlformats.org/officeDocument/2006/relationships/notesMaster" Target="/ppt/notesMasters/notesMaster1.xml" Id="Rebbdcc65312d460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b9a701033bc488a" /><Relationship Type="http://schemas.openxmlformats.org/officeDocument/2006/relationships/notesMaster" Target="/ppt/notesMasters/notesMaster1.xml" Id="R6475c38fc4204aa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e990768660f4aed" /><Relationship Type="http://schemas.openxmlformats.org/officeDocument/2006/relationships/notesMaster" Target="/ppt/notesMasters/notesMaster1.xml" Id="Rc2da04ea06374c8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2678d5658aa4cd1" /><Relationship Type="http://schemas.openxmlformats.org/officeDocument/2006/relationships/notesMaster" Target="/ppt/notesMasters/notesMaster1.xml" Id="R8ed500ec9609473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b30f35484f44896" /><Relationship Type="http://schemas.openxmlformats.org/officeDocument/2006/relationships/notesMaster" Target="/ppt/notesMasters/notesMaster1.xml" Id="R8a9f346d4dbd4c2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e1ed55688b8446c" /><Relationship Type="http://schemas.openxmlformats.org/officeDocument/2006/relationships/notesMaster" Target="/ppt/notesMasters/notesMaster1.xml" Id="R12fb70acf06f49e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00dab255f3b4f52" /><Relationship Type="http://schemas.openxmlformats.org/officeDocument/2006/relationships/notesMaster" Target="/ppt/notesMasters/notesMaster1.xml" Id="Rf14b858746af419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4d4eb5745154f51" /><Relationship Type="http://schemas.openxmlformats.org/officeDocument/2006/relationships/notesMaster" Target="/ppt/notesMasters/notesMaster1.xml" Id="Ra3bb7dd31e46478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9b0ed38a0f241c5" /><Relationship Type="http://schemas.openxmlformats.org/officeDocument/2006/relationships/notesMaster" Target="/ppt/notesMasters/notesMaster1.xml" Id="R86fc65f5c8b5476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87a5b387f9a4e72" /><Relationship Type="http://schemas.openxmlformats.org/officeDocument/2006/relationships/notesMaster" Target="/ppt/notesMasters/notesMaster1.xml" Id="R20a6b752a098484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9383edaf98a40da" /><Relationship Type="http://schemas.openxmlformats.org/officeDocument/2006/relationships/notesMaster" Target="/ppt/notesMasters/notesMaster1.xml" Id="Rb972baa3e4204fe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34b42ed44394f57" /><Relationship Type="http://schemas.openxmlformats.org/officeDocument/2006/relationships/notesMaster" Target="/ppt/notesMasters/notesMaster1.xml" Id="R9ff85d582ed4468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62ba08403634dba" /><Relationship Type="http://schemas.openxmlformats.org/officeDocument/2006/relationships/notesMaster" Target="/ppt/notesMasters/notesMaster1.xml" Id="Rf8a71f8b9585455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aab27052fe24b1a" /><Relationship Type="http://schemas.openxmlformats.org/officeDocument/2006/relationships/notesMaster" Target="/ppt/notesMasters/notesMaster1.xml" Id="R565d5ef5cbd5473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c0638990cc84bc4" /><Relationship Type="http://schemas.openxmlformats.org/officeDocument/2006/relationships/notesMaster" Target="/ppt/notesMasters/notesMaster1.xml" Id="R1c077e1f779e4b4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58c630d7ed54676" /><Relationship Type="http://schemas.openxmlformats.org/officeDocument/2006/relationships/notesMaster" Target="/ppt/notesMasters/notesMaster1.xml" Id="Rfe8d247ed333464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15ed7df2a024828" /><Relationship Type="http://schemas.openxmlformats.org/officeDocument/2006/relationships/notesMaster" Target="/ppt/notesMasters/notesMaster1.xml" Id="R7790cc9435dc43c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0ae84860c3d4587" /><Relationship Type="http://schemas.openxmlformats.org/officeDocument/2006/relationships/notesMaster" Target="/ppt/notesMasters/notesMaster1.xml" Id="Rf7dfa4ab3d6f41c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10163f52d4645cb" /><Relationship Type="http://schemas.openxmlformats.org/officeDocument/2006/relationships/notesMaster" Target="/ppt/notesMasters/notesMaster1.xml" Id="Rea376833de9e465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b0a2f5e27b9439b" /><Relationship Type="http://schemas.openxmlformats.org/officeDocument/2006/relationships/notesMaster" Target="/ppt/notesMasters/notesMaster1.xml" Id="R30a122db74c24b6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0ad7447ad704e58" /><Relationship Type="http://schemas.openxmlformats.org/officeDocument/2006/relationships/notesMaster" Target="/ppt/notesMasters/notesMaster1.xml" Id="R03faf02ba5964db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259a25065204ad3" /><Relationship Type="http://schemas.openxmlformats.org/officeDocument/2006/relationships/notesMaster" Target="/ppt/notesMasters/notesMaster1.xml" Id="R190394652684457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797458c21044c32" /><Relationship Type="http://schemas.openxmlformats.org/officeDocument/2006/relationships/notesMaster" Target="/ppt/notesMasters/notesMaster1.xml" Id="R28f3b5cd28404a4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0f9fb2e53134160" /><Relationship Type="http://schemas.openxmlformats.org/officeDocument/2006/relationships/notesMaster" Target="/ppt/notesMasters/notesMaster1.xml" Id="Rfe03da5c1794487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2ffb8dee1ee489a" /><Relationship Type="http://schemas.openxmlformats.org/officeDocument/2006/relationships/notesMaster" Target="/ppt/notesMasters/notesMaster1.xml" Id="R0eae894d19154aa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a4a8fc501304878" /><Relationship Type="http://schemas.openxmlformats.org/officeDocument/2006/relationships/notesMaster" Target="/ppt/notesMasters/notesMaster1.xml" Id="R3453bb6b5355413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46f5b5625f84003" /><Relationship Type="http://schemas.openxmlformats.org/officeDocument/2006/relationships/notesMaster" Target="/ppt/notesMasters/notesMaster1.xml" Id="R0fac7f29837c4d4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52a4ccb83b149d1" /><Relationship Type="http://schemas.openxmlformats.org/officeDocument/2006/relationships/notesMaster" Target="/ppt/notesMasters/notesMaster1.xml" Id="Raa6be14b27c949a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1537685479541bb" /><Relationship Type="http://schemas.openxmlformats.org/officeDocument/2006/relationships/notesMaster" Target="/ppt/notesMasters/notesMaster1.xml" Id="R0a50f297cf4940a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4a2d7ead90a4c6a" /><Relationship Type="http://schemas.openxmlformats.org/officeDocument/2006/relationships/notesMaster" Target="/ppt/notesMasters/notesMaster1.xml" Id="R83d705580175444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f954563b94745b1" /><Relationship Type="http://schemas.openxmlformats.org/officeDocument/2006/relationships/notesMaster" Target="/ppt/notesMasters/notesMaster1.xml" Id="R93dff67c8f5e4ea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3eea0bf7c964178" /><Relationship Type="http://schemas.openxmlformats.org/officeDocument/2006/relationships/notesMaster" Target="/ppt/notesMasters/notesMaster1.xml" Id="R4b1e3a37d1ae429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03102faec294e62" /><Relationship Type="http://schemas.openxmlformats.org/officeDocument/2006/relationships/notesMaster" Target="/ppt/notesMasters/notesMaster1.xml" Id="R2552482e683d4ae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7f7d617f75a4b8b" /><Relationship Type="http://schemas.openxmlformats.org/officeDocument/2006/relationships/notesMaster" Target="/ppt/notesMasters/notesMaster1.xml" Id="Reddcd38faed14f4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d21aff60eec4944" /><Relationship Type="http://schemas.openxmlformats.org/officeDocument/2006/relationships/notesMaster" Target="/ppt/notesMasters/notesMaster1.xml" Id="R6251787dd1e9408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5436cb514954731" /><Relationship Type="http://schemas.openxmlformats.org/officeDocument/2006/relationships/notesMaster" Target="/ppt/notesMasters/notesMaster1.xml" Id="R239375e8671b4a5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a1775ec925242f9" /><Relationship Type="http://schemas.openxmlformats.org/officeDocument/2006/relationships/notesMaster" Target="/ppt/notesMasters/notesMaster1.xml" Id="Re77d40e280ab483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0caac00c49ac4b20" /><Relationship Type="http://schemas.openxmlformats.org/officeDocument/2006/relationships/notesMaster" Target="/ppt/notesMasters/notesMaster1.xml" Id="Re0a89cc52b06494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86988487ad74a6b" /><Relationship Type="http://schemas.openxmlformats.org/officeDocument/2006/relationships/notesMaster" Target="/ppt/notesMasters/notesMaster1.xml" Id="Rc05562fbec3f440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eb92a965d5b4f3d" /><Relationship Type="http://schemas.openxmlformats.org/officeDocument/2006/relationships/notesMaster" Target="/ppt/notesMasters/notesMaster1.xml" Id="Rfb5eb78cd7a546e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cdfcb77bdcc42e3" /><Relationship Type="http://schemas.openxmlformats.org/officeDocument/2006/relationships/notesMaster" Target="/ppt/notesMasters/notesMaster1.xml" Id="R5d0c34dd2d17466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d79a6d331f54f6f" /><Relationship Type="http://schemas.openxmlformats.org/officeDocument/2006/relationships/notesMaster" Target="/ppt/notesMasters/notesMaster1.xml" Id="R45842658a87b4a1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0b3981caff14a4b" /><Relationship Type="http://schemas.openxmlformats.org/officeDocument/2006/relationships/notesMaster" Target="/ppt/notesMasters/notesMaster1.xml" Id="Rb62f746fe7a64c1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220ac951e2f4dd7" /><Relationship Type="http://schemas.openxmlformats.org/officeDocument/2006/relationships/notesMaster" Target="/ppt/notesMasters/notesMaster1.xml" Id="R205a28510ad54fb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8f7616e65044d7e" /><Relationship Type="http://schemas.openxmlformats.org/officeDocument/2006/relationships/notesMaster" Target="/ppt/notesMasters/notesMaster1.xml" Id="R717234fa836847c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9d58828fd224aac" /><Relationship Type="http://schemas.openxmlformats.org/officeDocument/2006/relationships/notesMaster" Target="/ppt/notesMasters/notesMaster1.xml" Id="R7c3011ef072f430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817a74ab7684bde" /><Relationship Type="http://schemas.openxmlformats.org/officeDocument/2006/relationships/notesMaster" Target="/ppt/notesMasters/notesMaster1.xml" Id="R32d8e40d6773470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58bac7111c4442a" /><Relationship Type="http://schemas.openxmlformats.org/officeDocument/2006/relationships/notesMaster" Target="/ppt/notesMasters/notesMaster1.xml" Id="R8ad254d2695a497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017684432f04b61" /><Relationship Type="http://schemas.openxmlformats.org/officeDocument/2006/relationships/notesMaster" Target="/ppt/notesMasters/notesMaster1.xml" Id="Ra4a4f3aad066435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9c49fcbee53426f" /><Relationship Type="http://schemas.openxmlformats.org/officeDocument/2006/relationships/notesMaster" Target="/ppt/notesMasters/notesMaster1.xml" Id="Rd1c61e520b7c483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471a201fd004ae3" /><Relationship Type="http://schemas.openxmlformats.org/officeDocument/2006/relationships/notesMaster" Target="/ppt/notesMasters/notesMaster1.xml" Id="Re53754c5a5df473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ac05c946f9ac4ca1" /><Relationship Type="http://schemas.openxmlformats.org/officeDocument/2006/relationships/notesMaster" Target="/ppt/notesMasters/notesMaster1.xml" Id="R16c9b7bb31a34c5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7c38334e0264ab1" /><Relationship Type="http://schemas.openxmlformats.org/officeDocument/2006/relationships/notesMaster" Target="/ppt/notesMasters/notesMaster1.xml" Id="Rdd0cf077f6b9428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8e9098141f8438d" /><Relationship Type="http://schemas.openxmlformats.org/officeDocument/2006/relationships/notesMaster" Target="/ppt/notesMasters/notesMaster1.xml" Id="R01676bd4248d44d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72f0895b92947d6" /><Relationship Type="http://schemas.openxmlformats.org/officeDocument/2006/relationships/notesMaster" Target="/ppt/notesMasters/notesMaster1.xml" Id="Rf3ebeab2e866459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ae5b9c5a69ba4691" /><Relationship Type="http://schemas.openxmlformats.org/officeDocument/2006/relationships/notesMaster" Target="/ppt/notesMasters/notesMaster1.xml" Id="Rb4346882f5254b84"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2a9b9cdab654f73" /><Relationship Type="http://schemas.openxmlformats.org/officeDocument/2006/relationships/notesMaster" Target="/ppt/notesMasters/notesMaster1.xml" Id="R203fac6474f14f4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619895a7f2c147f9" /><Relationship Type="http://schemas.openxmlformats.org/officeDocument/2006/relationships/notesMaster" Target="/ppt/notesMasters/notesMaster1.xml" Id="R9620f45ae7ce429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36c0f8541ba044ee" /><Relationship Type="http://schemas.openxmlformats.org/officeDocument/2006/relationships/notesMaster" Target="/ppt/notesMasters/notesMaster1.xml" Id="Rc3ed98ee8e2643e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b49bb9ce35040b9" /><Relationship Type="http://schemas.openxmlformats.org/officeDocument/2006/relationships/notesMaster" Target="/ppt/notesMasters/notesMaster1.xml" Id="R6aefa14c60a74a7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21bb00be57a473d" /><Relationship Type="http://schemas.openxmlformats.org/officeDocument/2006/relationships/notesMaster" Target="/ppt/notesMasters/notesMaster1.xml" Id="R0b7f37044aab4f1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05fbbc513c3e4187" /><Relationship Type="http://schemas.openxmlformats.org/officeDocument/2006/relationships/notesMaster" Target="/ppt/notesMasters/notesMaster1.xml" Id="Rddb267e548a0423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b2dd0f0e51e4223" /><Relationship Type="http://schemas.openxmlformats.org/officeDocument/2006/relationships/notesMaster" Target="/ppt/notesMasters/notesMaster1.xml" Id="R10605c5a9ee04fd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89251ec9dbd4b2b" /><Relationship Type="http://schemas.openxmlformats.org/officeDocument/2006/relationships/notesMaster" Target="/ppt/notesMasters/notesMaster1.xml" Id="R0f5cf393951c483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31610493ec9f4509" /><Relationship Type="http://schemas.openxmlformats.org/officeDocument/2006/relationships/notesMaster" Target="/ppt/notesMasters/notesMaster1.xml" Id="Rf27d6af929c546a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32395e9fcc0a4cd3" /><Relationship Type="http://schemas.openxmlformats.org/officeDocument/2006/relationships/notesMaster" Target="/ppt/notesMasters/notesMaster1.xml" Id="R1fb4647561f340e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7b998933c0cd424d" /><Relationship Type="http://schemas.openxmlformats.org/officeDocument/2006/relationships/notesMaster" Target="/ppt/notesMasters/notesMaster1.xml" Id="Ra8a8316a3a0241a4"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e0d1e714581b4084" /><Relationship Type="http://schemas.openxmlformats.org/officeDocument/2006/relationships/notesMaster" Target="/ppt/notesMasters/notesMaster1.xml" Id="Rcbf1ce421869471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15705650df574fed" /><Relationship Type="http://schemas.openxmlformats.org/officeDocument/2006/relationships/notesMaster" Target="/ppt/notesMasters/notesMaster1.xml" Id="R5de95e70354844d9"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fa858be6b1fa4434" /><Relationship Type="http://schemas.openxmlformats.org/officeDocument/2006/relationships/notesMaster" Target="/ppt/notesMasters/notesMaster1.xml" Id="Re51eb767f2fb472a"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109c12d65af04d1f" /><Relationship Type="http://schemas.openxmlformats.org/officeDocument/2006/relationships/notesMaster" Target="/ppt/notesMasters/notesMaster1.xml" Id="R6e7ceee0856b48af"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5ded0bb3b92749ad" /><Relationship Type="http://schemas.openxmlformats.org/officeDocument/2006/relationships/notesMaster" Target="/ppt/notesMasters/notesMaster1.xml" Id="Ra891a2fb9daf4d37"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3b3def8a1b0a45c7" /><Relationship Type="http://schemas.openxmlformats.org/officeDocument/2006/relationships/notesMaster" Target="/ppt/notesMasters/notesMaster1.xml" Id="Rad6390e7c95d4346"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37812fe8c5e2471a" /><Relationship Type="http://schemas.openxmlformats.org/officeDocument/2006/relationships/notesMaster" Target="/ppt/notesMasters/notesMaster1.xml" Id="R0cd9e3d8a106408a"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a460eb2e44594648" /><Relationship Type="http://schemas.openxmlformats.org/officeDocument/2006/relationships/notesMaster" Target="/ppt/notesMasters/notesMaster1.xml" Id="Rbde8b60d3d3f4110"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cab754d59b514b02" /><Relationship Type="http://schemas.openxmlformats.org/officeDocument/2006/relationships/notesMaster" Target="/ppt/notesMasters/notesMaster1.xml" Id="Rd13c76f1c7774b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2026-10-30 · 처음 시작</a:t>
            </a:r>
          </a:p>
          <a:p xmlns:a="http://schemas.openxmlformats.org/drawingml/2006/main">
            <a:r>
              <a:t/>
            </a:r>
          </a:p>
          <a:p xmlns:a="http://schemas.openxmlformats.org/drawingml/2006/main">
            <a:r>
              <a:t>개인 또는 팀 역할로 같은 활동을 수행할 수 있습니다. 팀원 수가 정해지지 않았으므로 역할은 이름 대신 기능으로 적습니다. 코드 비교는 Python3만 필요하며 실제 제품 구현이나 계정 개설은 하지 않습니다.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최소 성공: 근거 있는 문제,작은 범위,입력과 연결된 요구·시험,미확정 경계를 갖춘 기획서를 제출합니다.</a:t>
            </a:r>
          </a:p>
          <a:p xmlns:a="http://schemas.openxmlformats.org/drawingml/2006/main">
            <a:r>
              <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문제와 기능</a:t>
            </a:r>
          </a:p>
          <a:p xmlns:a="http://schemas.openxmlformats.org/drawingml/2006/main">
            <a:r>
              <a:t/>
            </a:r>
          </a:p>
          <a:p xmlns:a="http://schemas.openxmlformats.org/drawingml/2006/main">
            <a:r>
              <a:t>질문: 앱을 만든다는 말이 사용자 문제인가요?</a:t>
            </a:r>
          </a:p>
          <a:p xmlns:a="http://schemas.openxmlformats.org/drawingml/2006/main">
            <a:r>
              <a:t/>
            </a:r>
          </a:p>
          <a:p xmlns:a="http://schemas.openxmlformats.org/drawingml/2006/main">
            <a:r>
              <a:t>풀이: 앱은 수단입니다. 누가 어떤 상황에서 어떤 일을 못 하고 있는지 먼저 구체적으로 적습니다.</a:t>
            </a:r>
          </a:p>
          <a:p xmlns:a="http://schemas.openxmlformats.org/drawingml/2006/main">
            <a:r>
              <a:t/>
            </a:r>
          </a:p>
          <a:p xmlns:a="http://schemas.openxmlformats.org/drawingml/2006/main">
            <a:r>
              <a:t>요구와 시험</a:t>
            </a:r>
          </a:p>
          <a:p xmlns:a="http://schemas.openxmlformats.org/drawingml/2006/main">
            <a:r>
              <a:t/>
            </a:r>
          </a:p>
          <a:p xmlns:a="http://schemas.openxmlformats.org/drawingml/2006/main">
            <a:r>
              <a:t>질문: 빠르게 동작한다는 요구를 어떻게 확인하나요?</a:t>
            </a:r>
          </a:p>
          <a:p xmlns:a="http://schemas.openxmlformats.org/drawingml/2006/main">
            <a:r>
              <a:t/>
            </a:r>
          </a:p>
          <a:p xmlns:a="http://schemas.openxmlformats.org/drawingml/2006/main">
            <a:r>
              <a:t>풀이: 입력 조건, 시간 기준, 측정 방법을 정해야 판정할 수 있습니다. 임의 기준은 기획 가정으로 기록합니다.</a:t>
            </a:r>
          </a:p>
          <a:p xmlns:a="http://schemas.openxmlformats.org/drawingml/2006/main">
            <a:r>
              <a:t/>
            </a:r>
          </a:p>
          <a:p xmlns:a="http://schemas.openxmlformats.org/drawingml/2006/main">
            <a:r>
              <a:t>가설과 사실</a:t>
            </a:r>
          </a:p>
          <a:p xmlns:a="http://schemas.openxmlformats.org/drawingml/2006/main">
            <a:r>
              <a:t/>
            </a:r>
          </a:p>
          <a:p xmlns:a="http://schemas.openxmlformats.org/drawingml/2006/main">
            <a:r>
              <a:t>질문: 가상 사용자 카드가 실제 현장 조사 결과인가요?</a:t>
            </a:r>
          </a:p>
          <a:p xmlns:a="http://schemas.openxmlformats.org/drawingml/2006/main">
            <a:r>
              <a:t/>
            </a:r>
          </a:p>
          <a:p xmlns:a="http://schemas.openxmlformats.org/drawingml/2006/main">
            <a:r>
              <a:t>풀이: 제공된 가상 자료는 연습용 근거입니다. 실제 인터뷰·관찰로 확인한 사실과 조사할 가설을 구별합니다.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1교시 필수 개념 보충 · 사용자·문제·가설을 서로 다른 문장으로 쓰기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식당 재고 담당자가 품절 목록을 늦게 확인하는 새 상황에서 사용자, 문제, 기능 후보, 시험할 가설을 서로 다른 네 문장으로 직접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관찰과 가설의 차이는? → 적힌 사실과 시험할 주장입니다.</a:t>
            </a:r>
          </a:p>
          <a:p xmlns:a="http://schemas.openxmlformats.org/drawingml/2006/main">
            <a:r>
              <a:t>2. 20%의 범위는? → 제공된 가상 표본입니다.</a:t>
            </a:r>
          </a:p>
          <a:p xmlns:a="http://schemas.openxmlformats.org/drawingml/2006/main">
            <a:r>
              <a:t>3. 기획서 완료가 효과 검증인가요?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마감 전에 미확인 기록을 찾는 담당자</a:t>
            </a:r>
          </a:p>
          <a:p xmlns:a="http://schemas.openxmlformats.org/drawingml/2006/main">
            <a:r>
              <a:t>학생과 시설 담당자는 역할이 다릅니다.</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문제: 기록을 찾느라 확인이 늦습니다.</a:t>
            </a:r>
          </a:p>
          <a:p xmlns:a="http://schemas.openxmlformats.org/drawingml/2006/main">
            <a:r>
              <a:t>기능 후보: 미확인 목록을 보여 줍니다.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가상 대여 20건 중 기록 지연 4건</a:t>
            </a:r>
          </a:p>
          <a:p xmlns:a="http://schemas.openxmlformats.org/drawingml/2006/main">
            <a:r>
              <a:t>이 표본의 지연 비율은 20%입니다.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기록 확인이 어려울 수 있습니다.</a:t>
            </a:r>
          </a:p>
          <a:p xmlns:a="http://schemas.openxmlformats.org/drawingml/2006/main">
            <a:r>
              <a:t>자료만으로 지연 원인을 확정하지 않습니다.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목록이 있으면 찾는 시간이 줄어들 것이다.</a:t>
            </a:r>
          </a:p>
          <a:p xmlns:a="http://schemas.openxmlformats.org/drawingml/2006/main">
            <a:r>
              <a:t>효과는 구현 후 현장에서 따로 확인합니다.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오늘 결과물: 검토 가능한 기획서</a:t>
            </a:r>
          </a:p>
          <a:p xmlns:a="http://schemas.openxmlformats.org/drawingml/2006/main">
            <a:r>
              <a:t>시간 감소와 현장 효과는 아직 미확인입니다.</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관찰 4÷20×100 = 20%</a:t>
            </a:r>
          </a:p>
          <a:p xmlns:a="http://schemas.openxmlformats.org/drawingml/2006/main">
            <a:r>
              <a:t>원인과 개선 효과는 아직 모릅니다.</a:t>
            </a:r>
          </a:p>
          <a:p xmlns:a="http://schemas.openxmlformats.org/drawingml/2006/main">
            <a:r>
              <a:t>기획 완료가 제품 효과 검증은 아닙니다.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식당 재고 담당자가 품절을 늦게 확인합니다.</a:t>
            </a:r>
          </a:p>
          <a:p xmlns:a="http://schemas.openxmlformats.org/drawingml/2006/main">
            <a:r>
              <a:t>사용자·문제·기능·가설을 따로 쓰세요.</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사용자: 재고 담당자 · 문제: 확인 지연</a:t>
            </a:r>
          </a:p>
          <a:p xmlns:a="http://schemas.openxmlformats.org/drawingml/2006/main">
            <a:r>
              <a:t>기능: 부족 목록 · 가설: 확인 시간 감소</a:t>
            </a:r>
          </a:p>
          <a:p xmlns:a="http://schemas.openxmlformats.org/drawingml/2006/main">
            <a:r>
              <a:t>측정하지 않은 효과를 사실로 쓰지 않습니다.</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사용자를 학생으로 바꾸면</a:t>
            </a:r>
          </a:p>
          <a:p xmlns:a="http://schemas.openxmlformats.org/drawingml/2006/main">
            <a:r>
              <a:t>먼저 필요한 정보가 어떻게 달라질까요?</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AI를 안 쓰는 것이 문제라고 쓰지 않습니다.</a:t>
            </a:r>
          </a:p>
          <a:p xmlns:a="http://schemas.openxmlformats.org/drawingml/2006/main">
            <a:r>
              <a:t>누가 언제 무엇을 못 하는지로 돌아갑니다.</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관찰과 가설의 차이를 자기 말로 설명합니다.</a:t>
            </a:r>
          </a:p>
          <a:p xmlns:a="http://schemas.openxmlformats.org/drawingml/2006/main">
            <a:r>
              <a:t>기획 결과물과 기대 효과도 구분합니다.</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창고 재고 확인 지연</a:t>
            </a:r>
          </a:p>
          <a:p xmlns:a="http://schemas.openxmlformats.org/drawingml/2006/main">
            <a:r>
              <a:t>관찰·문제·가설·기능을 네 문장으로 쓰세요.</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창고 직원이 재고 확인에 오래 걸립니다. 관찰·문제·가설·기능을 분리해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관찰은 확인 시간 기록, 문제는 찾기 지연, 가설은 부족 목록이 시간을 줄인다는 주장, 기능은 목록 표시입니다. 미측정 효과를 사실로 쓰지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2교시 필수 개념 보충 · 후보 비교에서 최소 범위와 요구로 이어가기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
            </a:r>
          </a:p>
          <a:p xmlns:a="http://schemas.openxmlformats.org/drawingml/2006/main">
            <a:r>
              <a:t>완성 가상 계산에서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후보 D의 점수 4,5,3에 같은 가중치를 적용하세요. “편한 화면”을 관찰 가능한 요구 하나로 다시 쓰고 현재 제외 범위 한 가지를 함께 적으세요.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점수는 1.60+1.75+0.75=4.10입니다. 예: “시간 누락 행을 넣으면 ID와 검토 필요 문구를 표시한다.” 취향 표현만 반복하거나 점수 4.10을 성공 확률 41%로 바꾸면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가중치 합은? → 이 예는 1입니다.</a:t>
            </a:r>
          </a:p>
          <a:p xmlns:a="http://schemas.openxmlformats.org/drawingml/2006/main">
            <a:r>
              <a:t>2. 최소 범위도 오류 경로가 필요한가요? → 필요합니다.</a:t>
            </a:r>
          </a:p>
          <a:p xmlns:a="http://schemas.openxmlformats.org/drawingml/2006/main">
            <a:r>
              <a:t>3. 제외는 가치 없다는 뜻인가요? → 현재 약속 밖이라는 뜻입니다.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필요성 · 실현 가능성 · 시험 가능성</a:t>
            </a:r>
          </a:p>
          <a:p xmlns:a="http://schemas.openxmlformats.org/drawingml/2006/main">
            <a:r>
              <a:t>점수마다 판단 근거를 남깁니다.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0.40 + 0.35 + 0.25 = 1</a:t>
            </a:r>
          </a:p>
          <a:p xmlns:a="http://schemas.openxmlformats.org/drawingml/2006/main">
            <a:r>
              <a:t>점수에 각각 곱한 뒤 더합니다.</a:t>
            </a:r>
          </a:p>
          <a:p xmlns:a="http://schemas.openxmlformats.org/drawingml/2006/main">
            <a:r>
              <a:t>완성 가상 계산에서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후보 A: 5·4·5 → 4.65점</a:t>
            </a:r>
          </a:p>
          <a:p xmlns:a="http://schemas.openxmlformats.org/drawingml/2006/main">
            <a:r>
              <a:t>교육용 판단이며 조건이 바뀌면 재검토합니다.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포함: CSV 읽기·검수·미확인 목록</a:t>
            </a:r>
          </a:p>
          <a:p xmlns:a="http://schemas.openxmlformats.org/drawingml/2006/main">
            <a:r>
              <a:t>제외: 카메라·자동 잠금·외부 메시지</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R01: 정상 3건 → ID가 보이는 3행</a:t>
            </a:r>
          </a:p>
          <a:p xmlns:a="http://schemas.openxmlformats.org/drawingml/2006/main">
            <a:r>
              <a:t>R02: updated_at 빈칸 → review와 이유</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R03: 중복 loan_id → reject</a:t>
            </a:r>
          </a:p>
          <a:p xmlns:a="http://schemas.openxmlformats.org/drawingml/2006/main">
            <a:r>
              <a:t>R04: 읽기 전후 원문 바이트 불변</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2.00 + 1.40 + 1.25 = 4.65</a:t>
            </a:r>
          </a:p>
          <a:p xmlns:a="http://schemas.openxmlformats.org/drawingml/2006/main">
            <a:r>
              <a:t>가중치의 이유와 점수 근거를 함께 씁니다.</a:t>
            </a:r>
          </a:p>
          <a:p xmlns:a="http://schemas.openxmlformats.org/drawingml/2006/main">
            <a:r>
              <a:t>완성 가상 계산에서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새 후보 D: 점수 4·5·3</a:t>
            </a:r>
          </a:p>
          <a:p xmlns:a="http://schemas.openxmlformats.org/drawingml/2006/main">
            <a:r>
              <a:t>같은 가중치의 점수를 계산하세요.</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1.60 + 1.75 + 0.75 = 4.10</a:t>
            </a:r>
          </a:p>
          <a:p xmlns:a="http://schemas.openxmlformats.org/drawingml/2006/main">
            <a:r>
              <a:t>4.10을 성공 확률 41%로 쓰지 않습니다.</a:t>
            </a:r>
          </a:p>
          <a:p xmlns:a="http://schemas.openxmlformats.org/drawingml/2006/main">
            <a:r>
              <a:t>점수는 1.60+1.75+0.75=4.10입니다. 예: “시간 누락 행을 넣으면 ID와 검토 필요 문구를 표시한다.” 취향 표현만 반복하거나 점수 4.10을 성공 확률 41%로 바꾸면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scores를 [3,4,4]로 바꿉니다.</a:t>
            </a:r>
          </a:p>
          <a:p xmlns:a="http://schemas.openxmlformats.org/drawingml/2006/main">
            <a:r>
              <a:t>새 점수는 3.60입니다.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편하고 빠르게는 아직 시험 조건이 없습니다.</a:t>
            </a:r>
          </a:p>
          <a:p xmlns:a="http://schemas.openxmlformats.org/drawingml/2006/main">
            <a:r>
              <a:t>입력·기대 결과·측정 방법을 적습니다.</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포함과 제외 범위를 각각 말합니다.</a:t>
            </a:r>
          </a:p>
          <a:p xmlns:a="http://schemas.openxmlformats.org/drawingml/2006/main">
            <a:r>
              <a:t>작은 요구에도 오류 경로가 필요한 이유는?</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추가·도전: 카메라 기능 추가 요청</a:t>
            </a:r>
          </a:p>
          <a:p xmlns:a="http://schemas.openxmlformats.org/drawingml/2006/main">
            <a:r>
              <a:t>데이터·시험·일정에 주는 영향을 쓰세요.</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필요성·실현·시험 점수 3,4,4에 가중치 .4,.35,.25를 적용하고 관찰 가능한 요구를 하나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1.2+1.4+1=3.6입니다. 예: 누락 행 입력 시 검토 필요 문구 표시. 점수는 성공 확률이 아닙니다.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3교시 필수 개념 보충 · 키와 오류 경로가 있는 데이터·화면 계약</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물품이 여러 번 대여되는데 물품 번호로만 기록을 묶으면 다른 사람의 대여가 덮일 수 있습니다. 키는 어떤 대상을 구별하는 이름입니다. 대여 기록의 loan_id와 물품의 item_id는 구별하는 대상이 다릅니다. 화면을 그리기 전에 한 행의 의미와 식별 키부터 정합니다.</a:t>
            </a:r>
          </a:p>
          <a:p xmlns:a="http://schemas.openxmlformats.org/drawingml/2006/main">
            <a:r>
              <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L10/I02, L11/I02, L10/I03의 세 새 행에서 어느 두 행이 현재 기록 키 계약에 충돌하는지 찾으세요. 갱신 시각 누락의 화면 문구도 직접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첫째와 셋째의 loan_id L10이 충돌합니다. 첫째와 둘째의 같은 item_id는 그 자체로 충돌이 아닙니다. 누락은 “검토 필요: 갱신 시각 없음”처럼 표시하며 실제 반납 완료를 추정하지 않습니다.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loan_id가 구별하는 것은? → 한 대여 기록입니다.</a:t>
            </a:r>
          </a:p>
          <a:p xmlns:a="http://schemas.openxmlformats.org/drawingml/2006/main">
            <a:r>
              <a:t>2. 파싱 성공이 계약 통과인가요? → 추가 검사가 필요합니다.</a:t>
            </a:r>
          </a:p>
          <a:p xmlns:a="http://schemas.openxmlformats.org/drawingml/2006/main">
            <a:r>
              <a:t>3. 누락을 현재 시각으로 채우나요? → 현재 범위에서는 원문을 보존합니다.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loan_id: 대여 한 건의 키</a:t>
            </a:r>
          </a:p>
          <a:p xmlns:a="http://schemas.openxmlformats.org/drawingml/2006/main">
            <a:r>
              <a:t>item_id: 물품의 식별자</a:t>
            </a:r>
          </a:p>
          <a:p xmlns:a="http://schemas.openxmlformats.org/drawingml/2006/main">
            <a:r>
              <a:t>같은 물품이 여러 번 대여되는데 물품 번호로만 기록을 묶으면 다른 사람의 대여가 덮일 수 있습니다. 키는 어떤 대상을 구별하는 이름입니다. 대여 기록의 loan_id와 물품의 item_id는 구별하는 대상이 다릅니다. 화면을 그리기 전에 한 행의 의미와 식별 키부터 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다른 loan_id의 같은 item_id는 가능</a:t>
            </a:r>
          </a:p>
          <a:p xmlns:a="http://schemas.openxmlformats.org/drawingml/2006/main">
            <a:r>
              <a:t>같은 loan_id 두 행은 현재 계약에서 거절</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반납 시각이나 반납 여부의 증거가 아닙니다.</a:t>
            </a:r>
          </a:p>
          <a:p xmlns:a="http://schemas.openxmlformats.org/drawingml/2006/main">
            <a:r>
              <a:t>status와 함께 원문 그대로 읽습니다.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status: checked_out · returned · unknown</a:t>
            </a:r>
          </a:p>
          <a:p xmlns:a="http://schemas.openxmlformats.org/drawingml/2006/main">
            <a:r>
              <a:t>처리 결과: review · reject</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CSV 파싱 → 키·값 검사 → 화면 표시</a:t>
            </a:r>
          </a:p>
          <a:p xmlns:a="http://schemas.openxmlformats.org/drawingml/2006/main">
            <a:r>
              <a:t>문법 오류와 계약 오류를 구분합니다.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updated_at 빈칸 → review와 이유</a:t>
            </a:r>
          </a:p>
          <a:p xmlns:a="http://schemas.openxmlformats.org/drawingml/2006/main">
            <a:r>
              <a:t>현재 시각을 만들거나 반납 완료로 바꾸지 않습니다.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키와 시각 누락의 규칙을 먼저 합의합니다.</a:t>
            </a:r>
          </a:p>
          <a:p xmlns:a="http://schemas.openxmlformats.org/drawingml/2006/main">
            <a:r>
              <a:t>검토 이유와 원문을 함께 보여 줍니다.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L10/I02 · L11/I02 · L10/I03</a:t>
            </a:r>
          </a:p>
          <a:p xmlns:a="http://schemas.openxmlformats.org/drawingml/2006/main">
            <a:r>
              <a:t>현재 대여 키 계약에 충돌하는 두 행은?</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첫째와 셋째의 loan_id=L10이 충돌합니다.</a:t>
            </a:r>
          </a:p>
          <a:p xmlns:a="http://schemas.openxmlformats.org/drawingml/2006/main">
            <a:r>
              <a:t>같은 item_id=I02는 별도 대여일 수 있습니다.</a:t>
            </a:r>
          </a:p>
          <a:p xmlns:a="http://schemas.openxmlformats.org/drawingml/2006/main">
            <a:r>
              <a:t>첫째와 셋째의 loan_id L10이 충돌합니다. 첫째와 둘째의 같은 item_id는 그 자체로 충돌이 아닙니다. 누락은 “검토 필요: 갱신 시각 없음”처럼 표시하며 실제 반납 완료를 추정하지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updated_at을 빈칸으로 바꾼 새 입력</a:t>
            </a:r>
          </a:p>
          <a:p xmlns:a="http://schemas.openxmlformats.org/drawingml/2006/main">
            <a:r>
              <a:t>status는 유지하고 review를 추가합니다.</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누락을 현재 시각으로 자동 채우지 않습니다.</a:t>
            </a:r>
          </a:p>
          <a:p xmlns:a="http://schemas.openxmlformats.org/drawingml/2006/main">
            <a:r>
              <a:t>원문에 없던 변경 사실을 만들 수 있습니다.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updated_at과 status의 뜻을 말합니다.</a:t>
            </a:r>
          </a:p>
          <a:p xmlns:a="http://schemas.openxmlformats.org/drawingml/2006/main">
            <a:r>
              <a:t>review가 returned를 뜻하지 않는 이유는?</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키 A·B·A, 물품 X·X·Y</a:t>
            </a:r>
          </a:p>
          <a:p xmlns:a="http://schemas.openxmlformats.org/drawingml/2006/main">
            <a:r>
              <a:t>충돌과 실패 화면의 이유를 직접 쓰세요.</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loan_id가 A,B,A이고 item_id가 X,X,Y인 새 파일의 충돌과 실패 화면을 설계하세요.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첫째·셋째 기록 키 A가 충돌합니다. 중복 ID와 이유를 오류로 표시하고 두 X는 별도 대여일 수 있으므로 자동 거절하지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4교시 필수 개념 보충 · 요구와 시험과 관찰 결과를 연결하기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팀원은 요구를 썼고 다른 팀원은 시험표를 만들었지만 같은 조건을 말하지 않습니다. 시험은 기능 이름을 다시 적는 목록이 아니라 구체 입력을 넣었을 때 무엇을 볼지 정한 비교입니다. 요구 ID와 시험 ID를 연결하면 빠진 요구와 기준 변경을 찾기 쉽습니다.</a:t>
            </a:r>
          </a:p>
          <a:p xmlns:a="http://schemas.openxmlformats.org/drawingml/2006/main">
            <a:r>
              <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NOT_RUN,PASS,FAIL입니다. 실제 입력과 실행 환경, 관찰 출력, 기대값 비교가 필요합니다. 관찰 없음을 실패로 단정하거나 코드 작성만으로 현장 시험을 통과 처리하면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기대값은 언제 정하나요? → 실행 전에 정합니다.</a:t>
            </a:r>
          </a:p>
          <a:p xmlns:a="http://schemas.openxmlformats.org/drawingml/2006/main">
            <a:r>
              <a:t>2. 2/4는 제품 완성도인가요? → 이 표의 통과 건수 비율입니다.</a:t>
            </a:r>
          </a:p>
          <a:p xmlns:a="http://schemas.openxmlformats.org/drawingml/2006/main">
            <a:r>
              <a:t>3. 비교 코드 PASS가 화면 구현인가요?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R02 ↔ T02: 갱신 시각 누락</a:t>
            </a:r>
          </a:p>
          <a:p xmlns:a="http://schemas.openxmlformats.org/drawingml/2006/main">
            <a:r>
              <a:t>입력과 review 기대값이 같아야 합니다.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어떤 입력을 넣고 무엇을 볼지 정합니다.</a:t>
            </a:r>
          </a:p>
          <a:p xmlns:a="http://schemas.openxmlformats.org/drawingml/2006/main">
            <a:r>
              <a:t>실패 뒤 기대값을 실제 오류에 맞추지 않습니다.</a:t>
            </a:r>
          </a:p>
          <a:p xmlns:a="http://schemas.openxmlformats.org/drawingml/2006/main">
            <a:r>
              <a:t>팀원은 요구를 썼고 다른 팀원은 시험표를 만들었지만 같은 조건을 말하지 않습니다. 시험은 기능 이름을 다시 적는 목록이 아니라 구체 입력을 넣었을 때 무엇을 볼지 정한 비교입니다. 요구 ID와 시험 ID를 연결하면 빠진 요구와 기준 변경을 찾기 쉽습니다.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PASS: 실제 관찰 = 기대</a:t>
            </a:r>
          </a:p>
          <a:p xmlns:a="http://schemas.openxmlformats.org/drawingml/2006/main">
            <a:r>
              <a:t>FAIL: 실제 관찰 ≠ 기대</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NOT_RUN: 아직 실행 결과가 없습니다.</a:t>
            </a:r>
          </a:p>
          <a:p xmlns:a="http://schemas.openxmlformats.org/drawingml/2006/main">
            <a:r>
              <a:t>추측을 통과로 쓰지 않습니다.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통과2 · 실패1 · 미실행1 → 계획 대비2/4</a:t>
            </a:r>
          </a:p>
          <a:p xmlns:a="http://schemas.openxmlformats.org/drawingml/2006/main">
            <a:r>
              <a:t>실행 대비2/3 · 제품 완성도는 아닙니다.</a:t>
            </a:r>
          </a:p>
          <a:p xmlns:a="http://schemas.openxmlformats.org/drawingml/2006/main">
            <a:r>
              <a:t>1. 기대값은 언제 정하나요? → 실행 전에 정합니다.</a:t>
            </a:r>
          </a:p>
          <a:p xmlns:a="http://schemas.openxmlformats.org/drawingml/2006/main">
            <a:r>
              <a:t>2. 2/4는 제품 완성도인가요? → 이 표의 통과 건수 비율입니다.</a:t>
            </a:r>
          </a:p>
          <a:p xmlns:a="http://schemas.openxmlformats.org/drawingml/2006/main">
            <a:r>
              <a:t>3. 비교 코드 PASS가 화면 구현인가요? →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정상 · 누락 · 중복 · 원문 보존</a:t>
            </a:r>
          </a:p>
          <a:p xmlns:a="http://schemas.openxmlformats.org/drawingml/2006/main">
            <a:r>
              <a:t>장비 미정이면 대체 경로와 담당을 적습니다.</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T02 FAIL</a:t>
            </a:r>
          </a:p>
          <a:p xmlns:a="http://schemas.openxmlformats.org/drawingml/2006/main">
            <a:r>
              <a:t>T03 NOT_RUN</a:t>
            </a:r>
          </a:p>
          <a:p xmlns:a="http://schemas.openxmlformats.org/drawingml/2006/main">
            <a:r>
              <a:t>비교 코드 실행과 실제 제품 시험은 다릅니다.</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기대 review·관찰 없음</a:t>
            </a:r>
          </a:p>
          <a:p xmlns:a="http://schemas.openxmlformats.org/drawingml/2006/main">
            <a:r>
              <a:t>기대 reject·관찰 reject</a:t>
            </a:r>
          </a:p>
          <a:p xmlns:a="http://schemas.openxmlformats.org/drawingml/2006/main">
            <a:r>
              <a:t>기대 normal·관찰 alert</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NOT_RUN · PASS · FAIL</a:t>
            </a:r>
          </a:p>
          <a:p xmlns:a="http://schemas.openxmlformats.org/drawingml/2006/main">
            <a:r>
              <a:t>실제 입력·환경·관찰·비교 근거를 남깁니다.</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T02 관찰을 review로 바꾸면 PASS입니다.</a:t>
            </a:r>
          </a:p>
          <a:p xmlns:a="http://schemas.openxmlformats.org/drawingml/2006/main">
            <a:r>
              <a:t>이 변경은 가상 표이며 재시험 증거가 아닙니다.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기획서를 썼다고 현장 시험을 통과하지 않습니다.</a:t>
            </a:r>
          </a:p>
          <a:p xmlns:a="http://schemas.openxmlformats.org/drawingml/2006/main">
            <a:r>
              <a:t>미실행은 미실행으로 남깁니다.</a:t>
            </a:r>
          </a:p>
          <a:p xmlns:a="http://schemas.openxmlformats.org/drawingml/2006/main">
            <a:r>
              <a:t>NOT_RUN,PASS,FAIL입니다. 실제 입력과 실행 환경, 관찰 출력, 기대값 비교가 필요합니다. 관찰 없음을 실패로 단정하거나 코드 작성만으로 현장 시험을 통과 처리하면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PASS·FAIL·NOT_RUN의 차이를 말합니다.</a:t>
            </a:r>
          </a:p>
          <a:p xmlns:a="http://schemas.openxmlformats.org/drawingml/2006/main">
            <a:r>
              <a:t>2/4를 제품 완성도라 부를 수 없는 이유는?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통과2·실패1·미실행2</a:t>
            </a:r>
          </a:p>
          <a:p xmlns:a="http://schemas.openxmlformats.org/drawingml/2006/main">
            <a:r>
              <a:t>계획 대비와 실행 대비 통과 비율을 쓰세요.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시험 5개 중 통과2·실패1·미실행2입니다. 계획 대비와 실행 대비 통과를 설명하세요.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계획 대비 2/5, 실행 비교 대비 2/3입니다. 분모를 명시하며 실제 제품 완성도나 사용성으로 해석하지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5교시 필수 개념 보충 · 결과물로 작업을 나누고 견적을 계산하기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기본 200000원, 여유 30000원, 합계 230000원입니다. 장비와 서버 등 포함 여부를 표시합니다. 선행 관계와 분담, 통합 조건이 없으므로 자동 4시간은 아닙니다. 여유를 확정 수익이나 실제 리허설 시간으로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작업 합과 달력 기간은 같은가요? → 인원과 선행 조건에 따라 다릅니다.</a:t>
            </a:r>
          </a:p>
          <a:p xmlns:a="http://schemas.openxmlformats.org/drawingml/2006/main">
            <a:r>
              <a:t>2. 견적 432000원은 확정가인가요? → 교육용 가정입니다.</a:t>
            </a:r>
          </a:p>
          <a:p xmlns:a="http://schemas.openxmlformats.org/drawingml/2006/main">
            <a:r>
              <a:t>3. 완료 증거는? → 합의한 결과물과 시험입니다.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W1 계약·샘플 · W2 검수 처리</a:t>
            </a:r>
          </a:p>
          <a:p xmlns:a="http://schemas.openxmlformats.org/drawingml/2006/main">
            <a:r>
              <a:t>W3 화면 · W4 통합·시험·안내</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W1 계약 뒤 W2·W3을 진행합니다.</a:t>
            </a:r>
          </a:p>
          <a:p xmlns:a="http://schemas.openxmlformats.org/drawingml/2006/main">
            <a:r>
              <a:t>선행 조건과 점검 결과를 함께 적습니다.</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가정 작업량: 2+4+3+3=12시간</a:t>
            </a:r>
          </a:p>
          <a:p xmlns:a="http://schemas.openxmlformats.org/drawingml/2006/main">
            <a:r>
              <a:t>팀원 수만으로 달력 기간을 나누지 않습니다.</a:t>
            </a:r>
          </a:p>
          <a:p xmlns:a="http://schemas.openxmlformats.org/drawingml/2006/main">
            <a:r>
              <a:t>1. 작업 합과 달력 기간은 같은가요? → 인원과 선행 조건에 따라 다릅니다.</a:t>
            </a:r>
          </a:p>
          <a:p xmlns:a="http://schemas.openxmlformats.org/drawingml/2006/main">
            <a:r>
              <a:t>2. 견적 432000원은 확정가인가요? → 교육용 가정입니다.</a:t>
            </a:r>
          </a:p>
          <a:p xmlns:a="http://schemas.openxmlformats.org/drawingml/2006/main">
            <a:r>
              <a:t>3. 완료 증거는? → 합의한 결과물과 시험입니다.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샘플 승인 · 정상·오류 출력 · 세 상태 화면</a:t>
            </a:r>
          </a:p>
          <a:p xmlns:a="http://schemas.openxmlformats.org/drawingml/2006/main">
            <a:r>
              <a:t>시간이 지났다고 통과하지 않습니다.</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12시간 × 가정 시급 30,000원</a:t>
            </a:r>
          </a:p>
          <a:p xmlns:a="http://schemas.openxmlformats.org/drawingml/2006/main">
            <a:r>
              <a:t>기본 비용 360,000원</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20% 여유 72,000원 → 합계 432,000원</a:t>
            </a:r>
          </a:p>
          <a:p xmlns:a="http://schemas.openxmlformats.org/drawingml/2006/main">
            <a:r>
              <a:t>장비·서버·API·세금 포함 여부는 따로 씁니다.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기본 360,000원 + 여유 72,000원</a:t>
            </a:r>
          </a:p>
          <a:p xmlns:a="http://schemas.openxmlformats.org/drawingml/2006/main">
            <a:r>
              <a:t>합계 432,000원</a:t>
            </a:r>
          </a:p>
          <a:p xmlns:a="http://schemas.openxmlformats.org/drawingml/2006/main">
            <a:r>
              <a:t>실제 계약 가격이 아닌 계산 연습입니다.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작업 8시간 · 가정 시급 25,000원</a:t>
            </a:r>
          </a:p>
          <a:p xmlns:a="http://schemas.openxmlformats.org/drawingml/2006/main">
            <a:r>
              <a:t>여유 15%의 합계를 계산하세요.</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기본 200,000원 + 여유 30,000원</a:t>
            </a:r>
          </a:p>
          <a:p xmlns:a="http://schemas.openxmlformats.org/drawingml/2006/main">
            <a:r>
              <a:t>합계 230,000원</a:t>
            </a:r>
          </a:p>
          <a:p xmlns:a="http://schemas.openxmlformats.org/drawingml/2006/main">
            <a:r>
              <a:t>별도 비용과 수정 범위도 표시합니다.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참고 코드의 hours를 8로 바꿉니다.</a:t>
            </a:r>
          </a:p>
          <a:p xmlns:a="http://schemas.openxmlformats.org/drawingml/2006/main">
            <a:r>
              <a:t>시급·여유 유지 시 합계 288,000원입니다.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20%는 20이 아니라 0.20입니다.</a:t>
            </a:r>
          </a:p>
          <a:p xmlns:a="http://schemas.openxmlformats.org/drawingml/2006/main">
            <a:r>
              <a:t>새 기능의 오류·시험·문서 작업도 재산정합니다.</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작업량과 달력 기간의 차이를 설명합니다.</a:t>
            </a:r>
          </a:p>
          <a:p xmlns:a="http://schemas.openxmlformats.org/drawingml/2006/main">
            <a:r>
              <a:t>견적에서 아직 확정되지 않은 비용을 말합니다.</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10시간·시급2만원·여유10%</a:t>
            </a:r>
          </a:p>
          <a:p xmlns:a="http://schemas.openxmlformats.org/drawingml/2006/main">
            <a:r>
              <a:t>견적과 기능 추가 영향을 쓰세요.</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10시간·가정 시급2만원·여유10%의 견적과 추가 기능의 영향을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기본20만원+여유2만원=22만원입니다. 추가 기능은 데이터·오류·시험·문서 작업을 포함해 재산정하고 별도 비용 포함 여부를 적습니다.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6교시 필수 개념 보충 · 기획 통합과 발표 뒤 변경을 추적하기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발표에서 동료가 “카메라가 없는데 카메라 시험이 통과인가요?”라고 묻습니다. 좋은 답은 자신 있게 가능하다고 말하는 대신 현재 근거와 남은 확인을 연결하는 것입니다. 한 장 기획서는 문제, 작은 범위, 데이터 흐름, 시험과 실행 계획이 서로 모순되지 않게 묶인 결정 문서입니다.</a:t>
            </a:r>
          </a:p>
          <a:p xmlns:a="http://schemas.openxmlformats.org/drawingml/2006/main">
            <a:r>
              <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요구에서 카메라를 제외했지만 예산에는 카메라 구매, 시험표에는 실물 PASS가 남았습니다. 어떤 문서를 왜 고칠지 쓰고 다음 확인 질문 한 가지를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변경 이력에 필요한 것은? → 전후·이유·영향·담당입니다.</a:t>
            </a:r>
          </a:p>
          <a:p xmlns:a="http://schemas.openxmlformats.org/drawingml/2006/main">
            <a:r>
              <a:t>2. 미확정 질문은 어떻게 전달하나요? → 확인 방법과 함께 남깁니다.</a:t>
            </a:r>
          </a:p>
          <a:p xmlns:a="http://schemas.openxmlformats.org/drawingml/2006/main">
            <a:r>
              <a:t>3. 오늘 기획 완료가 실제 제품 완료인가요?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근거 → 문제 → 작은 범위 → 요구 → 시험</a:t>
            </a:r>
          </a:p>
          <a:p xmlns:a="http://schemas.openxmlformats.org/drawingml/2006/main">
            <a:r>
              <a:t>데이터와 작업 계획도 같은 범위를 말합니다.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문제·근거 → 입력·결과 → 시험</a:t>
            </a:r>
          </a:p>
          <a:p xmlns:a="http://schemas.openxmlformats.org/drawingml/2006/main">
            <a:r>
              <a:t>마지막에 미확정 질문을 말합니다.</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현장에서 측정한 효과는 아직 없습니다.</a:t>
            </a:r>
          </a:p>
          <a:p xmlns:a="http://schemas.openxmlformats.org/drawingml/2006/main">
            <a:r>
              <a:t>가정과 확인 방법을 명시합니다.</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카메라 보류 → 범위·시험·위험·견적 변경</a:t>
            </a:r>
          </a:p>
          <a:p xmlns:a="http://schemas.openxmlformats.org/drawingml/2006/main">
            <a:r>
              <a:t>발표문만 고치면 충돌이 남습니다.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변경 전 · 변경 후 · 이유 · 관련 ID · 담당</a:t>
            </a:r>
          </a:p>
          <a:p xmlns:a="http://schemas.openxmlformats.org/drawingml/2006/main">
            <a:r>
              <a:t>다음 사람이 같은 결정을 이어 할 수 있습니다.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기획 자료와 제공 비교 코드의 확인</a:t>
            </a:r>
          </a:p>
          <a:p xmlns:a="http://schemas.openxmlformats.org/drawingml/2006/main">
            <a:r>
              <a:t>제품 구현·현장 사용성·실물 성능은 미실행</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누가 읽어도 입력과 완료 조건을 설명할 수 있나요?</a:t>
            </a:r>
          </a:p>
          <a:p xmlns:a="http://schemas.openxmlformats.org/drawingml/2006/main">
            <a:r>
              <a:t>관련 문서의 값과 ID를 대조합니다.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범위에서 카메라를 제외했습니다.</a:t>
            </a:r>
          </a:p>
          <a:p xmlns:a="http://schemas.openxmlformats.org/drawingml/2006/main">
            <a:r>
              <a:t>예산에는 구매, 시험표에는 실물 PASS가 있습니다.</a:t>
            </a:r>
          </a:p>
          <a:p xmlns:a="http://schemas.openxmlformats.org/drawingml/2006/main">
            <a:r>
              <a:t>어디를 왜 고칠까요?</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범위·예산·시험 상태를 함께 갱신합니다.</a:t>
            </a:r>
          </a:p>
          <a:p xmlns:a="http://schemas.openxmlformats.org/drawingml/2006/main">
            <a:r>
              <a:t>미실행 실물 시험을 통과로 남기지 않습니다.</a:t>
            </a:r>
          </a:p>
          <a:p xmlns:a="http://schemas.openxmlformats.org/drawingml/2006/main">
            <a:r>
              <a:t>필요 모델과 보유 장비를 확인합니다.</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자동 잠금 요청이 추가되면</a:t>
            </a:r>
          </a:p>
          <a:p xmlns:a="http://schemas.openxmlformats.org/drawingml/2006/main">
            <a:r>
              <a:t>장비·안전 조건·범위·시험·견적을 재검토합니다.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모르는 조건을 자신 있게 추측하지 않습니다.</a:t>
            </a:r>
          </a:p>
          <a:p xmlns:a="http://schemas.openxmlformats.org/drawingml/2006/main">
            <a:r>
              <a:t>확인 질문·담당·자료를 적습니다.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2분 발표로 문제와 시험을 설명합니다.</a:t>
            </a:r>
          </a:p>
          <a:p xmlns:a="http://schemas.openxmlformats.org/drawingml/2006/main">
            <a:r>
              <a:t>현재 근거와 미확인을 자기 말로 나눕니다.</a:t>
            </a:r>
          </a:p>
          <a:p xmlns:a="http://schemas.openxmlformats.org/drawingml/2006/main">
            <a:r>
              <a:t>발표에서 동료가 “카메라가 없는데 카메라 시험이 통과인가요?”라고 묻습니다. 좋은 답은 자신 있게 가능하다고 말하는 대신 현재 근거와 남은 확인을 연결하는 것입니다. 한 장 기획서는 문제, 작은 범위, 데이터 흐름, 시험과 실행 계획이 서로 모순되지 않게 묶인 결정 문서입니다.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추가·도전: CSV 기획에 자동 잠금 추가</a:t>
            </a:r>
          </a:p>
          <a:p xmlns:a="http://schemas.openxmlformats.org/drawingml/2006/main">
            <a:r>
              <a:t>갱신 문서와 보류 근거를 직접 쓰세요.</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CSV 기획에 자동 잠금 요청이 추가됐습니다. 같이 갱신할 문서와 보류 근거를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범위·요구·데이터·위험·시험·작업·견적을 검토합니다. 장비와 안전 조건이 없으면 확인 질문과 대안으로 남기며 현장 통과라고 쓰지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1. 변경 이력에 필요한 것은? → 전후·이유·영향·담당입니다.</a:t>
            </a:r>
          </a:p>
          <a:p xmlns:a="http://schemas.openxmlformats.org/drawingml/2006/main">
            <a:r>
              <a:t>2. 미확정 질문은 어떻게 전달하나요? → 확인 방법과 함께 남깁니다.</a:t>
            </a:r>
          </a:p>
          <a:p xmlns:a="http://schemas.openxmlformats.org/drawingml/2006/main">
            <a:r>
              <a:t>3. 오늘 기획 완료가 실제 제품 완료인가요? →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발표에서 동료가 “카메라가 없는데 카메라 시험이 통과인가요?”라고 묻습니다. 좋은 답은 자신 있게 가능하다고 말하는 대신 현재 근거와 남은 확인을 연결하는 것입니다. 한 장 기획서는 문제, 작은 범위, 데이터 흐름, 시험과 실행 계획이 서로 모순되지 않게 묶인 결정 문서입니다.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outputs/2026-10-30/instructor-notes.md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b8945eb30146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bfcd93d2f94fff" /><Relationship Type="http://schemas.openxmlformats.org/officeDocument/2006/relationships/slideLayout" Target="/ppt/slideLayouts/slideLayout1.xml" Id="Rdc5681432a6c47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5681432a6c47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497b09ec0a74f9f" /><Relationship Type="http://schemas.openxmlformats.org/officeDocument/2006/relationships/notesSlide" Target="/ppt/notesSlides/notesSlide1.xml" Id="R5fb6992e62f74a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6bc8726b1824c5c" /><Relationship Type="http://schemas.openxmlformats.org/officeDocument/2006/relationships/notesSlide" Target="/ppt/notesSlides/notesSlide2.xml" Id="R15a107bb44d041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51e16dd2f4347fa" /><Relationship Type="http://schemas.openxmlformats.org/officeDocument/2006/relationships/notesSlide" Target="/ppt/notesSlides/notesSlide3.xml" Id="Re0c415c110f448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b0d02c29dde4061" /><Relationship Type="http://schemas.openxmlformats.org/officeDocument/2006/relationships/notesSlide" Target="/ppt/notesSlides/notesSlide4.xml" Id="Rbf3791ff078c4e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48bd271d73b4a02" /><Relationship Type="http://schemas.openxmlformats.org/officeDocument/2006/relationships/notesSlide" Target="/ppt/notesSlides/notesSlide5.xml" Id="R1b001bfc8179425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dc0181c39ee4629" /><Relationship Type="http://schemas.openxmlformats.org/officeDocument/2006/relationships/notesSlide" Target="/ppt/notesSlides/notesSlide6.xml" Id="R4b17d567bf7648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86bb91891dd47eb" /><Relationship Type="http://schemas.openxmlformats.org/officeDocument/2006/relationships/notesSlide" Target="/ppt/notesSlides/notesSlide7.xml" Id="Rc8308164d05b40b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db4d51a937b44e8" /><Relationship Type="http://schemas.openxmlformats.org/officeDocument/2006/relationships/notesSlide" Target="/ppt/notesSlides/notesSlide8.xml" Id="Ra56e8340167d4e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6b851f76aad4332" /><Relationship Type="http://schemas.openxmlformats.org/officeDocument/2006/relationships/notesSlide" Target="/ppt/notesSlides/notesSlide9.xml" Id="R0470731b30794b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8e7d72d480e49ed" /><Relationship Type="http://schemas.openxmlformats.org/officeDocument/2006/relationships/notesSlide" Target="/ppt/notesSlides/notesSlide10.xml" Id="Rc9627c4cb9ec488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c9eed6b54214060" /><Relationship Type="http://schemas.openxmlformats.org/officeDocument/2006/relationships/notesSlide" Target="/ppt/notesSlides/notesSlide11.xml" Id="R72d4c8e2164146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6d1dbdbe0bd450d" /><Relationship Type="http://schemas.openxmlformats.org/officeDocument/2006/relationships/notesSlide" Target="/ppt/notesSlides/notesSlide12.xml" Id="R1271e6a85c8943e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446c99ea4524977" /><Relationship Type="http://schemas.openxmlformats.org/officeDocument/2006/relationships/notesSlide" Target="/ppt/notesSlides/notesSlide13.xml" Id="R2a75e0737a0a41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739cc355eb74e53" /><Relationship Type="http://schemas.openxmlformats.org/officeDocument/2006/relationships/notesSlide" Target="/ppt/notesSlides/notesSlide14.xml" Id="Reb6eb436204d41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d707fc83dd1415f" /><Relationship Type="http://schemas.openxmlformats.org/officeDocument/2006/relationships/notesSlide" Target="/ppt/notesSlides/notesSlide15.xml" Id="Rf0892143566040d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f67b0ec0fcc466a" /><Relationship Type="http://schemas.openxmlformats.org/officeDocument/2006/relationships/notesSlide" Target="/ppt/notesSlides/notesSlide16.xml" Id="Rf74f8f79f4b447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bf1774215e043cc" /><Relationship Type="http://schemas.openxmlformats.org/officeDocument/2006/relationships/notesSlide" Target="/ppt/notesSlides/notesSlide17.xml" Id="Rfdb4236069b4481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f15c6fa23e84d65" /><Relationship Type="http://schemas.openxmlformats.org/officeDocument/2006/relationships/notesSlide" Target="/ppt/notesSlides/notesSlide18.xml" Id="R292ca3b8a796438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c07e7f9fd22470b" /><Relationship Type="http://schemas.openxmlformats.org/officeDocument/2006/relationships/notesSlide" Target="/ppt/notesSlides/notesSlide19.xml" Id="R2b8e1239f3174f5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265265b128b44f8" /><Relationship Type="http://schemas.openxmlformats.org/officeDocument/2006/relationships/notesSlide" Target="/ppt/notesSlides/notesSlide20.xml" Id="R96aeb7b7069b4db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e1cae0cb5c844a0" /><Relationship Type="http://schemas.openxmlformats.org/officeDocument/2006/relationships/notesSlide" Target="/ppt/notesSlides/notesSlide21.xml" Id="Rd4107894ecc54b5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a3e456e39c74ef4" /><Relationship Type="http://schemas.openxmlformats.org/officeDocument/2006/relationships/notesSlide" Target="/ppt/notesSlides/notesSlide22.xml" Id="Rf7f8065acdaf4a2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dcee31ac7e942ea" /><Relationship Type="http://schemas.openxmlformats.org/officeDocument/2006/relationships/notesSlide" Target="/ppt/notesSlides/notesSlide23.xml" Id="Re4fa9de266bb4a7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111bc6c6ba74be5" /><Relationship Type="http://schemas.openxmlformats.org/officeDocument/2006/relationships/notesSlide" Target="/ppt/notesSlides/notesSlide24.xml" Id="R53805618128a481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91e98a4af454b2d" /><Relationship Type="http://schemas.openxmlformats.org/officeDocument/2006/relationships/notesSlide" Target="/ppt/notesSlides/notesSlide25.xml" Id="R77296e9e89ae4f9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8619d897793444b" /><Relationship Type="http://schemas.openxmlformats.org/officeDocument/2006/relationships/notesSlide" Target="/ppt/notesSlides/notesSlide26.xml" Id="R2287cee7632f499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2d64cbdb4184b53" /><Relationship Type="http://schemas.openxmlformats.org/officeDocument/2006/relationships/notesSlide" Target="/ppt/notesSlides/notesSlide27.xml" Id="R4e27574c15784eb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44fc6d670ec4894" /><Relationship Type="http://schemas.openxmlformats.org/officeDocument/2006/relationships/notesSlide" Target="/ppt/notesSlides/notesSlide28.xml" Id="R5b5ab27ff0ea482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fc5e3c9012343c1" /><Relationship Type="http://schemas.openxmlformats.org/officeDocument/2006/relationships/notesSlide" Target="/ppt/notesSlides/notesSlide29.xml" Id="Rd863315c3f554a0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f0900605d714022" /><Relationship Type="http://schemas.openxmlformats.org/officeDocument/2006/relationships/notesSlide" Target="/ppt/notesSlides/notesSlide30.xml" Id="Rf7eb5d00833e44d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bd6b563677f4e1f" /><Relationship Type="http://schemas.openxmlformats.org/officeDocument/2006/relationships/notesSlide" Target="/ppt/notesSlides/notesSlide31.xml" Id="Rc32d33d20f0d4d7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29dc9b451a44e2f" /><Relationship Type="http://schemas.openxmlformats.org/officeDocument/2006/relationships/notesSlide" Target="/ppt/notesSlides/notesSlide32.xml" Id="R8a13ea112d1f4d1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ae5f17c03f247b2" /><Relationship Type="http://schemas.openxmlformats.org/officeDocument/2006/relationships/notesSlide" Target="/ppt/notesSlides/notesSlide33.xml" Id="Rb57447aa69a4417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e76fd3e0a6b451b" /><Relationship Type="http://schemas.openxmlformats.org/officeDocument/2006/relationships/notesSlide" Target="/ppt/notesSlides/notesSlide34.xml" Id="R7aee7eb2adde445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bb96b50687b426b" /><Relationship Type="http://schemas.openxmlformats.org/officeDocument/2006/relationships/notesSlide" Target="/ppt/notesSlides/notesSlide35.xml" Id="R6c6cc83836a6419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404025a48084aa1" /><Relationship Type="http://schemas.openxmlformats.org/officeDocument/2006/relationships/notesSlide" Target="/ppt/notesSlides/notesSlide36.xml" Id="R368b0320ec5343e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3e404c8b50d471f" /><Relationship Type="http://schemas.openxmlformats.org/officeDocument/2006/relationships/notesSlide" Target="/ppt/notesSlides/notesSlide37.xml" Id="R5543d32081d14ea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a60e3d3c1a6b4234" /><Relationship Type="http://schemas.openxmlformats.org/officeDocument/2006/relationships/notesSlide" Target="/ppt/notesSlides/notesSlide38.xml" Id="Rf823832833cb42b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c92574d898154207" /><Relationship Type="http://schemas.openxmlformats.org/officeDocument/2006/relationships/notesSlide" Target="/ppt/notesSlides/notesSlide39.xml" Id="R0fba27fe27de4c4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21fa514207844bb" /><Relationship Type="http://schemas.openxmlformats.org/officeDocument/2006/relationships/notesSlide" Target="/ppt/notesSlides/notesSlide40.xml" Id="Rc74ffa264c7f47c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abfbd9879c449de" /><Relationship Type="http://schemas.openxmlformats.org/officeDocument/2006/relationships/notesSlide" Target="/ppt/notesSlides/notesSlide41.xml" Id="R3d778f0dd41a4fe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7b528f08404bf6" /><Relationship Type="http://schemas.openxmlformats.org/officeDocument/2006/relationships/notesSlide" Target="/ppt/notesSlides/notesSlide42.xml" Id="R68c7e3ffaf2c46e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b26d0d20329141e5" /><Relationship Type="http://schemas.openxmlformats.org/officeDocument/2006/relationships/notesSlide" Target="/ppt/notesSlides/notesSlide43.xml" Id="Rd579581d8eee4c2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aa1c8eba8784cbf" /><Relationship Type="http://schemas.openxmlformats.org/officeDocument/2006/relationships/notesSlide" Target="/ppt/notesSlides/notesSlide44.xml" Id="Rc451b255e520404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eaa38e515ffa4374" /><Relationship Type="http://schemas.openxmlformats.org/officeDocument/2006/relationships/notesSlide" Target="/ppt/notesSlides/notesSlide45.xml" Id="Rdd79ea197e1f4b5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9d8328992d284e46" /><Relationship Type="http://schemas.openxmlformats.org/officeDocument/2006/relationships/notesSlide" Target="/ppt/notesSlides/notesSlide46.xml" Id="R60f541aa735849f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feb9b9480324d9c" /><Relationship Type="http://schemas.openxmlformats.org/officeDocument/2006/relationships/notesSlide" Target="/ppt/notesSlides/notesSlide47.xml" Id="Re4d49f2d48ab43c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6030825ca8e544b2" /><Relationship Type="http://schemas.openxmlformats.org/officeDocument/2006/relationships/notesSlide" Target="/ppt/notesSlides/notesSlide48.xml" Id="R18ea869dd1d4418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87e6f08677246c8" /><Relationship Type="http://schemas.openxmlformats.org/officeDocument/2006/relationships/notesSlide" Target="/ppt/notesSlides/notesSlide49.xml" Id="Rffbee180e3c94e4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3e21891bb6b4f4d" /><Relationship Type="http://schemas.openxmlformats.org/officeDocument/2006/relationships/notesSlide" Target="/ppt/notesSlides/notesSlide50.xml" Id="Reb6e8e7aed024ac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6089ba06c584109" /><Relationship Type="http://schemas.openxmlformats.org/officeDocument/2006/relationships/notesSlide" Target="/ppt/notesSlides/notesSlide51.xml" Id="Rb3448ea7c1524d1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acf85c6321c94955" /><Relationship Type="http://schemas.openxmlformats.org/officeDocument/2006/relationships/notesSlide" Target="/ppt/notesSlides/notesSlide52.xml" Id="R862d05855d7f4e2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9ea2c48a09814813" /><Relationship Type="http://schemas.openxmlformats.org/officeDocument/2006/relationships/notesSlide" Target="/ppt/notesSlides/notesSlide53.xml" Id="R922210c68f71468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5c28d15ff31d4a8c" /><Relationship Type="http://schemas.openxmlformats.org/officeDocument/2006/relationships/notesSlide" Target="/ppt/notesSlides/notesSlide54.xml" Id="R9d6dbc1fdb934f6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b673b9c75904570" /><Relationship Type="http://schemas.openxmlformats.org/officeDocument/2006/relationships/notesSlide" Target="/ppt/notesSlides/notesSlide55.xml" Id="Rf6ad7a75b128450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4c015be0d9cc4611" /><Relationship Type="http://schemas.openxmlformats.org/officeDocument/2006/relationships/notesSlide" Target="/ppt/notesSlides/notesSlide56.xml" Id="Rd9a72d5cc9c4404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a86a4362a4f40c0" /><Relationship Type="http://schemas.openxmlformats.org/officeDocument/2006/relationships/notesSlide" Target="/ppt/notesSlides/notesSlide57.xml" Id="Re6e99ad46c8545b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06d19f7c116d4140" /><Relationship Type="http://schemas.openxmlformats.org/officeDocument/2006/relationships/notesSlide" Target="/ppt/notesSlides/notesSlide58.xml" Id="R89e54119901846b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88302748f754c10" /><Relationship Type="http://schemas.openxmlformats.org/officeDocument/2006/relationships/notesSlide" Target="/ppt/notesSlides/notesSlide59.xml" Id="R740fe64f6f0d4a4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85f4f95f9b14b71" /><Relationship Type="http://schemas.openxmlformats.org/officeDocument/2006/relationships/notesSlide" Target="/ppt/notesSlides/notesSlide60.xml" Id="R268c9695b62d489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492cc045f4fc4454" /><Relationship Type="http://schemas.openxmlformats.org/officeDocument/2006/relationships/notesSlide" Target="/ppt/notesSlides/notesSlide61.xml" Id="Rff29033d71784c7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af7b02bef5849eb" /><Relationship Type="http://schemas.openxmlformats.org/officeDocument/2006/relationships/notesSlide" Target="/ppt/notesSlides/notesSlide62.xml" Id="R423b24e51ccf4bd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78b674806024398" /><Relationship Type="http://schemas.openxmlformats.org/officeDocument/2006/relationships/notesSlide" Target="/ppt/notesSlides/notesSlide63.xml" Id="R5c1f0a2f2e2544c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f5eece34d874e3d" /><Relationship Type="http://schemas.openxmlformats.org/officeDocument/2006/relationships/notesSlide" Target="/ppt/notesSlides/notesSlide64.xml" Id="R0a03e926d0474fa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269d6bee164413a" /><Relationship Type="http://schemas.openxmlformats.org/officeDocument/2006/relationships/notesSlide" Target="/ppt/notesSlides/notesSlide65.xml" Id="R060846c4a61a412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a31dac69d2b84860" /><Relationship Type="http://schemas.openxmlformats.org/officeDocument/2006/relationships/notesSlide" Target="/ppt/notesSlides/notesSlide66.xml" Id="R48657684faf64c6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ce6dc3468914843" /><Relationship Type="http://schemas.openxmlformats.org/officeDocument/2006/relationships/notesSlide" Target="/ppt/notesSlides/notesSlide67.xml" Id="Ra8a5bf860e9b4e4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dde57b9a86c04abd" /><Relationship Type="http://schemas.openxmlformats.org/officeDocument/2006/relationships/notesSlide" Target="/ppt/notesSlides/notesSlide68.xml" Id="R4baa2f923953413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88a85f6f343b446b" /><Relationship Type="http://schemas.openxmlformats.org/officeDocument/2006/relationships/notesSlide" Target="/ppt/notesSlides/notesSlide69.xml" Id="R97cd6428b94c479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2fec4474760940a0" /><Relationship Type="http://schemas.openxmlformats.org/officeDocument/2006/relationships/notesSlide" Target="/ppt/notesSlides/notesSlide70.xml" Id="Rc449c3612a9a43e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11a9118cdc66484d" /><Relationship Type="http://schemas.openxmlformats.org/officeDocument/2006/relationships/notesSlide" Target="/ppt/notesSlides/notesSlide71.xml" Id="R0ef5e19c4e8a423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3aee0e7fdb44f81" /><Relationship Type="http://schemas.openxmlformats.org/officeDocument/2006/relationships/notesSlide" Target="/ppt/notesSlides/notesSlide72.xml" Id="R24fd3510f453421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f3d1d91fbd3144bb" /><Relationship Type="http://schemas.openxmlformats.org/officeDocument/2006/relationships/notesSlide" Target="/ppt/notesSlides/notesSlide73.xml" Id="Rf294a7055be84de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be93651d07c41a8" /><Relationship Type="http://schemas.openxmlformats.org/officeDocument/2006/relationships/notesSlide" Target="/ppt/notesSlides/notesSlide74.xml" Id="Rf51da7734ec94c0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623336a50b784a86" /><Relationship Type="http://schemas.openxmlformats.org/officeDocument/2006/relationships/notesSlide" Target="/ppt/notesSlides/notesSlide75.xml" Id="R93ea4501b90f4fc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d1275678ee34731" /><Relationship Type="http://schemas.openxmlformats.org/officeDocument/2006/relationships/notesSlide" Target="/ppt/notesSlides/notesSlide76.xml" Id="R4e7c20ec469d46a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45d56c6742624568" /><Relationship Type="http://schemas.openxmlformats.org/officeDocument/2006/relationships/notesSlide" Target="/ppt/notesSlides/notesSlide77.xml" Id="Rb6703407e5b14af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dbb4ca8deead4fd3" /><Relationship Type="http://schemas.openxmlformats.org/officeDocument/2006/relationships/notesSlide" Target="/ppt/notesSlides/notesSlide78.xml" Id="R78ad7527241146e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98927aba89354422" /><Relationship Type="http://schemas.openxmlformats.org/officeDocument/2006/relationships/notesSlide" Target="/ppt/notesSlides/notesSlide79.xml" Id="R5c44d8d07e994b1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e7c0e209df2a47a0" /><Relationship Type="http://schemas.openxmlformats.org/officeDocument/2006/relationships/notesSlide" Target="/ppt/notesSlides/notesSlide80.xml" Id="Rc95614a4ea674911"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172b71f6aae5478c" /><Relationship Type="http://schemas.openxmlformats.org/officeDocument/2006/relationships/notesSlide" Target="/ppt/notesSlides/notesSlide81.xml" Id="R138b7b48ea18436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b0f89156f3f24bd8" /><Relationship Type="http://schemas.openxmlformats.org/officeDocument/2006/relationships/notesSlide" Target="/ppt/notesSlides/notesSlide82.xml" Id="R8eefac9b1767441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29349d30c0e54add" /><Relationship Type="http://schemas.openxmlformats.org/officeDocument/2006/relationships/notesSlide" Target="/ppt/notesSlides/notesSlide83.xml" Id="R38bb7ae91f47490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c69a17cf2c044adf" /><Relationship Type="http://schemas.openxmlformats.org/officeDocument/2006/relationships/notesSlide" Target="/ppt/notesSlides/notesSlide84.xml" Id="R97bd0c95338a4f19"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536e1770f6294cda" /><Relationship Type="http://schemas.openxmlformats.org/officeDocument/2006/relationships/notesSlide" Target="/ppt/notesSlides/notesSlide85.xml" Id="R47590b7a6584474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7c349c0dd34345f6" /><Relationship Type="http://schemas.openxmlformats.org/officeDocument/2006/relationships/notesSlide" Target="/ppt/notesSlides/notesSlide86.xml" Id="R1d826866c2654475"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544b6d1ea94e4311" /><Relationship Type="http://schemas.openxmlformats.org/officeDocument/2006/relationships/notesSlide" Target="/ppt/notesSlides/notesSlide87.xml" Id="R0b0c33aff5b3400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48d2919b297e4faf" /><Relationship Type="http://schemas.openxmlformats.org/officeDocument/2006/relationships/notesSlide" Target="/ppt/notesSlides/notesSlide88.xml" Id="R4ccca0bcd54943d4"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d07e900cf254b4a" /><Relationship Type="http://schemas.openxmlformats.org/officeDocument/2006/relationships/notesSlide" Target="/ppt/notesSlides/notesSlide89.xml" Id="Rdf252f8ec3044fc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c39315a39e384682" /><Relationship Type="http://schemas.openxmlformats.org/officeDocument/2006/relationships/notesSlide" Target="/ppt/notesSlides/notesSlide90.xml" Id="R6974c1b69ea0484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bb71e18c7c40445a" /><Relationship Type="http://schemas.openxmlformats.org/officeDocument/2006/relationships/notesSlide" Target="/ppt/notesSlides/notesSlide91.xml" Id="R0d950f637e3040c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5e57797285134133" /><Relationship Type="http://schemas.openxmlformats.org/officeDocument/2006/relationships/notesSlide" Target="/ppt/notesSlides/notesSlide92.xml" Id="R392f1661dd73423d"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c6d9b07c1de34c4d" /><Relationship Type="http://schemas.openxmlformats.org/officeDocument/2006/relationships/notesSlide" Target="/ppt/notesSlides/notesSlide93.xml" Id="R57a7da78d3db4dfc"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5f847c24c084456b" /><Relationship Type="http://schemas.openxmlformats.org/officeDocument/2006/relationships/notesSlide" Target="/ppt/notesSlides/notesSlide94.xml" Id="Rcaed6ddf2f2f4e4a"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e85dea670844941" /><Relationship Type="http://schemas.openxmlformats.org/officeDocument/2006/relationships/notesSlide" Target="/ppt/notesSlides/notesSlide95.xml" Id="R11bd6f31a17742ac"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bec6d01544c94999" /><Relationship Type="http://schemas.openxmlformats.org/officeDocument/2006/relationships/notesSlide" Target="/ppt/notesSlides/notesSlide96.xml" Id="Rb286167eb49c459d"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9126b9e548cd4f72" /><Relationship Type="http://schemas.openxmlformats.org/officeDocument/2006/relationships/notesSlide" Target="/ppt/notesSlides/notesSlide97.xml" Id="R9314cf0c345a4687"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4d207361f7244e0" /><Relationship Type="http://schemas.openxmlformats.org/officeDocument/2006/relationships/notesSlide" Target="/ppt/notesSlides/notesSlide98.xml" Id="R8e8ba69985834aaf"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9a3ad6c86cde48bd" /><Relationship Type="http://schemas.openxmlformats.org/officeDocument/2006/relationships/notesSlide" Target="/ppt/notesSlides/notesSlide99.xml" Id="Red1a2fa9134142e9"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aa1d4dfde0834791" /><Relationship Type="http://schemas.openxmlformats.org/officeDocument/2006/relationships/notesSlide" Target="/ppt/notesSlides/notesSlide100.xml" Id="Rf66d90e0bbfd44f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70559a5cc21f4f7a" /><Relationship Type="http://schemas.openxmlformats.org/officeDocument/2006/relationships/notesSlide" Target="/ppt/notesSlides/notesSlide101.xml" Id="Rf48e677366f340fa"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2aa408635240480a" /><Relationship Type="http://schemas.openxmlformats.org/officeDocument/2006/relationships/notesSlide" Target="/ppt/notesSlides/notesSlide102.xml" Id="R4e4fa78ac6ed4082"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863561-B929-48E1-B8A6-DE1BFED84642}"/>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91DC462A-A873-4EF9-9781-F518BC2CAA74}"/>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프로젝트 기획</a:t>
            </a:r>
          </a:p>
        </p:txBody>
      </p:sp>
      <p:sp>
        <p:nvSpPr>
          <p:cNvPr id="3" name="">
            <a:extLst xmlns:a="http://schemas.openxmlformats.org/drawingml/2006/main">
              <a:ext uri="{FF2B5EF4-FFF2-40B4-BE49-F238E27FC236}">
                <a16:creationId xmlns:a16="http://schemas.microsoft.com/office/drawing/2014/main" id="{05D02CD5-8BEB-4613-9D21-DF18784C4FE1}"/>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2026-10-30</a:t>
            </a:r>
          </a:p>
        </p:txBody>
      </p:sp>
      <p:sp>
        <p:nvSpPr>
          <p:cNvPr id="4" name="">
            <a:extLst xmlns:a="http://schemas.openxmlformats.org/drawingml/2006/main">
              <a:ext uri="{FF2B5EF4-FFF2-40B4-BE49-F238E27FC236}">
                <a16:creationId xmlns:a16="http://schemas.microsoft.com/office/drawing/2014/main" id="{1DC1EE26-DBE5-48F4-8C7A-5B16DB9D968A}"/>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오늘은 개념을 읽고 직접 예상해 봅니다.</a:t>
            </a:r>
          </a:p>
        </p:txBody>
      </p:sp>
      <p:sp>
        <p:nvSpPr>
          <p:cNvPr id="5" name="">
            <a:extLst xmlns:a="http://schemas.openxmlformats.org/drawingml/2006/main">
              <a:ext uri="{FF2B5EF4-FFF2-40B4-BE49-F238E27FC236}">
                <a16:creationId xmlns:a16="http://schemas.microsoft.com/office/drawing/2014/main" id="{D6E9E972-FC9C-47EF-936B-26FDBB492B59}"/>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3163FF3B-9394-43E0-B8C2-69ED252F5B8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BC6CDA-C6BB-433D-9556-93D959785A5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2F816422-DA4E-4440-B424-6C5E299AE18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2063755206"/>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1B940D9-3B70-4014-A9D3-42B6199EA72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2026.10.30</a:t>
            </a:r>
          </a:p>
        </p:txBody>
      </p:sp>
      <p:sp>
        <p:nvSpPr>
          <p:cNvPr id="2" name="">
            <a:extLst xmlns:a="http://schemas.openxmlformats.org/drawingml/2006/main">
              <a:ext uri="{FF2B5EF4-FFF2-40B4-BE49-F238E27FC236}">
                <a16:creationId xmlns:a16="http://schemas.microsoft.com/office/drawing/2014/main" id="{6A49ED7A-B3DB-4F28-97AE-08F692932CC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 폴더와 학생 작업 파일</a:t>
            </a:r>
          </a:p>
        </p:txBody>
      </p:sp>
      <p:sp>
        <p:nvSpPr>
          <p:cNvPr id="3" name="">
            <a:extLst xmlns:a="http://schemas.openxmlformats.org/drawingml/2006/main">
              <a:ext uri="{FF2B5EF4-FFF2-40B4-BE49-F238E27FC236}">
                <a16:creationId xmlns:a16="http://schemas.microsoft.com/office/drawing/2014/main" id="{787299E9-F205-4C8E-B191-93B91873698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DD8CEE9-11A2-40CD-9BB0-F88F9C57A260}"/>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data</a:t>
            </a:r>
            <a:r>
              <a:t>: 읽을 입력</a:t>
            </a:r>
          </a:p>
        </p:txBody>
      </p:sp>
      <p:sp>
        <p:nvSpPr>
          <p:cNvPr id="5" name="">
            <a:extLst xmlns:a="http://schemas.openxmlformats.org/drawingml/2006/main">
              <a:ext uri="{FF2B5EF4-FFF2-40B4-BE49-F238E27FC236}">
                <a16:creationId xmlns:a16="http://schemas.microsoft.com/office/drawing/2014/main" id="{BF1B4F23-99E6-42A6-A2BB-C4B8EA15F6A1}"/>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7DFC277-8CFF-4EB0-BBC4-63CBB3B6DF63}"/>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B942F8F-624B-4A23-9049-89AF11D3B54C}"/>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 제공 참고 코드</a:t>
            </a:r>
          </a:p>
        </p:txBody>
      </p:sp>
      <p:sp>
        <p:nvSpPr>
          <p:cNvPr id="8" name="">
            <a:extLst xmlns:a="http://schemas.openxmlformats.org/drawingml/2006/main">
              <a:ext uri="{FF2B5EF4-FFF2-40B4-BE49-F238E27FC236}">
                <a16:creationId xmlns:a16="http://schemas.microsoft.com/office/drawing/2014/main" id="{CA6BFF90-8232-4DF1-9D4F-9937CAFACD69}"/>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4E632F0-AC82-4673-AC21-0DE73CDBACE6}"/>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3242F60-4D09-4D89-86AA-8E7734A91B7A}"/>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 나의 복사본과 기록</a:t>
            </a:r>
          </a:p>
        </p:txBody>
      </p:sp>
      <p:sp>
        <p:nvSpPr>
          <p:cNvPr id="11" name="">
            <a:extLst xmlns:a="http://schemas.openxmlformats.org/drawingml/2006/main">
              <a:ext uri="{FF2B5EF4-FFF2-40B4-BE49-F238E27FC236}">
                <a16:creationId xmlns:a16="http://schemas.microsoft.com/office/drawing/2014/main" id="{4F0609E4-AB09-4857-9E26-4A71EF6A36ED}"/>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1BEBC08-9539-4CC8-87E0-53ACC829E56F}"/>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FBF7D6E5-46F4-4C20-8E73-BE157792DAF2}"/>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저장한 뒤 실행해야 결과가 나옵니다.</a:t>
            </a:r>
          </a:p>
        </p:txBody>
      </p:sp>
      <p:sp>
        <p:nvSpPr>
          <p:cNvPr id="14" name="">
            <a:extLst xmlns:a="http://schemas.openxmlformats.org/drawingml/2006/main">
              <a:ext uri="{FF2B5EF4-FFF2-40B4-BE49-F238E27FC236}">
                <a16:creationId xmlns:a16="http://schemas.microsoft.com/office/drawing/2014/main" id="{3EC61D56-D536-4049-9612-FFBEF578CD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76B9452-D6F9-419A-B550-9557E175E5F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72FA0285-5F3B-4519-964F-9EA3CBADB0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2130069928"/>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2E215D4-1CF2-47FD-813D-1B034C4E5B4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2026.10.30</a:t>
            </a:r>
          </a:p>
        </p:txBody>
      </p:sp>
      <p:sp>
        <p:nvSpPr>
          <p:cNvPr id="2" name="">
            <a:extLst xmlns:a="http://schemas.openxmlformats.org/drawingml/2006/main">
              <a:ext uri="{FF2B5EF4-FFF2-40B4-BE49-F238E27FC236}">
                <a16:creationId xmlns:a16="http://schemas.microsoft.com/office/drawing/2014/main" id="{1B925BCA-44C1-47E6-A3B6-FA9D9C5C4F2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6교시 일정</a:t>
            </a:r>
          </a:p>
        </p:txBody>
      </p:sp>
      <p:sp>
        <p:nvSpPr>
          <p:cNvPr id="3" name="">
            <a:extLst xmlns:a="http://schemas.openxmlformats.org/drawingml/2006/main">
              <a:ext uri="{FF2B5EF4-FFF2-40B4-BE49-F238E27FC236}">
                <a16:creationId xmlns:a16="http://schemas.microsoft.com/office/drawing/2014/main" id="{9DD5D891-F41C-4CB2-A318-C98620CCF33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C706A08-2124-4A28-ABDE-847B9473403B}"/>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1·2교시 10:00~11:50</a:t>
            </a:r>
          </a:p>
        </p:txBody>
      </p:sp>
      <p:sp>
        <p:nvSpPr>
          <p:cNvPr id="5" name="">
            <a:extLst xmlns:a="http://schemas.openxmlformats.org/drawingml/2006/main">
              <a:ext uri="{FF2B5EF4-FFF2-40B4-BE49-F238E27FC236}">
                <a16:creationId xmlns:a16="http://schemas.microsoft.com/office/drawing/2014/main" id="{68D71A18-47FA-4267-A0B4-8670225F35A3}"/>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842C97-F2E5-48F6-B082-27A639531415}"/>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4C85684-AF78-422D-BFBC-9B8F2DA9670B}"/>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a:t>
            </a:r>
          </a:p>
        </p:txBody>
      </p:sp>
      <p:sp>
        <p:nvSpPr>
          <p:cNvPr id="8" name="">
            <a:extLst xmlns:a="http://schemas.openxmlformats.org/drawingml/2006/main">
              <a:ext uri="{FF2B5EF4-FFF2-40B4-BE49-F238E27FC236}">
                <a16:creationId xmlns:a16="http://schemas.microsoft.com/office/drawing/2014/main" id="{5993CAA4-3A4E-407E-B6AE-D2914DBECB61}"/>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585F63-5161-4488-9CCF-61520F7D0DE6}"/>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BFF0650-C6D8-47D5-A5C9-6A0CD7BD413A}"/>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3~6교시 13:00~16:50</a:t>
            </a:r>
          </a:p>
        </p:txBody>
      </p:sp>
      <p:sp>
        <p:nvSpPr>
          <p:cNvPr id="11" name="">
            <a:extLst xmlns:a="http://schemas.openxmlformats.org/drawingml/2006/main">
              <a:ext uri="{FF2B5EF4-FFF2-40B4-BE49-F238E27FC236}">
                <a16:creationId xmlns:a16="http://schemas.microsoft.com/office/drawing/2014/main" id="{C343DE57-5C74-4C7D-AA60-FE859CFE143E}"/>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39E55FB-B480-4DFB-94DF-E5AA90676B20}"/>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7306F4F3-B99A-4FEC-9E92-0B0289D0EA06}"/>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수업 300분</a:t>
            </a:r>
            <a:r>
              <a:t> · 나머지는 휴식과 정리입니다.</a:t>
            </a:r>
          </a:p>
        </p:txBody>
      </p:sp>
      <p:sp>
        <p:nvSpPr>
          <p:cNvPr id="14" name="">
            <a:extLst xmlns:a="http://schemas.openxmlformats.org/drawingml/2006/main">
              <a:ext uri="{FF2B5EF4-FFF2-40B4-BE49-F238E27FC236}">
                <a16:creationId xmlns:a16="http://schemas.microsoft.com/office/drawing/2014/main" id="{CD029513-938C-4637-AD75-D9CF073C1F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B9CC724-C567-458E-AD53-81BB2F2194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8E74EDFC-9DDA-4317-AA11-10F122DB96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721028293"/>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0CF2C5D-429C-434F-8D9B-C9D7E570A8C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2026.10.30</a:t>
            </a:r>
          </a:p>
        </p:txBody>
      </p:sp>
      <p:sp>
        <p:nvSpPr>
          <p:cNvPr id="2" name="">
            <a:extLst xmlns:a="http://schemas.openxmlformats.org/drawingml/2006/main">
              <a:ext uri="{FF2B5EF4-FFF2-40B4-BE49-F238E27FC236}">
                <a16:creationId xmlns:a16="http://schemas.microsoft.com/office/drawing/2014/main" id="{349AEC9C-5A80-4950-94F8-D96D7FAF8C8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시연·수정·비교·설명</a:t>
            </a:r>
          </a:p>
        </p:txBody>
      </p:sp>
      <p:sp>
        <p:nvSpPr>
          <p:cNvPr id="3" name="">
            <a:extLst xmlns:a="http://schemas.openxmlformats.org/drawingml/2006/main">
              <a:ext uri="{FF2B5EF4-FFF2-40B4-BE49-F238E27FC236}">
                <a16:creationId xmlns:a16="http://schemas.microsoft.com/office/drawing/2014/main" id="{B837F96A-7E2C-4829-B5DF-02DAD15CCAE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8A0292B-2E51-4660-8081-93B9BCB4C5E1}"/>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시연을 봅니다.</a:t>
            </a:r>
          </a:p>
        </p:txBody>
      </p:sp>
      <p:sp>
        <p:nvSpPr>
          <p:cNvPr id="5" name="">
            <a:extLst xmlns:a="http://schemas.openxmlformats.org/drawingml/2006/main">
              <a:ext uri="{FF2B5EF4-FFF2-40B4-BE49-F238E27FC236}">
                <a16:creationId xmlns:a16="http://schemas.microsoft.com/office/drawing/2014/main" id="{2CD3209E-6109-4B8F-BC80-653F7D251DCE}"/>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5CE50D-2968-43D4-8A1A-053CDE848C7E}"/>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0B6E09A-C99A-4EF8-AE2D-7A3B07D9D4E3}"/>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같이 따라 하고 한 값을 바꿉니다.</a:t>
            </a:r>
          </a:p>
        </p:txBody>
      </p:sp>
      <p:sp>
        <p:nvSpPr>
          <p:cNvPr id="8" name="">
            <a:extLst xmlns:a="http://schemas.openxmlformats.org/drawingml/2006/main">
              <a:ext uri="{FF2B5EF4-FFF2-40B4-BE49-F238E27FC236}">
                <a16:creationId xmlns:a16="http://schemas.microsoft.com/office/drawing/2014/main" id="{447464EE-F0AF-4342-8136-F10FFB15A904}"/>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7C4211D-0B3C-42A7-B51C-B7ED9F815EA4}"/>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90A1D33-74DF-4599-A243-EE03641300A4}"/>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예상과 결과를 비교합니다.</a:t>
            </a:r>
          </a:p>
        </p:txBody>
      </p:sp>
      <p:sp>
        <p:nvSpPr>
          <p:cNvPr id="11" name="">
            <a:extLst xmlns:a="http://schemas.openxmlformats.org/drawingml/2006/main">
              <a:ext uri="{FF2B5EF4-FFF2-40B4-BE49-F238E27FC236}">
                <a16:creationId xmlns:a16="http://schemas.microsoft.com/office/drawing/2014/main" id="{8C801C87-68E1-45FD-AE49-480FEA822BEE}"/>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D8114E-BD84-4BD1-8AA4-B9AB2858FA24}"/>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2D234C86-BDB5-4E12-A75D-1E6C228617F9}"/>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왜 그런지 자기 말로 설명합니다.</a:t>
            </a:r>
          </a:p>
        </p:txBody>
      </p:sp>
      <p:sp>
        <p:nvSpPr>
          <p:cNvPr id="14" name="">
            <a:extLst xmlns:a="http://schemas.openxmlformats.org/drawingml/2006/main">
              <a:ext uri="{FF2B5EF4-FFF2-40B4-BE49-F238E27FC236}">
                <a16:creationId xmlns:a16="http://schemas.microsoft.com/office/drawing/2014/main" id="{77FA0174-429B-42A0-8213-1BE7A43621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0355322-C506-450B-92B5-D6EE63491E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B78E1E63-EFF7-4DA5-A00B-385BFF234E3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523261454"/>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589271-CE88-49F3-8A71-1E6F0108FE52}"/>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539E85-D1B1-43EF-8262-11F17B8B982B}"/>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7E68BC83-1B24-466F-B699-13C2DD538428}"/>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82BDD85D-8476-4666-B34E-0062ADD4F4F9}"/>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문제·사용자·근거</a:t>
            </a:r>
          </a:p>
        </p:txBody>
      </p:sp>
      <p:sp>
        <p:nvSpPr>
          <p:cNvPr id="5" name="">
            <a:extLst xmlns:a="http://schemas.openxmlformats.org/drawingml/2006/main">
              <a:ext uri="{FF2B5EF4-FFF2-40B4-BE49-F238E27FC236}">
                <a16:creationId xmlns:a16="http://schemas.microsoft.com/office/drawing/2014/main" id="{032FF75F-4F95-4209-98A1-983F062FA9A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3E8E25-CAF9-4707-8885-75356490760F}"/>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D4C57798-83A9-40D1-9271-1F11843721C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A01 · A02 · A03</a:t>
            </a:r>
          </a:p>
        </p:txBody>
      </p:sp>
      <p:sp>
        <p:nvSpPr>
          <p:cNvPr id="8" name="">
            <a:extLst xmlns:a="http://schemas.openxmlformats.org/drawingml/2006/main">
              <a:ext uri="{FF2B5EF4-FFF2-40B4-BE49-F238E27FC236}">
                <a16:creationId xmlns:a16="http://schemas.microsoft.com/office/drawing/2014/main" id="{6A718A44-CEEB-4556-805B-84AB4E432E1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A8C5D05A-E524-4708-A442-A6A9C3CA154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87C89EA3-0C60-44FF-82FE-8CD3D53825FB}"/>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717444774"/>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DB051F-FDD8-445A-9C54-05178BC029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2DD4653-4AE3-4DE3-AA79-0B8DE0CD9FA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직접 사용자와 관계자</a:t>
            </a:r>
          </a:p>
        </p:txBody>
      </p:sp>
      <p:sp>
        <p:nvSpPr>
          <p:cNvPr id="3" name="">
            <a:extLst xmlns:a="http://schemas.openxmlformats.org/drawingml/2006/main">
              <a:ext uri="{FF2B5EF4-FFF2-40B4-BE49-F238E27FC236}">
                <a16:creationId xmlns:a16="http://schemas.microsoft.com/office/drawing/2014/main" id="{4DB29D83-8E14-4509-8479-5538E43DAAA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820738F-5F01-4112-AEA3-2783EB7E141E}"/>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마감 전에 미확인 기록을 찾는 담당자</a:t>
            </a:r>
          </a:p>
        </p:txBody>
      </p:sp>
      <p:sp>
        <p:nvSpPr>
          <p:cNvPr id="5" name="">
            <a:extLst xmlns:a="http://schemas.openxmlformats.org/drawingml/2006/main">
              <a:ext uri="{FF2B5EF4-FFF2-40B4-BE49-F238E27FC236}">
                <a16:creationId xmlns:a16="http://schemas.microsoft.com/office/drawing/2014/main" id="{3B54BC11-77AF-4CBB-90D6-A230DBE55B5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학생과 시설 담당자는 역할이 다릅니다.</a:t>
            </a:r>
          </a:p>
        </p:txBody>
      </p:sp>
      <p:sp>
        <p:nvSpPr>
          <p:cNvPr id="6" name="">
            <a:extLst xmlns:a="http://schemas.openxmlformats.org/drawingml/2006/main">
              <a:ext uri="{FF2B5EF4-FFF2-40B4-BE49-F238E27FC236}">
                <a16:creationId xmlns:a16="http://schemas.microsoft.com/office/drawing/2014/main" id="{73ECD290-63D2-44F6-82A4-855CA845EBC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B638FEA-8A5D-4A96-A827-C454AAD7AA9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A446C7C3-B6C2-4BD2-839B-B1E4664B96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1643186599"/>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6F68A3-5B5D-4FF9-B02F-5E39CE6B9A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358AF2B-DDB6-4159-9ECD-9752B5C2FF9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문제와 기능 후보</a:t>
            </a:r>
          </a:p>
        </p:txBody>
      </p:sp>
      <p:sp>
        <p:nvSpPr>
          <p:cNvPr id="3" name="">
            <a:extLst xmlns:a="http://schemas.openxmlformats.org/drawingml/2006/main">
              <a:ext uri="{FF2B5EF4-FFF2-40B4-BE49-F238E27FC236}">
                <a16:creationId xmlns:a16="http://schemas.microsoft.com/office/drawing/2014/main" id="{C81BC5F7-4440-4FC4-BAED-BB20CE0771A2}"/>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문제:</a:t>
            </a:r>
          </a:p>
        </p:txBody>
      </p:sp>
      <p:sp>
        <p:nvSpPr>
          <p:cNvPr id="4" name="">
            <a:extLst xmlns:a="http://schemas.openxmlformats.org/drawingml/2006/main">
              <a:ext uri="{FF2B5EF4-FFF2-40B4-BE49-F238E27FC236}">
                <a16:creationId xmlns:a16="http://schemas.microsoft.com/office/drawing/2014/main" id="{B54D4744-EFE0-4794-8899-4953AD3CE1EB}"/>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기록을 찾느라 확인이 늦습니다.</a:t>
            </a:r>
          </a:p>
        </p:txBody>
      </p:sp>
      <p:sp>
        <p:nvSpPr>
          <p:cNvPr id="5" name="">
            <a:extLst xmlns:a="http://schemas.openxmlformats.org/drawingml/2006/main">
              <a:ext uri="{FF2B5EF4-FFF2-40B4-BE49-F238E27FC236}">
                <a16:creationId xmlns:a16="http://schemas.microsoft.com/office/drawing/2014/main" id="{9E5AAE4B-6139-4905-8C46-D9ADB65CDDA2}"/>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2D98CF-5D68-4E8C-9DF8-E28CEAEABA8A}"/>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기능 후보:</a:t>
            </a:r>
          </a:p>
        </p:txBody>
      </p:sp>
      <p:sp>
        <p:nvSpPr>
          <p:cNvPr id="7" name="">
            <a:extLst xmlns:a="http://schemas.openxmlformats.org/drawingml/2006/main">
              <a:ext uri="{FF2B5EF4-FFF2-40B4-BE49-F238E27FC236}">
                <a16:creationId xmlns:a16="http://schemas.microsoft.com/office/drawing/2014/main" id="{37353D5A-A1E0-4FF7-9C5E-A2EE91E76A5A}"/>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미확인 목록을 보여 줍니다.</a:t>
            </a:r>
          </a:p>
        </p:txBody>
      </p:sp>
      <p:sp>
        <p:nvSpPr>
          <p:cNvPr id="8" name="">
            <a:extLst xmlns:a="http://schemas.openxmlformats.org/drawingml/2006/main">
              <a:ext uri="{FF2B5EF4-FFF2-40B4-BE49-F238E27FC236}">
                <a16:creationId xmlns:a16="http://schemas.microsoft.com/office/drawing/2014/main" id="{AEF47AA7-8DD5-4038-BE86-D76DCC4861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F100A63-6095-4802-9F7C-C2091A7341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A55CE98-621C-4BB0-B7DB-8FF6C796223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1125955855"/>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20CA47-3FC4-476C-858A-2BD2A83F82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8A18BCB-E679-423D-85AD-F35AD08A498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가상 근거와 관찰</a:t>
            </a:r>
          </a:p>
        </p:txBody>
      </p:sp>
      <p:sp>
        <p:nvSpPr>
          <p:cNvPr id="3" name="">
            <a:extLst xmlns:a="http://schemas.openxmlformats.org/drawingml/2006/main">
              <a:ext uri="{FF2B5EF4-FFF2-40B4-BE49-F238E27FC236}">
                <a16:creationId xmlns:a16="http://schemas.microsoft.com/office/drawing/2014/main" id="{79D477FA-1CE2-4309-8D07-CAC16C5D270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가상 대여 20건 중 기록 지연 4건</a:t>
            </a:r>
          </a:p>
        </p:txBody>
      </p:sp>
      <p:sp>
        <p:nvSpPr>
          <p:cNvPr id="4" name="">
            <a:extLst xmlns:a="http://schemas.openxmlformats.org/drawingml/2006/main">
              <a:ext uri="{FF2B5EF4-FFF2-40B4-BE49-F238E27FC236}">
                <a16:creationId xmlns:a16="http://schemas.microsoft.com/office/drawing/2014/main" id="{C2A6B58F-94DE-4B76-B6EC-97CA7CD51531}"/>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표본의 지연 비율은 20%입니다.</a:t>
            </a:r>
          </a:p>
        </p:txBody>
      </p:sp>
      <p:sp>
        <p:nvSpPr>
          <p:cNvPr id="5" name="">
            <a:extLst xmlns:a="http://schemas.openxmlformats.org/drawingml/2006/main">
              <a:ext uri="{FF2B5EF4-FFF2-40B4-BE49-F238E27FC236}">
                <a16:creationId xmlns:a16="http://schemas.microsoft.com/office/drawing/2014/main" id="{2733BCD6-BE9E-472D-B896-6A92DD04E2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EC2E1EE-A045-468C-B055-65561403FA6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6FB87141-ACFF-47B4-A99E-91818835A19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591466755"/>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E92BE5-0EE0-4773-806B-C47542E98BF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91246D4-ACA7-4607-8C21-D2C5147BEE3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관찰과 해석</a:t>
            </a:r>
          </a:p>
        </p:txBody>
      </p:sp>
      <p:sp>
        <p:nvSpPr>
          <p:cNvPr id="3" name="">
            <a:extLst xmlns:a="http://schemas.openxmlformats.org/drawingml/2006/main">
              <a:ext uri="{FF2B5EF4-FFF2-40B4-BE49-F238E27FC236}">
                <a16:creationId xmlns:a16="http://schemas.microsoft.com/office/drawing/2014/main" id="{484D1AD2-A3D9-4DF2-A6D4-A5039C80D7E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5E086F6-2B78-4D57-A95F-4F18188EFD4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기록 확인이 어려울 수 있습니다.</a:t>
            </a:r>
          </a:p>
        </p:txBody>
      </p:sp>
      <p:sp>
        <p:nvSpPr>
          <p:cNvPr id="5" name="">
            <a:extLst xmlns:a="http://schemas.openxmlformats.org/drawingml/2006/main">
              <a:ext uri="{FF2B5EF4-FFF2-40B4-BE49-F238E27FC236}">
                <a16:creationId xmlns:a16="http://schemas.microsoft.com/office/drawing/2014/main" id="{2FBE6EA8-57E9-4407-9901-90A72FB5300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자료만으로 지연 원인을 확정하지 않습니다.</a:t>
            </a:r>
          </a:p>
        </p:txBody>
      </p:sp>
      <p:sp>
        <p:nvSpPr>
          <p:cNvPr id="6" name="">
            <a:extLst xmlns:a="http://schemas.openxmlformats.org/drawingml/2006/main">
              <a:ext uri="{FF2B5EF4-FFF2-40B4-BE49-F238E27FC236}">
                <a16:creationId xmlns:a16="http://schemas.microsoft.com/office/drawing/2014/main" id="{D4639C19-7EA2-417C-89F5-8B94F98802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A34D10-041D-4B8D-B7A0-A7D1437966E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00C11BDB-24D8-4F39-9E9C-E6A33EC4BE2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754489872"/>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2368A8-640A-43B1-A269-CE7906FD9F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C3F63F3-E57C-4306-BB16-96B83197C70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가설과 효과 검증</a:t>
            </a:r>
          </a:p>
        </p:txBody>
      </p:sp>
      <p:sp>
        <p:nvSpPr>
          <p:cNvPr id="3" name="">
            <a:extLst xmlns:a="http://schemas.openxmlformats.org/drawingml/2006/main">
              <a:ext uri="{FF2B5EF4-FFF2-40B4-BE49-F238E27FC236}">
                <a16:creationId xmlns:a16="http://schemas.microsoft.com/office/drawing/2014/main" id="{D41C1CC8-5618-43A9-8085-ED933A6DF00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F12BE89-631B-443C-BC7A-4EDCBE96579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목록이 있으면 찾는 시간이 줄어들 것이다.</a:t>
            </a:r>
          </a:p>
        </p:txBody>
      </p:sp>
      <p:sp>
        <p:nvSpPr>
          <p:cNvPr id="5" name="">
            <a:extLst xmlns:a="http://schemas.openxmlformats.org/drawingml/2006/main">
              <a:ext uri="{FF2B5EF4-FFF2-40B4-BE49-F238E27FC236}">
                <a16:creationId xmlns:a16="http://schemas.microsoft.com/office/drawing/2014/main" id="{0A193F03-8642-4422-A502-B0183A2D19E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효과는 구현 후 현장에서 따로 확인합니다.</a:t>
            </a:r>
          </a:p>
        </p:txBody>
      </p:sp>
      <p:sp>
        <p:nvSpPr>
          <p:cNvPr id="6" name="">
            <a:extLst xmlns:a="http://schemas.openxmlformats.org/drawingml/2006/main">
              <a:ext uri="{FF2B5EF4-FFF2-40B4-BE49-F238E27FC236}">
                <a16:creationId xmlns:a16="http://schemas.microsoft.com/office/drawing/2014/main" id="{9AB69924-ED6C-44AB-903B-B85037D2F5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83C9CB0-F0C4-4BEC-BCC8-F749EEFE98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DCB6C597-6DFE-416E-B09F-B9E8188590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071687911"/>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D49813-CC7C-4BD2-AC11-B965E6EA0EE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CFE3894-D3B6-44B5-A793-95294C29E48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기획 결과물과 현장 효과</a:t>
            </a:r>
          </a:p>
        </p:txBody>
      </p:sp>
      <p:sp>
        <p:nvSpPr>
          <p:cNvPr id="3" name="">
            <a:extLst xmlns:a="http://schemas.openxmlformats.org/drawingml/2006/main">
              <a:ext uri="{FF2B5EF4-FFF2-40B4-BE49-F238E27FC236}">
                <a16:creationId xmlns:a16="http://schemas.microsoft.com/office/drawing/2014/main" id="{A2B85FC2-0A76-4E9E-A483-A4A015AAA84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C8E2DB-087B-48E2-B93A-0B095F32300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오늘 결과물</a:t>
            </a:r>
            <a:r>
              <a:t>: 검토 가능한 기획서</a:t>
            </a:r>
          </a:p>
        </p:txBody>
      </p:sp>
      <p:sp>
        <p:nvSpPr>
          <p:cNvPr id="5" name="">
            <a:extLst xmlns:a="http://schemas.openxmlformats.org/drawingml/2006/main">
              <a:ext uri="{FF2B5EF4-FFF2-40B4-BE49-F238E27FC236}">
                <a16:creationId xmlns:a16="http://schemas.microsoft.com/office/drawing/2014/main" id="{6CF613F0-A25B-4A14-B774-7DD667CEFAE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시간 감소와 현장 효과는 아직 미확인입니다.</a:t>
            </a:r>
          </a:p>
        </p:txBody>
      </p:sp>
      <p:sp>
        <p:nvSpPr>
          <p:cNvPr id="6" name="">
            <a:extLst xmlns:a="http://schemas.openxmlformats.org/drawingml/2006/main">
              <a:ext uri="{FF2B5EF4-FFF2-40B4-BE49-F238E27FC236}">
                <a16:creationId xmlns:a16="http://schemas.microsoft.com/office/drawing/2014/main" id="{EDBA8F5F-3F57-40B2-A270-15F4624327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05D7DAE-0CBB-4EDC-9E6B-B6DF933921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FB6A8471-41A9-455C-B3FE-E61D1AD831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384337283"/>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6060A3-AE24-4556-86D3-BB57DA0F3EE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AF60280-F5BD-4A1A-A549-1A83FBB9462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사용자·문제·기능·가설</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816626"/>
                <a:gridCol w="7156174"/>
              </a:tblGrid>
              <a:tr h="685800">
                <a:tc>
                  <a:txBody>
                    <a:bodyPr wrap="square"/>
                    <a:lstStyle/>
                    <a:p>
                      <a:pPr>
                        <a:lnSpc>
                          <a:spcPct val="94000"/>
                        </a:lnSpc>
                        <a:buNone/>
                      </a:pPr>
                      <a:r>
                        <a:rPr sz="2100" b="1">
                          <a:solidFill>
                            <a:srgbClr val="FFFFFF"/>
                          </a:solidFill>
                          <a:latin typeface="Noto Sans KR"/>
                          <a:ea typeface="Noto Sans KR"/>
                          <a:cs typeface="Noto Sans KR"/>
                        </a:rPr>
                        <a:t>구분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문장</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사용자</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마감 확인 담당자</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문제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전체 기록을 다시 찾음</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기능 후보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미확인 목록 표시</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가설</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탐색 시간이 줄어듦</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498B2395-CB3A-4222-BC82-81F955BF58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5BE843-8B85-40DC-9257-DD9C6A36D2B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6" name="">
            <a:extLst xmlns:a="http://schemas.openxmlformats.org/drawingml/2006/main">
              <a:ext uri="{FF2B5EF4-FFF2-40B4-BE49-F238E27FC236}">
                <a16:creationId xmlns:a16="http://schemas.microsoft.com/office/drawing/2014/main" id="{A8564EBD-6E30-435E-9585-8211A20B44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944359714"/>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4F3BEC6-5355-4F7E-9FA8-0B3C0B68A9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D14B374-ABE0-437F-9C49-265F57A31CF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9A1BBEF3-855F-4057-8C4B-8F91DFA7369C}"/>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6639809-DB06-47DD-A721-7ECB798EEE3E}"/>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관찰 4÷20×100 = 20%</a:t>
            </a:r>
          </a:p>
        </p:txBody>
      </p:sp>
      <p:sp>
        <p:nvSpPr>
          <p:cNvPr id="5" name="">
            <a:extLst xmlns:a="http://schemas.openxmlformats.org/drawingml/2006/main">
              <a:ext uri="{FF2B5EF4-FFF2-40B4-BE49-F238E27FC236}">
                <a16:creationId xmlns:a16="http://schemas.microsoft.com/office/drawing/2014/main" id="{2E4C20FB-4CFD-4B5E-9456-75D3118D66E0}"/>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원인과 개선 효과는 아직 모릅니다.</a:t>
            </a:r>
          </a:p>
        </p:txBody>
      </p:sp>
      <p:sp>
        <p:nvSpPr>
          <p:cNvPr id="6" name="">
            <a:extLst xmlns:a="http://schemas.openxmlformats.org/drawingml/2006/main">
              <a:ext uri="{FF2B5EF4-FFF2-40B4-BE49-F238E27FC236}">
                <a16:creationId xmlns:a16="http://schemas.microsoft.com/office/drawing/2014/main" id="{8E7181B8-2838-48F6-AF8E-4BABCF234AE1}"/>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기획 완료가 제품 효과 검증은 아닙니다.</a:t>
            </a:r>
          </a:p>
        </p:txBody>
      </p:sp>
      <p:sp>
        <p:nvSpPr>
          <p:cNvPr id="7" name="">
            <a:extLst xmlns:a="http://schemas.openxmlformats.org/drawingml/2006/main">
              <a:ext uri="{FF2B5EF4-FFF2-40B4-BE49-F238E27FC236}">
                <a16:creationId xmlns:a16="http://schemas.microsoft.com/office/drawing/2014/main" id="{7B1C1A12-84C8-45EE-BD48-DD47E19653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E8AA405-585A-48C3-B711-461E430698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B2333885-AA5B-4763-8629-60C14373E5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536915741"/>
      </p:ext>
    </p:extLst>
  </p:cSld>
</p:sld>
</file>

<file path=ppt/slides/slide1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1D0101F-B0B0-41B0-B671-9CC840D3B42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74660CFF-C3B9-42A6-8B17-22D3A8BF714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E1B274C2-C118-4D56-929B-5A04A115351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식당 재고 담당자가 품절을 늦게 확인합니다.</a:t>
            </a:r>
          </a:p>
        </p:txBody>
      </p:sp>
      <p:sp>
        <p:nvSpPr>
          <p:cNvPr id="4" name="">
            <a:extLst xmlns:a="http://schemas.openxmlformats.org/drawingml/2006/main">
              <a:ext uri="{FF2B5EF4-FFF2-40B4-BE49-F238E27FC236}">
                <a16:creationId xmlns:a16="http://schemas.microsoft.com/office/drawing/2014/main" id="{A78D0DB3-4747-4442-8ADE-40DFCF12FBD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사용자·문제·기능·가설을 따로 쓰세요.</a:t>
            </a:r>
          </a:p>
        </p:txBody>
      </p:sp>
      <p:sp>
        <p:nvSpPr>
          <p:cNvPr id="5" name="">
            <a:extLst xmlns:a="http://schemas.openxmlformats.org/drawingml/2006/main">
              <a:ext uri="{FF2B5EF4-FFF2-40B4-BE49-F238E27FC236}">
                <a16:creationId xmlns:a16="http://schemas.microsoft.com/office/drawing/2014/main" id="{768847DD-9FB9-4DBA-8626-0929D299F64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AE4B8F-1187-43A8-A70B-FC41AF3632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EFB2AC13-855C-42DA-82F5-C510B47F5B3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014</a:t>
            </a:r>
          </a:p>
        </p:txBody>
      </p:sp>
    </p:spTree>
    <p:extLst>
      <p:ext uri="{BB962C8B-B14F-4D97-AF65-F5344CB8AC3E}">
        <p14:creationId xmlns:p14="http://schemas.microsoft.com/office/powerpoint/2010/main" val="463290119"/>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C607AE-1A0E-4848-9A33-76516127E6A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2083D1C-6E96-4832-AC60-2F249D4264E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FAF52797-B4BD-4244-B283-E4BA2706E180}"/>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사용자</a:t>
            </a:r>
          </a:p>
        </p:txBody>
      </p:sp>
      <p:sp>
        <p:nvSpPr>
          <p:cNvPr id="4" name="">
            <a:extLst xmlns:a="http://schemas.openxmlformats.org/drawingml/2006/main">
              <a:ext uri="{FF2B5EF4-FFF2-40B4-BE49-F238E27FC236}">
                <a16:creationId xmlns:a16="http://schemas.microsoft.com/office/drawing/2014/main" id="{539FD9A5-2DEC-40B8-B617-0DEADD33FA5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91B328-4C7C-4C31-AACB-9FEE2D90BAF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사용자</a:t>
            </a:r>
            <a:r>
              <a:t>: 재고 담당자 · 문제: 확인 지연</a:t>
            </a:r>
          </a:p>
        </p:txBody>
      </p:sp>
      <p:sp>
        <p:nvSpPr>
          <p:cNvPr id="6" name="">
            <a:extLst xmlns:a="http://schemas.openxmlformats.org/drawingml/2006/main">
              <a:ext uri="{FF2B5EF4-FFF2-40B4-BE49-F238E27FC236}">
                <a16:creationId xmlns:a16="http://schemas.microsoft.com/office/drawing/2014/main" id="{1865BBC8-CA0B-4ADC-B558-9F584932AD8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기능: 부족 목록 · 가설: 확인 시간 감소</a:t>
            </a:r>
          </a:p>
        </p:txBody>
      </p:sp>
      <p:sp>
        <p:nvSpPr>
          <p:cNvPr id="7" name="">
            <a:extLst xmlns:a="http://schemas.openxmlformats.org/drawingml/2006/main">
              <a:ext uri="{FF2B5EF4-FFF2-40B4-BE49-F238E27FC236}">
                <a16:creationId xmlns:a16="http://schemas.microsoft.com/office/drawing/2014/main" id="{0334EF2C-5201-4465-B3D7-2F2A89201476}"/>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측정하지 않은 효과를 사실로 쓰지 않습니다.</a:t>
            </a:r>
          </a:p>
        </p:txBody>
      </p:sp>
      <p:sp>
        <p:nvSpPr>
          <p:cNvPr id="8" name="">
            <a:extLst xmlns:a="http://schemas.openxmlformats.org/drawingml/2006/main">
              <a:ext uri="{FF2B5EF4-FFF2-40B4-BE49-F238E27FC236}">
                <a16:creationId xmlns:a16="http://schemas.microsoft.com/office/drawing/2014/main" id="{6B843248-6F62-46FE-934F-111520E63A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80C955-7C1D-4A61-9FCF-85D71FEDED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4F5EE0A6-3B8C-496D-88DE-F97378E7CF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9748342"/>
      </p:ext>
    </p:extLst>
  </p:cSld>
</p:sld>
</file>

<file path=ppt/slides/slide1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BEB0BA-4C48-4047-A076-36D3CD75A5D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4790EF5A-D6CD-49FC-A69E-1C5B64D6436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A7CAED4F-04C0-40D2-AFEC-ABD72EA2DCC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사용자를 학생으로 바꾸면</a:t>
            </a:r>
          </a:p>
        </p:txBody>
      </p:sp>
      <p:sp>
        <p:nvSpPr>
          <p:cNvPr id="4" name="">
            <a:extLst xmlns:a="http://schemas.openxmlformats.org/drawingml/2006/main">
              <a:ext uri="{FF2B5EF4-FFF2-40B4-BE49-F238E27FC236}">
                <a16:creationId xmlns:a16="http://schemas.microsoft.com/office/drawing/2014/main" id="{9F71B2A4-3DA9-464E-9B28-7948EBABAAF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먼저 필요한 정보가 어떻게 달라질까요?</a:t>
            </a:r>
          </a:p>
        </p:txBody>
      </p:sp>
      <p:sp>
        <p:nvSpPr>
          <p:cNvPr id="5" name="">
            <a:extLst xmlns:a="http://schemas.openxmlformats.org/drawingml/2006/main">
              <a:ext uri="{FF2B5EF4-FFF2-40B4-BE49-F238E27FC236}">
                <a16:creationId xmlns:a16="http://schemas.microsoft.com/office/drawing/2014/main" id="{2B5F1F99-5026-43D3-B2E7-E75D783B7EC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219D46-F5BE-4D4E-9966-DBE435E24E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640478C2-AA55-485C-9040-D24838793D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016</a:t>
            </a:r>
          </a:p>
        </p:txBody>
      </p:sp>
    </p:spTree>
    <p:extLst>
      <p:ext uri="{BB962C8B-B14F-4D97-AF65-F5344CB8AC3E}">
        <p14:creationId xmlns:p14="http://schemas.microsoft.com/office/powerpoint/2010/main" val="323149262"/>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0DBE4F-8159-48ED-9455-AA1CE3FFAE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7AEEB7E-91A3-437B-AAA9-A878E73B29D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ABA5CF57-9EC8-4722-BBEC-84B28AECA4E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E50F9B8-83B2-404C-B1A9-6800989458A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AI를 안 쓰는 것이 문제라고 쓰지 않습니다.</a:t>
            </a:r>
          </a:p>
        </p:txBody>
      </p:sp>
      <p:sp>
        <p:nvSpPr>
          <p:cNvPr id="5" name="">
            <a:extLst xmlns:a="http://schemas.openxmlformats.org/drawingml/2006/main">
              <a:ext uri="{FF2B5EF4-FFF2-40B4-BE49-F238E27FC236}">
                <a16:creationId xmlns:a16="http://schemas.microsoft.com/office/drawing/2014/main" id="{3F28B4C7-572B-445A-BD46-E8E0286A58E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CBB0709-D888-4A8A-8BA6-C954FE8DE32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38AF311-F96E-45DA-B5D2-E4345567CC4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누가 언제 무엇을 못 하는지로 돌아갑니다.</a:t>
            </a:r>
          </a:p>
        </p:txBody>
      </p:sp>
      <p:sp>
        <p:nvSpPr>
          <p:cNvPr id="8" name="">
            <a:extLst xmlns:a="http://schemas.openxmlformats.org/drawingml/2006/main">
              <a:ext uri="{FF2B5EF4-FFF2-40B4-BE49-F238E27FC236}">
                <a16:creationId xmlns:a16="http://schemas.microsoft.com/office/drawing/2014/main" id="{818615F4-3DD4-46FF-88B8-00957D680C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D7ED2A4-ED1B-48BF-98D4-382518F30C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16F8FB41-4D6A-4E4D-994A-4A9B04672A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35728451"/>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0A1372-028B-4523-B756-6A4640701C6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FCD99AD1-3132-41DF-93C4-788CE80D8EC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C9FE5F12-2D34-4DB1-AA35-E47F1B53721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관찰과 가설의 차이를 자기 말로 설명합니다.</a:t>
            </a:r>
          </a:p>
        </p:txBody>
      </p:sp>
      <p:sp>
        <p:nvSpPr>
          <p:cNvPr id="4" name="">
            <a:extLst xmlns:a="http://schemas.openxmlformats.org/drawingml/2006/main">
              <a:ext uri="{FF2B5EF4-FFF2-40B4-BE49-F238E27FC236}">
                <a16:creationId xmlns:a16="http://schemas.microsoft.com/office/drawing/2014/main" id="{A84F4699-1615-41CE-94E8-0B615B3BDCD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기획 결과물과 기대 효과도 구분합니다.</a:t>
            </a:r>
          </a:p>
        </p:txBody>
      </p:sp>
      <p:sp>
        <p:nvSpPr>
          <p:cNvPr id="5" name="">
            <a:extLst xmlns:a="http://schemas.openxmlformats.org/drawingml/2006/main">
              <a:ext uri="{FF2B5EF4-FFF2-40B4-BE49-F238E27FC236}">
                <a16:creationId xmlns:a16="http://schemas.microsoft.com/office/drawing/2014/main" id="{56D50C70-9231-42BF-A10A-3857EF6188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91161A-D06C-442E-A223-DD1EFA1C75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48B55212-038B-40DF-A1E3-3467BB08B6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1393193104"/>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163D77-24A3-4F82-9906-00EFBA4F721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9D6144DA-5B49-4FD5-890E-E16814F9096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BA409BD0-6CCD-4BDB-AA52-555B723056E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창고 재고 확인 지연</a:t>
            </a:r>
          </a:p>
        </p:txBody>
      </p:sp>
      <p:sp>
        <p:nvSpPr>
          <p:cNvPr id="4" name="">
            <a:extLst xmlns:a="http://schemas.openxmlformats.org/drawingml/2006/main">
              <a:ext uri="{FF2B5EF4-FFF2-40B4-BE49-F238E27FC236}">
                <a16:creationId xmlns:a16="http://schemas.microsoft.com/office/drawing/2014/main" id="{1D81C79A-2316-44C4-80C7-303C9AEA9DD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관찰·문제·가설·기능을 네 문장으로 쓰세요.</a:t>
            </a:r>
          </a:p>
        </p:txBody>
      </p:sp>
      <p:sp>
        <p:nvSpPr>
          <p:cNvPr id="5" name="">
            <a:extLst xmlns:a="http://schemas.openxmlformats.org/drawingml/2006/main">
              <a:ext uri="{FF2B5EF4-FFF2-40B4-BE49-F238E27FC236}">
                <a16:creationId xmlns:a16="http://schemas.microsoft.com/office/drawing/2014/main" id="{0AA85BA3-07AA-457C-AED7-8D78A9FA53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DACDFDF-6571-47F5-AB96-6089BF59E0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09C046E8-8B25-4031-A4E9-CFA35F8140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1424767263"/>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AC1D65-E8F1-4E36-B847-F928D9526F23}"/>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EE1AF1-12E7-4001-8436-B0FFDC45C12D}"/>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668EB6A2-7D81-4B86-8E20-0C78ABF5D149}"/>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12E8041-5E26-43E0-BA5F-384417E96CF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후보 비교와 작은 요구</a:t>
            </a:r>
          </a:p>
        </p:txBody>
      </p:sp>
      <p:sp>
        <p:nvSpPr>
          <p:cNvPr id="5" name="">
            <a:extLst xmlns:a="http://schemas.openxmlformats.org/drawingml/2006/main">
              <a:ext uri="{FF2B5EF4-FFF2-40B4-BE49-F238E27FC236}">
                <a16:creationId xmlns:a16="http://schemas.microsoft.com/office/drawing/2014/main" id="{1AFDE865-396C-4782-B5AF-9C8D6DFE4CD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1F67168-44D9-4CC3-B7C3-EC2B5BBD063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0D3C2EFB-8A5C-4E1E-ADEE-9EB159002A7A}"/>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A04 · A05 · A06</a:t>
            </a:r>
          </a:p>
        </p:txBody>
      </p:sp>
      <p:sp>
        <p:nvSpPr>
          <p:cNvPr id="8" name="">
            <a:extLst xmlns:a="http://schemas.openxmlformats.org/drawingml/2006/main">
              <a:ext uri="{FF2B5EF4-FFF2-40B4-BE49-F238E27FC236}">
                <a16:creationId xmlns:a16="http://schemas.microsoft.com/office/drawing/2014/main" id="{1EE01081-E261-4465-AE7D-3D2118FF6A33}"/>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37D277F8-204A-43BF-A8C9-F3FCCE65EF8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4EDE5463-CBB3-4BBC-BBD3-102C0F972C58}"/>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2079101943"/>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0C61D6B-F999-4126-8320-916C972B13E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BE11ACB-AE3E-4BF7-B84C-FE9044B401F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후보의 공통 비교 기준</a:t>
            </a:r>
          </a:p>
        </p:txBody>
      </p:sp>
      <p:sp>
        <p:nvSpPr>
          <p:cNvPr id="3" name="">
            <a:extLst xmlns:a="http://schemas.openxmlformats.org/drawingml/2006/main">
              <a:ext uri="{FF2B5EF4-FFF2-40B4-BE49-F238E27FC236}">
                <a16:creationId xmlns:a16="http://schemas.microsoft.com/office/drawing/2014/main" id="{30DA45D7-9357-4B71-8DFA-DE1DED22431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필요성</a:t>
            </a:r>
          </a:p>
        </p:txBody>
      </p:sp>
      <p:sp>
        <p:nvSpPr>
          <p:cNvPr id="4" name="">
            <a:extLst xmlns:a="http://schemas.openxmlformats.org/drawingml/2006/main">
              <a:ext uri="{FF2B5EF4-FFF2-40B4-BE49-F238E27FC236}">
                <a16:creationId xmlns:a16="http://schemas.microsoft.com/office/drawing/2014/main" id="{676D5BA9-311B-4F4F-A5D8-6E8AFFE833C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2C3859-8421-4DC5-96AC-9EAB287C092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필요성</a:t>
            </a:r>
            <a:r>
              <a:t> · 실현 가능성 · 시험 가능성</a:t>
            </a:r>
          </a:p>
        </p:txBody>
      </p:sp>
      <p:sp>
        <p:nvSpPr>
          <p:cNvPr id="6" name="">
            <a:extLst xmlns:a="http://schemas.openxmlformats.org/drawingml/2006/main">
              <a:ext uri="{FF2B5EF4-FFF2-40B4-BE49-F238E27FC236}">
                <a16:creationId xmlns:a16="http://schemas.microsoft.com/office/drawing/2014/main" id="{B90031FD-58BC-4F2B-BD51-17F52DDAD6D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점수마다 판단 근거를 남깁니다.</a:t>
            </a:r>
          </a:p>
        </p:txBody>
      </p:sp>
      <p:sp>
        <p:nvSpPr>
          <p:cNvPr id="7" name="">
            <a:extLst xmlns:a="http://schemas.openxmlformats.org/drawingml/2006/main">
              <a:ext uri="{FF2B5EF4-FFF2-40B4-BE49-F238E27FC236}">
                <a16:creationId xmlns:a16="http://schemas.microsoft.com/office/drawing/2014/main" id="{EFFAC137-FCED-40E4-9539-03AB5DE87FA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EFF8AF6-5A8A-4A0C-946A-77A04504307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F01F9A83-DE4F-4BE7-88A8-C1763B62C3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1708360084"/>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08ED6F-0B27-45E6-B1F1-6E0E023E6CC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4090412-F4D8-4E0E-B9E1-FD9FFB7164C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가중치와 중요도</a:t>
            </a:r>
          </a:p>
        </p:txBody>
      </p:sp>
      <p:sp>
        <p:nvSpPr>
          <p:cNvPr id="3" name="">
            <a:extLst xmlns:a="http://schemas.openxmlformats.org/drawingml/2006/main">
              <a:ext uri="{FF2B5EF4-FFF2-40B4-BE49-F238E27FC236}">
                <a16:creationId xmlns:a16="http://schemas.microsoft.com/office/drawing/2014/main" id="{C40DB052-6662-4752-AB5F-F70216ABE84D}"/>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0.40 + 0.35 + 0.25 = 1</a:t>
            </a:r>
          </a:p>
        </p:txBody>
      </p:sp>
      <p:sp>
        <p:nvSpPr>
          <p:cNvPr id="4" name="">
            <a:extLst xmlns:a="http://schemas.openxmlformats.org/drawingml/2006/main">
              <a:ext uri="{FF2B5EF4-FFF2-40B4-BE49-F238E27FC236}">
                <a16:creationId xmlns:a16="http://schemas.microsoft.com/office/drawing/2014/main" id="{A9142B39-CAB0-42E1-A1D8-9706B4D3211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점수에 각각 곱한 뒤 더합니다.</a:t>
            </a:r>
          </a:p>
        </p:txBody>
      </p:sp>
      <p:sp>
        <p:nvSpPr>
          <p:cNvPr id="5" name="">
            <a:extLst xmlns:a="http://schemas.openxmlformats.org/drawingml/2006/main">
              <a:ext uri="{FF2B5EF4-FFF2-40B4-BE49-F238E27FC236}">
                <a16:creationId xmlns:a16="http://schemas.microsoft.com/office/drawing/2014/main" id="{45296B55-97C8-4EAF-8E17-9AA5D52018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14587C3-F74D-4EA9-97E8-D0E7D6CA05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B90CC5AD-20F4-4050-97F0-AE1B204337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696797429"/>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3D522C-5724-4190-BB0E-B92904238A2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041183DA-338C-4734-9BB4-174C9A26F0B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점수의 의미와 한계</a:t>
            </a:r>
          </a:p>
        </p:txBody>
      </p:sp>
      <p:sp>
        <p:nvSpPr>
          <p:cNvPr id="3" name="">
            <a:extLst xmlns:a="http://schemas.openxmlformats.org/drawingml/2006/main">
              <a:ext uri="{FF2B5EF4-FFF2-40B4-BE49-F238E27FC236}">
                <a16:creationId xmlns:a16="http://schemas.microsoft.com/office/drawing/2014/main" id="{3C6BE4E4-0E6A-432E-A1DB-B0690C690B2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7487C6A-555F-45E5-B020-82C93249F1A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후보 A</a:t>
            </a:r>
            <a:r>
              <a:t>: 5·4·5 → 4.65점</a:t>
            </a:r>
          </a:p>
        </p:txBody>
      </p:sp>
      <p:sp>
        <p:nvSpPr>
          <p:cNvPr id="5" name="">
            <a:extLst xmlns:a="http://schemas.openxmlformats.org/drawingml/2006/main">
              <a:ext uri="{FF2B5EF4-FFF2-40B4-BE49-F238E27FC236}">
                <a16:creationId xmlns:a16="http://schemas.microsoft.com/office/drawing/2014/main" id="{38FDE0B5-5D3A-468D-A204-BC985871AE1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1B8875-D083-4298-B5C5-C5B66D64727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E467A8C-CD5E-4108-B54F-D514DB1C9A2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교육용 판단이며 조건이 바뀌면 재검토합니다.</a:t>
            </a:r>
          </a:p>
        </p:txBody>
      </p:sp>
      <p:sp>
        <p:nvSpPr>
          <p:cNvPr id="8" name="">
            <a:extLst xmlns:a="http://schemas.openxmlformats.org/drawingml/2006/main">
              <a:ext uri="{FF2B5EF4-FFF2-40B4-BE49-F238E27FC236}">
                <a16:creationId xmlns:a16="http://schemas.microsoft.com/office/drawing/2014/main" id="{E049C59C-F8CA-42F3-8193-EA197110B9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0336BB1-C6D4-4FAB-9821-3AB97C7977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8E9DFAA7-523F-4970-A03D-0DE132B4D2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174037129"/>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B72136-CDD6-4DDF-AB43-55FD9CED970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446E750-373D-4E1F-BF8C-8BF68C8441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포함 범위와 제외 범위</a:t>
            </a:r>
          </a:p>
        </p:txBody>
      </p:sp>
      <p:sp>
        <p:nvSpPr>
          <p:cNvPr id="3" name="">
            <a:extLst xmlns:a="http://schemas.openxmlformats.org/drawingml/2006/main">
              <a:ext uri="{FF2B5EF4-FFF2-40B4-BE49-F238E27FC236}">
                <a16:creationId xmlns:a16="http://schemas.microsoft.com/office/drawing/2014/main" id="{5BD25AD6-AEC4-4D6C-8804-9EC57B51028F}"/>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포함:</a:t>
            </a:r>
          </a:p>
        </p:txBody>
      </p:sp>
      <p:sp>
        <p:nvSpPr>
          <p:cNvPr id="4" name="">
            <a:extLst xmlns:a="http://schemas.openxmlformats.org/drawingml/2006/main">
              <a:ext uri="{FF2B5EF4-FFF2-40B4-BE49-F238E27FC236}">
                <a16:creationId xmlns:a16="http://schemas.microsoft.com/office/drawing/2014/main" id="{BD6553B5-E305-44BA-83AB-3F355A5A820B}"/>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 읽기·검수·미확인 목록</a:t>
            </a:r>
          </a:p>
        </p:txBody>
      </p:sp>
      <p:sp>
        <p:nvSpPr>
          <p:cNvPr id="5" name="">
            <a:extLst xmlns:a="http://schemas.openxmlformats.org/drawingml/2006/main">
              <a:ext uri="{FF2B5EF4-FFF2-40B4-BE49-F238E27FC236}">
                <a16:creationId xmlns:a16="http://schemas.microsoft.com/office/drawing/2014/main" id="{F1136411-3BB0-4C8F-9D59-17E6B52C47A6}"/>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876DAC-F6F1-403E-9A05-DAD4ACB18E06}"/>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제외:</a:t>
            </a:r>
          </a:p>
        </p:txBody>
      </p:sp>
      <p:sp>
        <p:nvSpPr>
          <p:cNvPr id="7" name="">
            <a:extLst xmlns:a="http://schemas.openxmlformats.org/drawingml/2006/main">
              <a:ext uri="{FF2B5EF4-FFF2-40B4-BE49-F238E27FC236}">
                <a16:creationId xmlns:a16="http://schemas.microsoft.com/office/drawing/2014/main" id="{B0429A9F-1EF8-451D-ACBA-ED8A1EA36C42}"/>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카메라·자동 잠금·외부 메시지</a:t>
            </a:r>
          </a:p>
        </p:txBody>
      </p:sp>
      <p:sp>
        <p:nvSpPr>
          <p:cNvPr id="8" name="">
            <a:extLst xmlns:a="http://schemas.openxmlformats.org/drawingml/2006/main">
              <a:ext uri="{FF2B5EF4-FFF2-40B4-BE49-F238E27FC236}">
                <a16:creationId xmlns:a16="http://schemas.microsoft.com/office/drawing/2014/main" id="{6B3F73B2-6B5B-43A8-AF55-E28FF2675E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97A34D-B4D0-4C4E-B159-6756518C821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2FDC8447-066F-4D61-AE16-3E570C11E0D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1041805885"/>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5729E17-FD8E-4C2F-92CF-85603654CE2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F5E8753-2E48-4B8F-9063-9834BD01500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대여 요구와 기대 상태</a:t>
            </a:r>
          </a:p>
        </p:txBody>
      </p:sp>
      <p:sp>
        <p:nvSpPr>
          <p:cNvPr id="3" name="">
            <a:extLst xmlns:a="http://schemas.openxmlformats.org/drawingml/2006/main">
              <a:ext uri="{FF2B5EF4-FFF2-40B4-BE49-F238E27FC236}">
                <a16:creationId xmlns:a16="http://schemas.microsoft.com/office/drawing/2014/main" id="{CC2B10CD-2910-4CC6-828E-E2AC9AA7F4A5}"/>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R01:</a:t>
            </a:r>
          </a:p>
        </p:txBody>
      </p:sp>
      <p:sp>
        <p:nvSpPr>
          <p:cNvPr id="4" name="">
            <a:extLst xmlns:a="http://schemas.openxmlformats.org/drawingml/2006/main">
              <a:ext uri="{FF2B5EF4-FFF2-40B4-BE49-F238E27FC236}">
                <a16:creationId xmlns:a16="http://schemas.microsoft.com/office/drawing/2014/main" id="{77DA478C-EBC3-4B9C-AD32-022E77ADF8E0}"/>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정상 3건 → ID가 보이는 3행</a:t>
            </a:r>
          </a:p>
        </p:txBody>
      </p:sp>
      <p:sp>
        <p:nvSpPr>
          <p:cNvPr id="5" name="">
            <a:extLst xmlns:a="http://schemas.openxmlformats.org/drawingml/2006/main">
              <a:ext uri="{FF2B5EF4-FFF2-40B4-BE49-F238E27FC236}">
                <a16:creationId xmlns:a16="http://schemas.microsoft.com/office/drawing/2014/main" id="{F059B57A-DB1E-44B9-BB4C-98AA48C7250F}"/>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2FF3A28-9BF9-4BC9-BF34-8B7E964553EC}"/>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R02:</a:t>
            </a:r>
          </a:p>
        </p:txBody>
      </p:sp>
      <p:sp>
        <p:nvSpPr>
          <p:cNvPr id="7" name="">
            <a:extLst xmlns:a="http://schemas.openxmlformats.org/drawingml/2006/main">
              <a:ext uri="{FF2B5EF4-FFF2-40B4-BE49-F238E27FC236}">
                <a16:creationId xmlns:a16="http://schemas.microsoft.com/office/drawing/2014/main" id="{A9C6DA19-A472-492B-9D3E-8DAC7826A273}"/>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updated_at 빈칸</a:t>
            </a:r>
            <a:r>
              <a:t> → </a:t>
            </a:r>
            <a:r>
              <a:rPr b="1">
                <a:solidFill>
                  <a:srgbClr val="002FA7"/>
                </a:solidFill>
              </a:rPr>
              <a:t>review</a:t>
            </a:r>
            <a:r>
              <a:t>와 이유</a:t>
            </a:r>
          </a:p>
        </p:txBody>
      </p:sp>
      <p:sp>
        <p:nvSpPr>
          <p:cNvPr id="8" name="">
            <a:extLst xmlns:a="http://schemas.openxmlformats.org/drawingml/2006/main">
              <a:ext uri="{FF2B5EF4-FFF2-40B4-BE49-F238E27FC236}">
                <a16:creationId xmlns:a16="http://schemas.microsoft.com/office/drawing/2014/main" id="{C289DEBA-ECF1-41C1-831B-825F5DF496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40E1B82-BFA0-47B1-A2B2-2714D6D809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305857DF-B2CA-4F98-B7CF-897A69FA108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70216163"/>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3CCCB5-5307-4843-9F4D-1FFF9BA02F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754375E-47AF-49EE-BBF4-33D9E405C2E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중복 거절과 원문 보존</a:t>
            </a:r>
          </a:p>
        </p:txBody>
      </p:sp>
      <p:sp>
        <p:nvSpPr>
          <p:cNvPr id="3" name="">
            <a:extLst xmlns:a="http://schemas.openxmlformats.org/drawingml/2006/main">
              <a:ext uri="{FF2B5EF4-FFF2-40B4-BE49-F238E27FC236}">
                <a16:creationId xmlns:a16="http://schemas.microsoft.com/office/drawing/2014/main" id="{D43F15EA-7BB0-4DA3-A2DC-5085445D9550}"/>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R03:</a:t>
            </a:r>
          </a:p>
        </p:txBody>
      </p:sp>
      <p:sp>
        <p:nvSpPr>
          <p:cNvPr id="4" name="">
            <a:extLst xmlns:a="http://schemas.openxmlformats.org/drawingml/2006/main">
              <a:ext uri="{FF2B5EF4-FFF2-40B4-BE49-F238E27FC236}">
                <a16:creationId xmlns:a16="http://schemas.microsoft.com/office/drawing/2014/main" id="{2068E7AB-7F94-40F0-BB77-A45099D3B7A2}"/>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중복 loan_id → reject</a:t>
            </a:r>
          </a:p>
        </p:txBody>
      </p:sp>
      <p:sp>
        <p:nvSpPr>
          <p:cNvPr id="5" name="">
            <a:extLst xmlns:a="http://schemas.openxmlformats.org/drawingml/2006/main">
              <a:ext uri="{FF2B5EF4-FFF2-40B4-BE49-F238E27FC236}">
                <a16:creationId xmlns:a16="http://schemas.microsoft.com/office/drawing/2014/main" id="{316C4347-494E-4264-8616-85D3C612B13F}"/>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A482490-DF88-41BA-BB18-7FE37EA29AA4}"/>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R04:</a:t>
            </a:r>
          </a:p>
        </p:txBody>
      </p:sp>
      <p:sp>
        <p:nvSpPr>
          <p:cNvPr id="7" name="">
            <a:extLst xmlns:a="http://schemas.openxmlformats.org/drawingml/2006/main">
              <a:ext uri="{FF2B5EF4-FFF2-40B4-BE49-F238E27FC236}">
                <a16:creationId xmlns:a16="http://schemas.microsoft.com/office/drawing/2014/main" id="{585D69C8-A899-4211-B7BD-1DBC265D7798}"/>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읽기 전후 원문 바이트 불변</a:t>
            </a:r>
          </a:p>
        </p:txBody>
      </p:sp>
      <p:sp>
        <p:nvSpPr>
          <p:cNvPr id="8" name="">
            <a:extLst xmlns:a="http://schemas.openxmlformats.org/drawingml/2006/main">
              <a:ext uri="{FF2B5EF4-FFF2-40B4-BE49-F238E27FC236}">
                <a16:creationId xmlns:a16="http://schemas.microsoft.com/office/drawing/2014/main" id="{9A4E5808-29BD-4E95-B88C-06A8C9FF96B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E63D2A9-B622-4628-AEC4-4D5228201BD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B7FAE841-86C9-4518-B5EE-4E8E8C304B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2128662164"/>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3831534-4757-458A-B2CE-4EB421BE90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04E0CD6-E041-4601-876D-A6FAD5A211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가중 점수 계산 예제</a:t>
            </a:r>
          </a:p>
        </p:txBody>
      </p:sp>
      <p:sp>
        <p:nvSpPr>
          <p:cNvPr id="3" name="">
            <a:extLst xmlns:a="http://schemas.openxmlformats.org/drawingml/2006/main">
              <a:ext uri="{FF2B5EF4-FFF2-40B4-BE49-F238E27FC236}">
                <a16:creationId xmlns:a16="http://schemas.microsoft.com/office/drawing/2014/main" id="{A956EA1D-24A1-4566-9B7C-35CD3A328FB8}"/>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32D4314-18AE-4B55-9A0A-EDF3E43D889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7CBD114-D74E-4E8D-873D-CE5D4181DF2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weights = [0.40, 0.35, 0.25]</a:t>
            </a:r>
          </a:p>
        </p:txBody>
      </p:sp>
      <p:sp>
        <p:nvSpPr>
          <p:cNvPr id="6" name="">
            <a:extLst xmlns:a="http://schemas.openxmlformats.org/drawingml/2006/main">
              <a:ext uri="{FF2B5EF4-FFF2-40B4-BE49-F238E27FC236}">
                <a16:creationId xmlns:a16="http://schemas.microsoft.com/office/drawing/2014/main" id="{A61078B7-9505-4B78-B028-9807D17AF78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6E38EC30-B7C9-4115-921B-A748D7EE76F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scores = [5, 4, 5]</a:t>
            </a:r>
          </a:p>
        </p:txBody>
      </p:sp>
      <p:sp>
        <p:nvSpPr>
          <p:cNvPr id="8" name="">
            <a:extLst xmlns:a="http://schemas.openxmlformats.org/drawingml/2006/main">
              <a:ext uri="{FF2B5EF4-FFF2-40B4-BE49-F238E27FC236}">
                <a16:creationId xmlns:a16="http://schemas.microsoft.com/office/drawing/2014/main" id="{6F86CBD0-276C-4663-A4D4-7FD6A64E4D7C}"/>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5E69D32-6B3C-48CA-B63C-FE80B1698A4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total = 0</a:t>
            </a:r>
          </a:p>
        </p:txBody>
      </p:sp>
      <p:sp>
        <p:nvSpPr>
          <p:cNvPr id="10" name="">
            <a:extLst xmlns:a="http://schemas.openxmlformats.org/drawingml/2006/main">
              <a:ext uri="{FF2B5EF4-FFF2-40B4-BE49-F238E27FC236}">
                <a16:creationId xmlns:a16="http://schemas.microsoft.com/office/drawing/2014/main" id="{FFBC52E1-8BF1-49C1-AE7F-76C4C1FD070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F0A84320-DC84-44F7-9E7B-150864D6838D}"/>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index </a:t>
            </a:r>
            <a:r>
              <a:rPr b="1">
                <a:solidFill>
                  <a:srgbClr val="FFFFFF"/>
                </a:solidFill>
              </a:rPr>
              <a:t>in</a:t>
            </a:r>
            <a:r>
              <a:rPr>
                <a:solidFill>
                  <a:srgbClr val="FFFFFF"/>
                </a:solidFill>
              </a:rPr>
              <a:t> range(3):</a:t>
            </a:r>
          </a:p>
        </p:txBody>
      </p:sp>
      <p:sp>
        <p:nvSpPr>
          <p:cNvPr id="12" name="">
            <a:extLst xmlns:a="http://schemas.openxmlformats.org/drawingml/2006/main">
              <a:ext uri="{FF2B5EF4-FFF2-40B4-BE49-F238E27FC236}">
                <a16:creationId xmlns:a16="http://schemas.microsoft.com/office/drawing/2014/main" id="{0E37DBA1-AF29-40B5-AF79-CFA940E7E30E}"/>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716C18A3-1106-4E17-A408-FB4544C61095}"/>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total = total + weights[index] * scores[index]</a:t>
            </a:r>
          </a:p>
        </p:txBody>
      </p:sp>
      <p:sp>
        <p:nvSpPr>
          <p:cNvPr id="14" name="">
            <a:extLst xmlns:a="http://schemas.openxmlformats.org/drawingml/2006/main">
              <a:ext uri="{FF2B5EF4-FFF2-40B4-BE49-F238E27FC236}">
                <a16:creationId xmlns:a16="http://schemas.microsoft.com/office/drawing/2014/main" id="{D078F5C3-FF98-4C23-BC2B-8C0EAEE23CA8}"/>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437A77DF-D998-4625-BDA0-4C77B080F225}"/>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print(round(total, 2))</a:t>
            </a:r>
          </a:p>
        </p:txBody>
      </p:sp>
      <p:sp>
        <p:nvSpPr>
          <p:cNvPr id="16" name="">
            <a:extLst xmlns:a="http://schemas.openxmlformats.org/drawingml/2006/main">
              <a:ext uri="{FF2B5EF4-FFF2-40B4-BE49-F238E27FC236}">
                <a16:creationId xmlns:a16="http://schemas.microsoft.com/office/drawing/2014/main" id="{123E9982-D9C2-4CFC-9D75-D65EA6A6067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0283FD3-EE7B-4BCA-98F5-EA89E334D24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8" name="">
            <a:extLst xmlns:a="http://schemas.openxmlformats.org/drawingml/2006/main">
              <a:ext uri="{FF2B5EF4-FFF2-40B4-BE49-F238E27FC236}">
                <a16:creationId xmlns:a16="http://schemas.microsoft.com/office/drawing/2014/main" id="{2878D355-3D8A-499E-B760-E5FF3E36E9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216051440"/>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71068A5-39D5-490A-A269-B1196BA75C9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8BB5860-6684-4625-9368-A836F81FDE1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67387C1F-3B89-404E-8119-E66532E066AF}"/>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E3F6043E-0D1B-4828-B82C-8F9D709EDCA2}"/>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가중치·점수·합계를 준비합니다.</a:t>
            </a:r>
          </a:p>
        </p:txBody>
      </p:sp>
      <p:sp>
        <p:nvSpPr>
          <p:cNvPr id="5" name="">
            <a:extLst xmlns:a="http://schemas.openxmlformats.org/drawingml/2006/main">
              <a:ext uri="{FF2B5EF4-FFF2-40B4-BE49-F238E27FC236}">
                <a16:creationId xmlns:a16="http://schemas.microsoft.com/office/drawing/2014/main" id="{407E9423-F7BF-4C27-B69F-8F942DCDF24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73D2693-1D51-48B8-B155-7F9E5C2DE87D}"/>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4행:</a:t>
            </a:r>
          </a:p>
        </p:txBody>
      </p:sp>
      <p:sp>
        <p:nvSpPr>
          <p:cNvPr id="7" name="">
            <a:extLst xmlns:a="http://schemas.openxmlformats.org/drawingml/2006/main">
              <a:ext uri="{FF2B5EF4-FFF2-40B4-BE49-F238E27FC236}">
                <a16:creationId xmlns:a16="http://schemas.microsoft.com/office/drawing/2014/main" id="{F509F6E9-7C0A-4638-B772-CEAAE241A261}"/>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번호 0·1·2를 반복합니다.</a:t>
            </a:r>
          </a:p>
        </p:txBody>
      </p:sp>
      <p:sp>
        <p:nvSpPr>
          <p:cNvPr id="8" name="">
            <a:extLst xmlns:a="http://schemas.openxmlformats.org/drawingml/2006/main">
              <a:ext uri="{FF2B5EF4-FFF2-40B4-BE49-F238E27FC236}">
                <a16:creationId xmlns:a16="http://schemas.microsoft.com/office/drawing/2014/main" id="{4ED03D44-B8C3-4505-B7CC-EDC1742A0F0F}"/>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165822-C3C5-4A4B-BD23-DD84351DA99C}"/>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5행:</a:t>
            </a:r>
          </a:p>
        </p:txBody>
      </p:sp>
      <p:sp>
        <p:nvSpPr>
          <p:cNvPr id="10" name="">
            <a:extLst xmlns:a="http://schemas.openxmlformats.org/drawingml/2006/main">
              <a:ext uri="{FF2B5EF4-FFF2-40B4-BE49-F238E27FC236}">
                <a16:creationId xmlns:a16="http://schemas.microsoft.com/office/drawing/2014/main" id="{00F11B4E-9084-415C-9681-089BDDB512A1}"/>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기준의 값을 곱해 더합니다.</a:t>
            </a:r>
          </a:p>
        </p:txBody>
      </p:sp>
      <p:sp>
        <p:nvSpPr>
          <p:cNvPr id="11" name="">
            <a:extLst xmlns:a="http://schemas.openxmlformats.org/drawingml/2006/main">
              <a:ext uri="{FF2B5EF4-FFF2-40B4-BE49-F238E27FC236}">
                <a16:creationId xmlns:a16="http://schemas.microsoft.com/office/drawing/2014/main" id="{9C667A63-070A-491E-B8AD-913CF997A81A}"/>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1065DB2-ED96-435F-A54F-909B9D25F3C1}"/>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3" name="">
            <a:extLst xmlns:a="http://schemas.openxmlformats.org/drawingml/2006/main">
              <a:ext uri="{FF2B5EF4-FFF2-40B4-BE49-F238E27FC236}">
                <a16:creationId xmlns:a16="http://schemas.microsoft.com/office/drawing/2014/main" id="{B1B004D9-0229-4898-8873-9AED46112D9B}"/>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점수를 반올림해 출력합니다.</a:t>
            </a:r>
          </a:p>
        </p:txBody>
      </p:sp>
      <p:sp>
        <p:nvSpPr>
          <p:cNvPr id="14" name="">
            <a:extLst xmlns:a="http://schemas.openxmlformats.org/drawingml/2006/main">
              <a:ext uri="{FF2B5EF4-FFF2-40B4-BE49-F238E27FC236}">
                <a16:creationId xmlns:a16="http://schemas.microsoft.com/office/drawing/2014/main" id="{654DCBA9-0521-4BCC-B95F-6EA9BA1D97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054A18C-E8B3-4464-9A66-2D4238C6D87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16F93BB9-5B01-49BC-804E-84CA9D6BF97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612493740"/>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98C1827-CC23-4CD9-96F8-0F29917F88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D05EBF0-B88B-47A3-B6C8-747988CEAD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438A791B-C453-4768-8FC3-763660CEE9C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347B6B0-D436-41FB-99EC-BE9E066524F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A9A9BCD2-53CE-4E38-AF0C-8FEA3C179AD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0E9A3A-E9E8-4D02-BF39-ADF1189857C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6FCFBAC-6B3D-41BA-92F3-BA639344567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work/option_trace.py</a:t>
            </a:r>
          </a:p>
        </p:txBody>
      </p:sp>
      <p:sp>
        <p:nvSpPr>
          <p:cNvPr id="8" name="">
            <a:extLst xmlns:a="http://schemas.openxmlformats.org/drawingml/2006/main">
              <a:ext uri="{FF2B5EF4-FFF2-40B4-BE49-F238E27FC236}">
                <a16:creationId xmlns:a16="http://schemas.microsoft.com/office/drawing/2014/main" id="{31B6B855-B4B2-483E-852B-A276F8B9E68F}"/>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F7626CB-CE43-4F9A-9DE4-0366EA7CA45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4A0E35C-19B7-4712-B70F-43B9736F06A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work/option_trace.py</a:t>
            </a:r>
          </a:p>
        </p:txBody>
      </p:sp>
      <p:sp>
        <p:nvSpPr>
          <p:cNvPr id="11" name="">
            <a:extLst xmlns:a="http://schemas.openxmlformats.org/drawingml/2006/main">
              <a:ext uri="{FF2B5EF4-FFF2-40B4-BE49-F238E27FC236}">
                <a16:creationId xmlns:a16="http://schemas.microsoft.com/office/drawing/2014/main" id="{26BB8CCB-F279-4739-9AA2-304FC1E2C44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201C737-E860-4C2C-A7DD-37EB4EA3B1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2E6055E2-C258-4CF9-9E8F-625D730328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2580689"/>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4BBD36-C51E-4158-9143-CDD3726C605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ED34334-28AC-4A16-A7FC-00D98AF864C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6D30D88E-65C9-4044-B578-9582816EA698}"/>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BC418EE-47A5-4E26-9488-F944A01FE712}"/>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2.00 + 1.40 + 1.25 = 4.65</a:t>
            </a:r>
          </a:p>
        </p:txBody>
      </p:sp>
      <p:sp>
        <p:nvSpPr>
          <p:cNvPr id="5" name="">
            <a:extLst xmlns:a="http://schemas.openxmlformats.org/drawingml/2006/main">
              <a:ext uri="{FF2B5EF4-FFF2-40B4-BE49-F238E27FC236}">
                <a16:creationId xmlns:a16="http://schemas.microsoft.com/office/drawing/2014/main" id="{0021A93E-C408-4E48-B518-F45E21DF2CCA}"/>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가중치의 이유와 점수 근거를 함께 씁니다.</a:t>
            </a:r>
          </a:p>
        </p:txBody>
      </p:sp>
      <p:sp>
        <p:nvSpPr>
          <p:cNvPr id="6" name="">
            <a:extLst xmlns:a="http://schemas.openxmlformats.org/drawingml/2006/main">
              <a:ext uri="{FF2B5EF4-FFF2-40B4-BE49-F238E27FC236}">
                <a16:creationId xmlns:a16="http://schemas.microsoft.com/office/drawing/2014/main" id="{65C1E9EC-7C8C-4B2A-8D24-98E11FE7F81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EC6B0B0-0CEE-4B4E-9DE9-5698213B2B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CC24CB31-EE0E-4FAA-A9B2-83773CBF03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760716818"/>
      </p:ext>
    </p:extLst>
  </p:cSld>
</p:sld>
</file>

<file path=ppt/slides/slide3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F77D262-3B1F-45F0-AFC8-E70B620AE46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E4677ACB-20AD-4534-9971-63BD534E012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BE822473-5611-4368-A5AD-129EF07E932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후보 D: 점수 4·5·3</a:t>
            </a:r>
          </a:p>
        </p:txBody>
      </p:sp>
      <p:sp>
        <p:nvSpPr>
          <p:cNvPr id="4" name="">
            <a:extLst xmlns:a="http://schemas.openxmlformats.org/drawingml/2006/main">
              <a:ext uri="{FF2B5EF4-FFF2-40B4-BE49-F238E27FC236}">
                <a16:creationId xmlns:a16="http://schemas.microsoft.com/office/drawing/2014/main" id="{33F8AC23-B97D-42F0-A988-910DCEB5A4B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같은 가중치의 점수를 계산하세요.</a:t>
            </a:r>
          </a:p>
        </p:txBody>
      </p:sp>
      <p:sp>
        <p:nvSpPr>
          <p:cNvPr id="5" name="">
            <a:extLst xmlns:a="http://schemas.openxmlformats.org/drawingml/2006/main">
              <a:ext uri="{FF2B5EF4-FFF2-40B4-BE49-F238E27FC236}">
                <a16:creationId xmlns:a16="http://schemas.microsoft.com/office/drawing/2014/main" id="{33317E23-D4B2-4473-ADEB-E3016F70A2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A27C65-0562-4B3B-A15A-915E80E021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3EA4E926-A20A-496E-99CC-31D264776E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031</a:t>
            </a:r>
          </a:p>
        </p:txBody>
      </p:sp>
    </p:spTree>
    <p:extLst>
      <p:ext uri="{BB962C8B-B14F-4D97-AF65-F5344CB8AC3E}">
        <p14:creationId xmlns:p14="http://schemas.microsoft.com/office/powerpoint/2010/main" val="1884378554"/>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9F2EDF-0B67-46F4-A27D-45AC472444F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09D3A159-D2BD-4A2C-8E7A-568634954A4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8155B426-C474-4E45-A448-1E8BC27BDE9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1.60 + 1.75 + 0.75 = 4.10</a:t>
            </a:r>
          </a:p>
        </p:txBody>
      </p:sp>
      <p:sp>
        <p:nvSpPr>
          <p:cNvPr id="4" name="">
            <a:extLst xmlns:a="http://schemas.openxmlformats.org/drawingml/2006/main">
              <a:ext uri="{FF2B5EF4-FFF2-40B4-BE49-F238E27FC236}">
                <a16:creationId xmlns:a16="http://schemas.microsoft.com/office/drawing/2014/main" id="{D607B241-B4C8-412D-B4C2-FEF4FBDC20D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4.10을 성공 확률 41%로 쓰지 않습니다.</a:t>
            </a:r>
          </a:p>
        </p:txBody>
      </p:sp>
      <p:sp>
        <p:nvSpPr>
          <p:cNvPr id="5" name="">
            <a:extLst xmlns:a="http://schemas.openxmlformats.org/drawingml/2006/main">
              <a:ext uri="{FF2B5EF4-FFF2-40B4-BE49-F238E27FC236}">
                <a16:creationId xmlns:a16="http://schemas.microsoft.com/office/drawing/2014/main" id="{05BBCBCB-F368-45B3-909E-F145DBF0827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D64BB8B-F282-41EE-B996-DE3F289A64C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CA2DAAC8-7289-4D0C-91EB-E4B10C7F278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1044167365"/>
      </p:ext>
    </p:extLst>
  </p:cSld>
</p:sld>
</file>

<file path=ppt/slides/slide3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4355AD-4809-4F35-A6D9-59E76D7A209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553D9206-00E1-429A-BE3C-7D896CA7C0A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AA679E94-1177-4396-9670-0045E753639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scores를 [3,4,4]로 바꿉니다.</a:t>
            </a:r>
          </a:p>
        </p:txBody>
      </p:sp>
      <p:sp>
        <p:nvSpPr>
          <p:cNvPr id="4" name="">
            <a:extLst xmlns:a="http://schemas.openxmlformats.org/drawingml/2006/main">
              <a:ext uri="{FF2B5EF4-FFF2-40B4-BE49-F238E27FC236}">
                <a16:creationId xmlns:a16="http://schemas.microsoft.com/office/drawing/2014/main" id="{3E8AA9C1-AE98-4C0B-BDE0-521634A5117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점수는 3.60입니다.</a:t>
            </a:r>
          </a:p>
        </p:txBody>
      </p:sp>
      <p:sp>
        <p:nvSpPr>
          <p:cNvPr id="5" name="">
            <a:extLst xmlns:a="http://schemas.openxmlformats.org/drawingml/2006/main">
              <a:ext uri="{FF2B5EF4-FFF2-40B4-BE49-F238E27FC236}">
                <a16:creationId xmlns:a16="http://schemas.microsoft.com/office/drawing/2014/main" id="{CD96C854-4CAB-4781-8ED6-0F447E401F2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95CF392-29F9-46F9-AE3F-720CF2BB412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2063CAC3-B595-480B-8BDA-908B3B3C47A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033</a:t>
            </a:r>
          </a:p>
        </p:txBody>
      </p:sp>
    </p:spTree>
    <p:extLst>
      <p:ext uri="{BB962C8B-B14F-4D97-AF65-F5344CB8AC3E}">
        <p14:creationId xmlns:p14="http://schemas.microsoft.com/office/powerpoint/2010/main" val="912399343"/>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952D51-7767-428E-9494-DCA1DC1E7D0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70C22A0-88A6-4E52-AA02-920DCF7B523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96360859-BEAE-49BD-AD1B-62BFFC50008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7BC2731-ED03-40AD-9A23-C88061B191B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편하고 빠르게는 아직 시험 조건이 없습니다.</a:t>
            </a:r>
          </a:p>
        </p:txBody>
      </p:sp>
      <p:sp>
        <p:nvSpPr>
          <p:cNvPr id="5" name="">
            <a:extLst xmlns:a="http://schemas.openxmlformats.org/drawingml/2006/main">
              <a:ext uri="{FF2B5EF4-FFF2-40B4-BE49-F238E27FC236}">
                <a16:creationId xmlns:a16="http://schemas.microsoft.com/office/drawing/2014/main" id="{773097A2-1B7C-4986-B130-F9354ED4C2D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CB2357-0A7C-4DAF-8823-D8AA14F695E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2DEF644-2338-4522-BED9-901BBF61609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입력·기대 결과·측정 방법을 적습니다.</a:t>
            </a:r>
          </a:p>
        </p:txBody>
      </p:sp>
      <p:sp>
        <p:nvSpPr>
          <p:cNvPr id="8" name="">
            <a:extLst xmlns:a="http://schemas.openxmlformats.org/drawingml/2006/main">
              <a:ext uri="{FF2B5EF4-FFF2-40B4-BE49-F238E27FC236}">
                <a16:creationId xmlns:a16="http://schemas.microsoft.com/office/drawing/2014/main" id="{08BC9C52-E11E-4550-813B-0C0A8A25C44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1D3A382-D5E8-4986-8C28-E296757376A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2F0A5478-2285-4965-BE18-07CD23AEABD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89656838"/>
      </p:ext>
    </p:extLst>
  </p:cSld>
</p:sld>
</file>

<file path=ppt/slides/slide3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4A26E4-5199-4341-916F-FD0F2A20EC6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CC566F7-C0CC-4D79-AF12-1526C0E8C65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922646D6-959C-40DB-978F-B151E911B0C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포함과 제외 범위를 각각 말합니다.</a:t>
            </a:r>
          </a:p>
        </p:txBody>
      </p:sp>
      <p:sp>
        <p:nvSpPr>
          <p:cNvPr id="4" name="">
            <a:extLst xmlns:a="http://schemas.openxmlformats.org/drawingml/2006/main">
              <a:ext uri="{FF2B5EF4-FFF2-40B4-BE49-F238E27FC236}">
                <a16:creationId xmlns:a16="http://schemas.microsoft.com/office/drawing/2014/main" id="{F6D13B90-725D-4D03-B7C5-D0F6F63232A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작은 요구에도 오류 경로가 필요한 이유는?</a:t>
            </a:r>
          </a:p>
        </p:txBody>
      </p:sp>
      <p:sp>
        <p:nvSpPr>
          <p:cNvPr id="5" name="">
            <a:extLst xmlns:a="http://schemas.openxmlformats.org/drawingml/2006/main">
              <a:ext uri="{FF2B5EF4-FFF2-40B4-BE49-F238E27FC236}">
                <a16:creationId xmlns:a16="http://schemas.microsoft.com/office/drawing/2014/main" id="{9C672D66-03DA-4B87-9A61-E164622E9A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D907C0-F5AE-4A54-97E9-637340CD5EB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21F4776B-FD88-4691-BF12-60FA0EA2B0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035</a:t>
            </a:r>
          </a:p>
        </p:txBody>
      </p:sp>
    </p:spTree>
    <p:extLst>
      <p:ext uri="{BB962C8B-B14F-4D97-AF65-F5344CB8AC3E}">
        <p14:creationId xmlns:p14="http://schemas.microsoft.com/office/powerpoint/2010/main" val="1280833250"/>
      </p:ext>
    </p:extLst>
  </p:cSld>
</p:sld>
</file>

<file path=ppt/slides/slide3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83C6AE-E1F0-49BE-B2F3-79E1CA0C991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274BA9C-8244-40DF-B4E0-FDCBE990D9A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4DB752C4-F91C-41FF-A32D-7622276391A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카메라 기능 추가 요청</a:t>
            </a:r>
          </a:p>
        </p:txBody>
      </p:sp>
      <p:sp>
        <p:nvSpPr>
          <p:cNvPr id="4" name="">
            <a:extLst xmlns:a="http://schemas.openxmlformats.org/drawingml/2006/main">
              <a:ext uri="{FF2B5EF4-FFF2-40B4-BE49-F238E27FC236}">
                <a16:creationId xmlns:a16="http://schemas.microsoft.com/office/drawing/2014/main" id="{A0678B30-2C20-4E47-9207-5F8756E2008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데이터·시험·일정에 주는 영향을 쓰세요.</a:t>
            </a:r>
          </a:p>
        </p:txBody>
      </p:sp>
      <p:sp>
        <p:nvSpPr>
          <p:cNvPr id="5" name="">
            <a:extLst xmlns:a="http://schemas.openxmlformats.org/drawingml/2006/main">
              <a:ext uri="{FF2B5EF4-FFF2-40B4-BE49-F238E27FC236}">
                <a16:creationId xmlns:a16="http://schemas.microsoft.com/office/drawing/2014/main" id="{955855F9-3427-4D93-924B-C6F7ADC1C9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F74272-FC8D-48AA-A331-A3BC06BAE1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29CA63AD-6912-4FBA-A1F6-45C3CD268A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036</a:t>
            </a:r>
          </a:p>
        </p:txBody>
      </p:sp>
    </p:spTree>
    <p:extLst>
      <p:ext uri="{BB962C8B-B14F-4D97-AF65-F5344CB8AC3E}">
        <p14:creationId xmlns:p14="http://schemas.microsoft.com/office/powerpoint/2010/main" val="103009410"/>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F7F360-0803-4F6E-A3C2-C4FE32A6407D}"/>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7C271B-C11B-4237-A7A3-F97D53D0C76F}"/>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12CD8AD6-0D20-4803-9954-9B062ED0A8BA}"/>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F995E3C-E324-4D23-83A5-22B9CC27F98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데이터·흐름·오류 화면</a:t>
            </a:r>
          </a:p>
        </p:txBody>
      </p:sp>
      <p:sp>
        <p:nvSpPr>
          <p:cNvPr id="5" name="">
            <a:extLst xmlns:a="http://schemas.openxmlformats.org/drawingml/2006/main">
              <a:ext uri="{FF2B5EF4-FFF2-40B4-BE49-F238E27FC236}">
                <a16:creationId xmlns:a16="http://schemas.microsoft.com/office/drawing/2014/main" id="{092D211F-57AB-48C9-9B6B-557D038CC3DD}"/>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1954C6A-4FCA-4ED8-9680-3AE069849E49}"/>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C9547EC4-C172-482C-B99F-28DCEBC673A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A07 · A08 · A09</a:t>
            </a:r>
          </a:p>
        </p:txBody>
      </p:sp>
      <p:sp>
        <p:nvSpPr>
          <p:cNvPr id="8" name="">
            <a:extLst xmlns:a="http://schemas.openxmlformats.org/drawingml/2006/main">
              <a:ext uri="{FF2B5EF4-FFF2-40B4-BE49-F238E27FC236}">
                <a16:creationId xmlns:a16="http://schemas.microsoft.com/office/drawing/2014/main" id="{F031B68A-2C1A-448F-A86D-D0A119BCF8BA}"/>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E2F49603-8D0E-49BD-9105-319D276E331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C2142650-B6B4-42D7-8DBF-E37B2BA70868}"/>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944148594"/>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3ED3BB-5B35-4B7D-9A30-C44A36E7B8B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BA9E82C-C188-4057-960B-06403D2A47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대여 키와 물품 식별자</a:t>
            </a:r>
          </a:p>
        </p:txBody>
      </p:sp>
      <p:sp>
        <p:nvSpPr>
          <p:cNvPr id="3" name="">
            <a:extLst xmlns:a="http://schemas.openxmlformats.org/drawingml/2006/main">
              <a:ext uri="{FF2B5EF4-FFF2-40B4-BE49-F238E27FC236}">
                <a16:creationId xmlns:a16="http://schemas.microsoft.com/office/drawing/2014/main" id="{A3236816-52CE-4B3A-B527-3A4BB2C49012}"/>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loan_id:</a:t>
            </a:r>
          </a:p>
        </p:txBody>
      </p:sp>
      <p:sp>
        <p:nvSpPr>
          <p:cNvPr id="4" name="">
            <a:extLst xmlns:a="http://schemas.openxmlformats.org/drawingml/2006/main">
              <a:ext uri="{FF2B5EF4-FFF2-40B4-BE49-F238E27FC236}">
                <a16:creationId xmlns:a16="http://schemas.microsoft.com/office/drawing/2014/main" id="{314D2A61-EE61-478C-8FD1-F8219D6EB2E2}"/>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대여 한 건의 키</a:t>
            </a:r>
          </a:p>
        </p:txBody>
      </p:sp>
      <p:sp>
        <p:nvSpPr>
          <p:cNvPr id="5" name="">
            <a:extLst xmlns:a="http://schemas.openxmlformats.org/drawingml/2006/main">
              <a:ext uri="{FF2B5EF4-FFF2-40B4-BE49-F238E27FC236}">
                <a16:creationId xmlns:a16="http://schemas.microsoft.com/office/drawing/2014/main" id="{FAD29FBC-0AF4-4B27-8BDE-1B3FC2499C5F}"/>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DA13275-C1CA-485D-92A3-F00420BBC651}"/>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item_id:</a:t>
            </a:r>
          </a:p>
        </p:txBody>
      </p:sp>
      <p:sp>
        <p:nvSpPr>
          <p:cNvPr id="7" name="">
            <a:extLst xmlns:a="http://schemas.openxmlformats.org/drawingml/2006/main">
              <a:ext uri="{FF2B5EF4-FFF2-40B4-BE49-F238E27FC236}">
                <a16:creationId xmlns:a16="http://schemas.microsoft.com/office/drawing/2014/main" id="{E4BC260D-A37B-42CB-A377-B7E3F6EB9DA5}"/>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물품의 식별자</a:t>
            </a:r>
          </a:p>
        </p:txBody>
      </p:sp>
      <p:sp>
        <p:nvSpPr>
          <p:cNvPr id="8" name="">
            <a:extLst xmlns:a="http://schemas.openxmlformats.org/drawingml/2006/main">
              <a:ext uri="{FF2B5EF4-FFF2-40B4-BE49-F238E27FC236}">
                <a16:creationId xmlns:a16="http://schemas.microsoft.com/office/drawing/2014/main" id="{ACA22094-B5A7-4966-BB18-56162517971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7609ACE-F8E8-411F-B182-FB407FD6D7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BFBCB0C9-2BD7-45F5-9905-B5E886D74E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573355951"/>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7140F2-10EB-4015-A889-F3BC0359111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DFE33B6-63DD-4ECB-A33F-00DD376EE53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물품 중복과 기록 중복</a:t>
            </a:r>
          </a:p>
        </p:txBody>
      </p:sp>
      <p:sp>
        <p:nvSpPr>
          <p:cNvPr id="3" name="">
            <a:extLst xmlns:a="http://schemas.openxmlformats.org/drawingml/2006/main">
              <a:ext uri="{FF2B5EF4-FFF2-40B4-BE49-F238E27FC236}">
                <a16:creationId xmlns:a16="http://schemas.microsoft.com/office/drawing/2014/main" id="{E939D6A1-0DEC-42D4-B488-0807AA16F67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A4CA9E-8182-4967-AF9D-1F69D75D697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다른 loan_id의 같은 item_id는 가능</a:t>
            </a:r>
          </a:p>
        </p:txBody>
      </p:sp>
      <p:sp>
        <p:nvSpPr>
          <p:cNvPr id="5" name="">
            <a:extLst xmlns:a="http://schemas.openxmlformats.org/drawingml/2006/main">
              <a:ext uri="{FF2B5EF4-FFF2-40B4-BE49-F238E27FC236}">
                <a16:creationId xmlns:a16="http://schemas.microsoft.com/office/drawing/2014/main" id="{923C7B2A-332F-4E0F-A6E3-15B04D54403B}"/>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같은 loan_id 두 행은 현재 계약에서 거절</a:t>
            </a:r>
          </a:p>
        </p:txBody>
      </p:sp>
      <p:sp>
        <p:nvSpPr>
          <p:cNvPr id="6" name="">
            <a:extLst xmlns:a="http://schemas.openxmlformats.org/drawingml/2006/main">
              <a:ext uri="{FF2B5EF4-FFF2-40B4-BE49-F238E27FC236}">
                <a16:creationId xmlns:a16="http://schemas.microsoft.com/office/drawing/2014/main" id="{ACF9F8FA-833B-45F5-88B9-8A36C1379FE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1648EE-B38F-42DA-B541-2BE8FE50D7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0F67BE95-F2CA-4936-9EA8-E8412AEC73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605823467"/>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422584-2BE0-4C12-89A8-DE8790CF53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797512C-8ADD-48F8-A75A-69B7354F96B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updated_at과 기록 갱신</a:t>
            </a:r>
          </a:p>
        </p:txBody>
      </p:sp>
      <p:sp>
        <p:nvSpPr>
          <p:cNvPr id="3" name="">
            <a:extLst xmlns:a="http://schemas.openxmlformats.org/drawingml/2006/main">
              <a:ext uri="{FF2B5EF4-FFF2-40B4-BE49-F238E27FC236}">
                <a16:creationId xmlns:a16="http://schemas.microsoft.com/office/drawing/2014/main" id="{CA38AA0B-C264-4477-B52F-1E13BCBE1EC1}"/>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C7F270E-E0C1-46CD-A98A-823221722F5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반납 시각이나 반납 여부의 증거가 아닙니다.</a:t>
            </a:r>
          </a:p>
        </p:txBody>
      </p:sp>
      <p:sp>
        <p:nvSpPr>
          <p:cNvPr id="5" name="">
            <a:extLst xmlns:a="http://schemas.openxmlformats.org/drawingml/2006/main">
              <a:ext uri="{FF2B5EF4-FFF2-40B4-BE49-F238E27FC236}">
                <a16:creationId xmlns:a16="http://schemas.microsoft.com/office/drawing/2014/main" id="{CD018B36-CC44-4C16-AF62-3FE5E411EB1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status</a:t>
            </a:r>
            <a:r>
              <a:t>와 함께 원문 그대로 읽습니다.</a:t>
            </a:r>
          </a:p>
        </p:txBody>
      </p:sp>
      <p:sp>
        <p:nvSpPr>
          <p:cNvPr id="6" name="">
            <a:extLst xmlns:a="http://schemas.openxmlformats.org/drawingml/2006/main">
              <a:ext uri="{FF2B5EF4-FFF2-40B4-BE49-F238E27FC236}">
                <a16:creationId xmlns:a16="http://schemas.microsoft.com/office/drawing/2014/main" id="{2A4FDEB0-8C9D-46AD-8818-C579C57ABF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9165916-18C8-41DE-AFDD-6AD1E3B458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283C3841-78D1-48C3-853B-B8B00D7434B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693369694"/>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8F869D-EBD2-4DD0-9AF8-E8510657370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2F8165C-7FC1-4FD7-A8F2-E8476B17F23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status와 review·reject</a:t>
            </a:r>
          </a:p>
        </p:txBody>
      </p:sp>
      <p:sp>
        <p:nvSpPr>
          <p:cNvPr id="3" name="">
            <a:extLst xmlns:a="http://schemas.openxmlformats.org/drawingml/2006/main">
              <a:ext uri="{FF2B5EF4-FFF2-40B4-BE49-F238E27FC236}">
                <a16:creationId xmlns:a16="http://schemas.microsoft.com/office/drawing/2014/main" id="{90D9B1B2-5818-46B2-80FA-4E140C9B7849}"/>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status:</a:t>
            </a:r>
          </a:p>
        </p:txBody>
      </p:sp>
      <p:sp>
        <p:nvSpPr>
          <p:cNvPr id="4" name="">
            <a:extLst xmlns:a="http://schemas.openxmlformats.org/drawingml/2006/main">
              <a:ext uri="{FF2B5EF4-FFF2-40B4-BE49-F238E27FC236}">
                <a16:creationId xmlns:a16="http://schemas.microsoft.com/office/drawing/2014/main" id="{23A629FB-7DFB-41C1-A68C-C99BF2107554}"/>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checked_out · returned · unknown</a:t>
            </a:r>
          </a:p>
        </p:txBody>
      </p:sp>
      <p:sp>
        <p:nvSpPr>
          <p:cNvPr id="5" name="">
            <a:extLst xmlns:a="http://schemas.openxmlformats.org/drawingml/2006/main">
              <a:ext uri="{FF2B5EF4-FFF2-40B4-BE49-F238E27FC236}">
                <a16:creationId xmlns:a16="http://schemas.microsoft.com/office/drawing/2014/main" id="{7D00F631-BE13-49D1-9C1B-F12944DAF8D0}"/>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CBE0C0-251A-4597-9256-5AA1A519B772}"/>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처리 결과:</a:t>
            </a:r>
          </a:p>
        </p:txBody>
      </p:sp>
      <p:sp>
        <p:nvSpPr>
          <p:cNvPr id="7" name="">
            <a:extLst xmlns:a="http://schemas.openxmlformats.org/drawingml/2006/main">
              <a:ext uri="{FF2B5EF4-FFF2-40B4-BE49-F238E27FC236}">
                <a16:creationId xmlns:a16="http://schemas.microsoft.com/office/drawing/2014/main" id="{1379B339-5800-41E1-BC7D-87CB71131E67}"/>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review · reject</a:t>
            </a:r>
          </a:p>
        </p:txBody>
      </p:sp>
      <p:sp>
        <p:nvSpPr>
          <p:cNvPr id="8" name="">
            <a:extLst xmlns:a="http://schemas.openxmlformats.org/drawingml/2006/main">
              <a:ext uri="{FF2B5EF4-FFF2-40B4-BE49-F238E27FC236}">
                <a16:creationId xmlns:a16="http://schemas.microsoft.com/office/drawing/2014/main" id="{F9E33EAA-3D9C-4ECC-95F3-DCF8633F2A9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0A087F1-D908-4FA4-AA5E-60023AC927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D40B6A52-EDFA-43D5-ACCF-882314F661C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1179946901"/>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746FC8-0382-494D-AC83-3D9CAF62DA1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CEA7297-3458-42FC-8BA5-EFB75FF289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파싱과 계약 검사</a:t>
            </a:r>
          </a:p>
        </p:txBody>
      </p:sp>
      <p:sp>
        <p:nvSpPr>
          <p:cNvPr id="3" name="">
            <a:extLst xmlns:a="http://schemas.openxmlformats.org/drawingml/2006/main">
              <a:ext uri="{FF2B5EF4-FFF2-40B4-BE49-F238E27FC236}">
                <a16:creationId xmlns:a16="http://schemas.microsoft.com/office/drawing/2014/main" id="{46344316-0F47-441E-9B8F-E04EC367D39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7F8AFC5-A83E-4DF7-B1D0-1DF6DF52064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CSV 파싱</a:t>
            </a:r>
            <a:r>
              <a:t> → </a:t>
            </a:r>
            <a:r>
              <a:rPr b="1">
                <a:solidFill>
                  <a:srgbClr val="002FA7"/>
                </a:solidFill>
              </a:rPr>
              <a:t>키·값 검사</a:t>
            </a:r>
            <a:r>
              <a:t> → 화면 표시</a:t>
            </a:r>
          </a:p>
        </p:txBody>
      </p:sp>
      <p:sp>
        <p:nvSpPr>
          <p:cNvPr id="5" name="">
            <a:extLst xmlns:a="http://schemas.openxmlformats.org/drawingml/2006/main">
              <a:ext uri="{FF2B5EF4-FFF2-40B4-BE49-F238E27FC236}">
                <a16:creationId xmlns:a16="http://schemas.microsoft.com/office/drawing/2014/main" id="{F25DDB9E-7B88-460E-8B44-BAA50CCF666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3BEC37B-58E0-4ACD-84E2-B34CF32A20B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930E531-5D48-4969-9672-70C80D56174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문법 오류와 계약 오류를 구분합니다.</a:t>
            </a:r>
          </a:p>
        </p:txBody>
      </p:sp>
      <p:sp>
        <p:nvSpPr>
          <p:cNvPr id="8" name="">
            <a:extLst xmlns:a="http://schemas.openxmlformats.org/drawingml/2006/main">
              <a:ext uri="{FF2B5EF4-FFF2-40B4-BE49-F238E27FC236}">
                <a16:creationId xmlns:a16="http://schemas.microsoft.com/office/drawing/2014/main" id="{CDD25768-782F-42BC-B774-BFDE8F6BB3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9F7689-4596-4688-A2A7-7B9DBB10FBF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4CD38CD6-50C3-4422-82A9-32FF77A1E7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555096475"/>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8F59C6-EB23-449D-B1C0-9682D813BAC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50585DA-6BAD-4C63-8F27-90FCA3FDC6F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갱신 시각 누락 처리</a:t>
            </a:r>
          </a:p>
        </p:txBody>
      </p:sp>
      <p:sp>
        <p:nvSpPr>
          <p:cNvPr id="3" name="">
            <a:extLst xmlns:a="http://schemas.openxmlformats.org/drawingml/2006/main">
              <a:ext uri="{FF2B5EF4-FFF2-40B4-BE49-F238E27FC236}">
                <a16:creationId xmlns:a16="http://schemas.microsoft.com/office/drawing/2014/main" id="{4B48181C-43B7-42DF-859E-897A1A4C03E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917FCC5-9C32-484C-B954-4536577B0CC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updated_at 빈칸</a:t>
            </a:r>
            <a:r>
              <a:t> → </a:t>
            </a:r>
            <a:r>
              <a:rPr b="1">
                <a:solidFill>
                  <a:srgbClr val="002FA7"/>
                </a:solidFill>
              </a:rPr>
              <a:t>review</a:t>
            </a:r>
            <a:r>
              <a:t>와 이유</a:t>
            </a:r>
          </a:p>
        </p:txBody>
      </p:sp>
      <p:sp>
        <p:nvSpPr>
          <p:cNvPr id="5" name="">
            <a:extLst xmlns:a="http://schemas.openxmlformats.org/drawingml/2006/main">
              <a:ext uri="{FF2B5EF4-FFF2-40B4-BE49-F238E27FC236}">
                <a16:creationId xmlns:a16="http://schemas.microsoft.com/office/drawing/2014/main" id="{927CDD51-218D-48A7-BE90-970E5AAF681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B7B312E-7513-4322-ABEE-01AD38B9702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6D21849-C1BE-4EEA-88FE-3E5D3B95B06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현재 시각</a:t>
            </a:r>
            <a:r>
              <a:t>을 만들거나 반납 완료로 바꾸지 않습니다.</a:t>
            </a:r>
          </a:p>
        </p:txBody>
      </p:sp>
      <p:sp>
        <p:nvSpPr>
          <p:cNvPr id="8" name="">
            <a:extLst xmlns:a="http://schemas.openxmlformats.org/drawingml/2006/main">
              <a:ext uri="{FF2B5EF4-FFF2-40B4-BE49-F238E27FC236}">
                <a16:creationId xmlns:a16="http://schemas.microsoft.com/office/drawing/2014/main" id="{B0D7308D-EB0E-4030-9151-70E851FE9AC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B6BF7C5-3AA7-4868-B27A-18F926BAFFC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B672E729-EA9C-4D4F-8150-38C5695804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802372887"/>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FBE269-6062-4678-B949-CDD4E921022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6A8E75D-7088-4771-A9C5-1C46298FD99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정상·검토·실패 경로</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064369"/>
                <a:gridCol w="3798277"/>
                <a:gridCol w="2110154"/>
              </a:tblGrid>
              <a:tr h="685800">
                <a:tc>
                  <a:txBody>
                    <a:bodyPr wrap="square"/>
                    <a:lstStyle/>
                    <a:p>
                      <a:pPr>
                        <a:lnSpc>
                          <a:spcPct val="94000"/>
                        </a:lnSpc>
                        <a:buNone/>
                      </a:pPr>
                      <a:r>
                        <a:rPr sz="2100" b="1">
                          <a:solidFill>
                            <a:srgbClr val="FFFFFF"/>
                          </a:solidFill>
                          <a:latin typeface="Noto Sans KR"/>
                          <a:ea typeface="Noto Sans KR"/>
                          <a:cs typeface="Noto Sans KR"/>
                        </a:rPr>
                        <a:t>입력 조건</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처리 결과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정상 3건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3행 표시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갱신 시각 없음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review</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대여 키 중복</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reject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CSV 문법 오류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읽기 실패</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E1E08E55-4155-425A-A861-9E971CB500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C4E60B-8C5E-401A-B0C0-0E57EEFF81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6" name="">
            <a:extLst xmlns:a="http://schemas.openxmlformats.org/drawingml/2006/main">
              <a:ext uri="{FF2B5EF4-FFF2-40B4-BE49-F238E27FC236}">
                <a16:creationId xmlns:a16="http://schemas.microsoft.com/office/drawing/2014/main" id="{9A606A05-A185-48A6-8546-8591AAC661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63523731"/>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DDA2CC-B45C-4453-8B96-F17993869FA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AEAFA18-1165-4A58-8CF7-EE6E860DC2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F50250A0-0E1E-434C-AB55-74ABD82A1D91}"/>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876067B-2888-40DC-B722-84DDF5E08DB0}"/>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키와 시각 누락의 규칙을 먼저 합의합니다.</a:t>
            </a:r>
          </a:p>
        </p:txBody>
      </p:sp>
      <p:sp>
        <p:nvSpPr>
          <p:cNvPr id="5" name="">
            <a:extLst xmlns:a="http://schemas.openxmlformats.org/drawingml/2006/main">
              <a:ext uri="{FF2B5EF4-FFF2-40B4-BE49-F238E27FC236}">
                <a16:creationId xmlns:a16="http://schemas.microsoft.com/office/drawing/2014/main" id="{E5515F03-52A0-4000-A049-CB70C9D5F5B5}"/>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검토 이유와 원문을 함께 보여 줍니다.</a:t>
            </a:r>
          </a:p>
        </p:txBody>
      </p:sp>
      <p:sp>
        <p:nvSpPr>
          <p:cNvPr id="6" name="">
            <a:extLst xmlns:a="http://schemas.openxmlformats.org/drawingml/2006/main">
              <a:ext uri="{FF2B5EF4-FFF2-40B4-BE49-F238E27FC236}">
                <a16:creationId xmlns:a16="http://schemas.microsoft.com/office/drawing/2014/main" id="{62A3D82A-B170-443B-BDDD-828E76D6B5B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C53A9AE-9E4F-4D3D-8DD8-65B46E6A091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71E5982C-5218-45E9-8118-F60C34B74B8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985631549"/>
      </p:ext>
    </p:extLst>
  </p:cSld>
</p:sld>
</file>

<file path=ppt/slides/slide4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C27FFA6-5FED-4EA5-B654-C0CEB224B2D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4D779377-E056-43D6-A7E2-0DE7F94D053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FCCA2251-23EB-45DB-9426-463CD4BBE0B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L10/I02 · L11/I02 · L10/I03</a:t>
            </a:r>
          </a:p>
        </p:txBody>
      </p:sp>
      <p:sp>
        <p:nvSpPr>
          <p:cNvPr id="4" name="">
            <a:extLst xmlns:a="http://schemas.openxmlformats.org/drawingml/2006/main">
              <a:ext uri="{FF2B5EF4-FFF2-40B4-BE49-F238E27FC236}">
                <a16:creationId xmlns:a16="http://schemas.microsoft.com/office/drawing/2014/main" id="{AC09E052-3B51-4E5F-803F-0E4066EF220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현재 대여 키 계약에 충돌하는 두 행은?</a:t>
            </a:r>
          </a:p>
        </p:txBody>
      </p:sp>
      <p:sp>
        <p:nvSpPr>
          <p:cNvPr id="5" name="">
            <a:extLst xmlns:a="http://schemas.openxmlformats.org/drawingml/2006/main">
              <a:ext uri="{FF2B5EF4-FFF2-40B4-BE49-F238E27FC236}">
                <a16:creationId xmlns:a16="http://schemas.microsoft.com/office/drawing/2014/main" id="{E3DF0A00-499D-4EFC-AFE3-CA64A5DF1C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3BD189-94BF-4A33-AD5A-94C69BD859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EC01ABE5-A832-4790-943C-1B9C034C4B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046</a:t>
            </a:r>
          </a:p>
        </p:txBody>
      </p:sp>
    </p:spTree>
    <p:extLst>
      <p:ext uri="{BB962C8B-B14F-4D97-AF65-F5344CB8AC3E}">
        <p14:creationId xmlns:p14="http://schemas.microsoft.com/office/powerpoint/2010/main" val="581479854"/>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9AEF7A-57D6-4D86-A9C1-34E21EB3A88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5D42705-5164-47AF-8BDD-470162AD3A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8CCF805A-4736-4DDA-AD34-2994F12DFF7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loan_id</a:t>
            </a:r>
          </a:p>
        </p:txBody>
      </p:sp>
      <p:sp>
        <p:nvSpPr>
          <p:cNvPr id="4" name="">
            <a:extLst xmlns:a="http://schemas.openxmlformats.org/drawingml/2006/main">
              <a:ext uri="{FF2B5EF4-FFF2-40B4-BE49-F238E27FC236}">
                <a16:creationId xmlns:a16="http://schemas.microsoft.com/office/drawing/2014/main" id="{C7E5DF19-AB9C-4033-A8C5-DE0ACA1A36A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CD43A9-F05A-4E14-865A-4C2F72ECD93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첫째와 셋째의 </a:t>
            </a:r>
            <a:r>
              <a:rPr b="1">
                <a:solidFill>
                  <a:srgbClr val="002FA7"/>
                </a:solidFill>
              </a:rPr>
              <a:t>loan_id</a:t>
            </a:r>
            <a:r>
              <a:t>=L10이 충돌합니다.</a:t>
            </a:r>
          </a:p>
        </p:txBody>
      </p:sp>
      <p:sp>
        <p:nvSpPr>
          <p:cNvPr id="6" name="">
            <a:extLst xmlns:a="http://schemas.openxmlformats.org/drawingml/2006/main">
              <a:ext uri="{FF2B5EF4-FFF2-40B4-BE49-F238E27FC236}">
                <a16:creationId xmlns:a16="http://schemas.microsoft.com/office/drawing/2014/main" id="{4F671B00-26E2-46F1-90DC-5D36EBF2FCB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item_id=I02는 별도 대여일 수 있습니다.</a:t>
            </a:r>
          </a:p>
        </p:txBody>
      </p:sp>
      <p:sp>
        <p:nvSpPr>
          <p:cNvPr id="7" name="">
            <a:extLst xmlns:a="http://schemas.openxmlformats.org/drawingml/2006/main">
              <a:ext uri="{FF2B5EF4-FFF2-40B4-BE49-F238E27FC236}">
                <a16:creationId xmlns:a16="http://schemas.microsoft.com/office/drawing/2014/main" id="{5F625F17-6AC4-419D-8F30-D46B69762B8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9A6462A-FDED-4DB6-8456-4F5680177C7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D1A78DC0-A479-4E11-A70A-2F468691282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776117237"/>
      </p:ext>
    </p:extLst>
  </p:cSld>
</p:sld>
</file>

<file path=ppt/slides/slide4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CF2181-6A56-46FF-A4A2-817379A8B9E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50103C43-D0B3-4C14-8E06-29753A640D3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F672BB83-CE8B-438A-A1EB-56839426F48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updated_at을 빈칸으로 바꾼 새 입력</a:t>
            </a:r>
          </a:p>
        </p:txBody>
      </p:sp>
      <p:sp>
        <p:nvSpPr>
          <p:cNvPr id="4" name="">
            <a:extLst xmlns:a="http://schemas.openxmlformats.org/drawingml/2006/main">
              <a:ext uri="{FF2B5EF4-FFF2-40B4-BE49-F238E27FC236}">
                <a16:creationId xmlns:a16="http://schemas.microsoft.com/office/drawing/2014/main" id="{517F207C-6397-485B-92D7-8D98F345C48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status는 유지하고 review를 추가합니다.</a:t>
            </a:r>
          </a:p>
        </p:txBody>
      </p:sp>
      <p:sp>
        <p:nvSpPr>
          <p:cNvPr id="5" name="">
            <a:extLst xmlns:a="http://schemas.openxmlformats.org/drawingml/2006/main">
              <a:ext uri="{FF2B5EF4-FFF2-40B4-BE49-F238E27FC236}">
                <a16:creationId xmlns:a16="http://schemas.microsoft.com/office/drawing/2014/main" id="{07A180CD-DF9A-473F-AF40-8B40BC405C9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7BC873-5038-48FF-B846-96A8874AF56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6ECE4C4B-ABB3-4ACC-9A5E-A6B6EE29DDF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048</a:t>
            </a:r>
          </a:p>
        </p:txBody>
      </p:sp>
    </p:spTree>
    <p:extLst>
      <p:ext uri="{BB962C8B-B14F-4D97-AF65-F5344CB8AC3E}">
        <p14:creationId xmlns:p14="http://schemas.microsoft.com/office/powerpoint/2010/main" val="1937230590"/>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1DF748-2A8C-4389-A3E6-527A3BC02B4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0D0C92D-8056-4D0D-87CD-FA09244015C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560E172C-6948-48B6-A5B9-F30920157EB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7B6BDA0-9CC5-46F7-80FB-B80D76D975F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누락을 현재 시각으로 자동 채우지 않습니다.</a:t>
            </a:r>
          </a:p>
        </p:txBody>
      </p:sp>
      <p:sp>
        <p:nvSpPr>
          <p:cNvPr id="5" name="">
            <a:extLst xmlns:a="http://schemas.openxmlformats.org/drawingml/2006/main">
              <a:ext uri="{FF2B5EF4-FFF2-40B4-BE49-F238E27FC236}">
                <a16:creationId xmlns:a16="http://schemas.microsoft.com/office/drawing/2014/main" id="{6CCEF516-A7AF-4C39-883D-81391DD42B5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8D73DA4-11F2-4F1C-998C-4018C8F49A8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92D8EC4-5579-416A-8A78-C740713DD2C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원문에 없던 변경 사실을 만들 수 있습니다.</a:t>
            </a:r>
          </a:p>
        </p:txBody>
      </p:sp>
      <p:sp>
        <p:nvSpPr>
          <p:cNvPr id="8" name="">
            <a:extLst xmlns:a="http://schemas.openxmlformats.org/drawingml/2006/main">
              <a:ext uri="{FF2B5EF4-FFF2-40B4-BE49-F238E27FC236}">
                <a16:creationId xmlns:a16="http://schemas.microsoft.com/office/drawing/2014/main" id="{25F385D0-965D-4B20-8181-0A02325D61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A6C445-6D1F-4A4B-BF83-3C10691E19B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D8E5E376-BB61-4EAE-834C-6D8BE824D7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429550607"/>
      </p:ext>
    </p:extLst>
  </p:cSld>
</p:sld>
</file>

<file path=ppt/slides/slide5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2A819A-4E99-4B20-ABBE-A90C2F1C2E0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FAA39A39-A018-4DD0-8197-F33F550C281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B5887A78-D523-49F8-B78F-D016C160994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updated_at과 status의 뜻을 말합니다.</a:t>
            </a:r>
          </a:p>
        </p:txBody>
      </p:sp>
      <p:sp>
        <p:nvSpPr>
          <p:cNvPr id="4" name="">
            <a:extLst xmlns:a="http://schemas.openxmlformats.org/drawingml/2006/main">
              <a:ext uri="{FF2B5EF4-FFF2-40B4-BE49-F238E27FC236}">
                <a16:creationId xmlns:a16="http://schemas.microsoft.com/office/drawing/2014/main" id="{FC0E6DC9-8834-4D0C-842A-7A998D08D67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review가 returned를 뜻하지 않는 이유는?</a:t>
            </a:r>
          </a:p>
        </p:txBody>
      </p:sp>
      <p:sp>
        <p:nvSpPr>
          <p:cNvPr id="5" name="">
            <a:extLst xmlns:a="http://schemas.openxmlformats.org/drawingml/2006/main">
              <a:ext uri="{FF2B5EF4-FFF2-40B4-BE49-F238E27FC236}">
                <a16:creationId xmlns:a16="http://schemas.microsoft.com/office/drawing/2014/main" id="{5F5E48A7-0C40-49B5-8853-3A2EDFAB10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2FC414-B710-461E-8A16-150628E286B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FD324220-27C4-4F03-A7E2-DC231F4158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050</a:t>
            </a:r>
          </a:p>
        </p:txBody>
      </p:sp>
    </p:spTree>
    <p:extLst>
      <p:ext uri="{BB962C8B-B14F-4D97-AF65-F5344CB8AC3E}">
        <p14:creationId xmlns:p14="http://schemas.microsoft.com/office/powerpoint/2010/main" val="1773423775"/>
      </p:ext>
    </p:extLst>
  </p:cSld>
</p:sld>
</file>

<file path=ppt/slides/slide5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71D181-D461-4A37-9F5A-9DE268E1159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C4783B72-EF29-4634-A4AF-499B3AF5ECE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94AA5E10-6F1A-4AD7-B08E-3038B32BDDB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키 A·B·A, 물품 X·X·Y</a:t>
            </a:r>
          </a:p>
        </p:txBody>
      </p:sp>
      <p:sp>
        <p:nvSpPr>
          <p:cNvPr id="4" name="">
            <a:extLst xmlns:a="http://schemas.openxmlformats.org/drawingml/2006/main">
              <a:ext uri="{FF2B5EF4-FFF2-40B4-BE49-F238E27FC236}">
                <a16:creationId xmlns:a16="http://schemas.microsoft.com/office/drawing/2014/main" id="{6C3232FB-059B-4DD5-BF37-E413F7FA21D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충돌과 실패 화면의 이유를 직접 쓰세요.</a:t>
            </a:r>
          </a:p>
        </p:txBody>
      </p:sp>
      <p:sp>
        <p:nvSpPr>
          <p:cNvPr id="5" name="">
            <a:extLst xmlns:a="http://schemas.openxmlformats.org/drawingml/2006/main">
              <a:ext uri="{FF2B5EF4-FFF2-40B4-BE49-F238E27FC236}">
                <a16:creationId xmlns:a16="http://schemas.microsoft.com/office/drawing/2014/main" id="{FB6DBB26-0BDD-4156-975F-BBC22C0149D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06B1F44-3290-435A-8982-1253401D28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7CDFACBC-E41A-4ADC-8194-7A88E7FCF6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051</a:t>
            </a:r>
          </a:p>
        </p:txBody>
      </p:sp>
    </p:spTree>
    <p:extLst>
      <p:ext uri="{BB962C8B-B14F-4D97-AF65-F5344CB8AC3E}">
        <p14:creationId xmlns:p14="http://schemas.microsoft.com/office/powerpoint/2010/main" val="1440338642"/>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393CA5-732C-40FE-AE57-5B08CE9633DA}"/>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7E95DD-1F1F-408E-AF55-7D675279183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1B10DE79-1FC4-442B-B123-1E4044327832}"/>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F0FC5C99-2ED3-4B91-9EC2-AA075FB462A5}"/>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요구·시험·관찰 연결</a:t>
            </a:r>
          </a:p>
        </p:txBody>
      </p:sp>
      <p:sp>
        <p:nvSpPr>
          <p:cNvPr id="5" name="">
            <a:extLst xmlns:a="http://schemas.openxmlformats.org/drawingml/2006/main">
              <a:ext uri="{FF2B5EF4-FFF2-40B4-BE49-F238E27FC236}">
                <a16:creationId xmlns:a16="http://schemas.microsoft.com/office/drawing/2014/main" id="{A398B1AF-3EB9-4921-A08D-CFB0B52702EA}"/>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1BAF9FC-9513-4141-9E08-C18CE245046C}"/>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A092FA81-DD36-45C4-8B03-36F20BA3B033}"/>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A10 · A11 · A12</a:t>
            </a:r>
          </a:p>
        </p:txBody>
      </p:sp>
      <p:sp>
        <p:nvSpPr>
          <p:cNvPr id="8" name="">
            <a:extLst xmlns:a="http://schemas.openxmlformats.org/drawingml/2006/main">
              <a:ext uri="{FF2B5EF4-FFF2-40B4-BE49-F238E27FC236}">
                <a16:creationId xmlns:a16="http://schemas.microsoft.com/office/drawing/2014/main" id="{C7A3A134-8725-47A1-AC03-2B5985AFC9B5}"/>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79F94367-96CA-4973-A43B-0BB485CCE6D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4B9D4EB5-D418-4F64-B3CC-47D0EEBEDF1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523135692"/>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BE8AAF-049B-48DF-9129-CA798A6D6F3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3042E19-9BB3-45C9-BC3F-F376635A1D0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요구 ID와 시험 ID</a:t>
            </a:r>
          </a:p>
        </p:txBody>
      </p:sp>
      <p:sp>
        <p:nvSpPr>
          <p:cNvPr id="3" name="">
            <a:extLst xmlns:a="http://schemas.openxmlformats.org/drawingml/2006/main">
              <a:ext uri="{FF2B5EF4-FFF2-40B4-BE49-F238E27FC236}">
                <a16:creationId xmlns:a16="http://schemas.microsoft.com/office/drawing/2014/main" id="{9BE2EBE5-1442-4655-834C-1E5869FBDCA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D9A892C-DD1D-46F2-8DD1-0C5F649EC24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R02 ↔ T02</a:t>
            </a:r>
            <a:r>
              <a:t>: 갱신 시각 누락</a:t>
            </a:r>
          </a:p>
        </p:txBody>
      </p:sp>
      <p:sp>
        <p:nvSpPr>
          <p:cNvPr id="5" name="">
            <a:extLst xmlns:a="http://schemas.openxmlformats.org/drawingml/2006/main">
              <a:ext uri="{FF2B5EF4-FFF2-40B4-BE49-F238E27FC236}">
                <a16:creationId xmlns:a16="http://schemas.microsoft.com/office/drawing/2014/main" id="{7F4F4C01-EA7C-4335-9B55-3D72B4DF90F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23EFEF-03C8-42BA-A05D-4949670886F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16090ED-EA3E-432F-8644-4D0FE3BBC60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review 기대값이 같아야 합니다.</a:t>
            </a:r>
          </a:p>
        </p:txBody>
      </p:sp>
      <p:sp>
        <p:nvSpPr>
          <p:cNvPr id="8" name="">
            <a:extLst xmlns:a="http://schemas.openxmlformats.org/drawingml/2006/main">
              <a:ext uri="{FF2B5EF4-FFF2-40B4-BE49-F238E27FC236}">
                <a16:creationId xmlns:a16="http://schemas.microsoft.com/office/drawing/2014/main" id="{B9CA091D-A36A-4E54-8E77-F97EB2DF158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5B2A81-2C1C-4EDA-9F87-5128791CAF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01D218A9-5350-41C4-96FC-8A163B9F418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1981302257"/>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239F30-7E26-4BCF-8732-83767A36E5B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A7BE662-7149-4019-BA01-5410E09656D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시험 입력과 기대값</a:t>
            </a:r>
          </a:p>
        </p:txBody>
      </p:sp>
      <p:sp>
        <p:nvSpPr>
          <p:cNvPr id="3" name="">
            <a:extLst xmlns:a="http://schemas.openxmlformats.org/drawingml/2006/main">
              <a:ext uri="{FF2B5EF4-FFF2-40B4-BE49-F238E27FC236}">
                <a16:creationId xmlns:a16="http://schemas.microsoft.com/office/drawing/2014/main" id="{FE91B5FE-CCCC-4F06-84C1-75E5D23A91C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EEED18F-0704-4EB2-A71F-3F919E568F1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입력을 넣고 무엇을 볼지 정합니다.</a:t>
            </a:r>
          </a:p>
        </p:txBody>
      </p:sp>
      <p:sp>
        <p:nvSpPr>
          <p:cNvPr id="5" name="">
            <a:extLst xmlns:a="http://schemas.openxmlformats.org/drawingml/2006/main">
              <a:ext uri="{FF2B5EF4-FFF2-40B4-BE49-F238E27FC236}">
                <a16:creationId xmlns:a16="http://schemas.microsoft.com/office/drawing/2014/main" id="{B2BA8A2D-7B73-48F0-8881-6F519BD8897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ED519D8-EB05-4D98-A653-B5C33328DDB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4244909-9982-4830-8339-C89F0E0EE0D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실패 뒤 기대값을 실제 오류에 맞추지 않습니다.</a:t>
            </a:r>
          </a:p>
        </p:txBody>
      </p:sp>
      <p:sp>
        <p:nvSpPr>
          <p:cNvPr id="8" name="">
            <a:extLst xmlns:a="http://schemas.openxmlformats.org/drawingml/2006/main">
              <a:ext uri="{FF2B5EF4-FFF2-40B4-BE49-F238E27FC236}">
                <a16:creationId xmlns:a16="http://schemas.microsoft.com/office/drawing/2014/main" id="{795FCECD-572B-430E-9BC5-2B83B7C7FB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36DE346-3CD1-4DE8-9C66-AED135E9463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DB057F40-91E2-4F24-853C-8A516FA672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932553662"/>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87C0FD-431F-4EEE-9B3B-319B7B6A68A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73982B4-D4F6-422E-A9E7-F7003913B86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PASS와 FAIL의 근거</a:t>
            </a:r>
          </a:p>
        </p:txBody>
      </p:sp>
      <p:sp>
        <p:nvSpPr>
          <p:cNvPr id="3" name="">
            <a:extLst xmlns:a="http://schemas.openxmlformats.org/drawingml/2006/main">
              <a:ext uri="{FF2B5EF4-FFF2-40B4-BE49-F238E27FC236}">
                <a16:creationId xmlns:a16="http://schemas.microsoft.com/office/drawing/2014/main" id="{2F466ACD-4A0C-41F1-AC35-8519F76425DC}"/>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PASS:</a:t>
            </a:r>
          </a:p>
        </p:txBody>
      </p:sp>
      <p:sp>
        <p:nvSpPr>
          <p:cNvPr id="4" name="">
            <a:extLst xmlns:a="http://schemas.openxmlformats.org/drawingml/2006/main">
              <a:ext uri="{FF2B5EF4-FFF2-40B4-BE49-F238E27FC236}">
                <a16:creationId xmlns:a16="http://schemas.microsoft.com/office/drawing/2014/main" id="{C7FE8945-A321-4FE3-A1AB-B02B10F953BD}"/>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관찰 = 기대</a:t>
            </a:r>
          </a:p>
        </p:txBody>
      </p:sp>
      <p:sp>
        <p:nvSpPr>
          <p:cNvPr id="5" name="">
            <a:extLst xmlns:a="http://schemas.openxmlformats.org/drawingml/2006/main">
              <a:ext uri="{FF2B5EF4-FFF2-40B4-BE49-F238E27FC236}">
                <a16:creationId xmlns:a16="http://schemas.microsoft.com/office/drawing/2014/main" id="{E5612978-18F8-4898-80F2-461BA0C343B5}"/>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1D9B81A-1416-4C51-963A-25BB1C23D4E6}"/>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FAIL:</a:t>
            </a:r>
          </a:p>
        </p:txBody>
      </p:sp>
      <p:sp>
        <p:nvSpPr>
          <p:cNvPr id="7" name="">
            <a:extLst xmlns:a="http://schemas.openxmlformats.org/drawingml/2006/main">
              <a:ext uri="{FF2B5EF4-FFF2-40B4-BE49-F238E27FC236}">
                <a16:creationId xmlns:a16="http://schemas.microsoft.com/office/drawing/2014/main" id="{F35E35D7-A4A9-4D98-89B1-4109BAEA0061}"/>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관찰 ≠ 기대</a:t>
            </a:r>
          </a:p>
        </p:txBody>
      </p:sp>
      <p:sp>
        <p:nvSpPr>
          <p:cNvPr id="8" name="">
            <a:extLst xmlns:a="http://schemas.openxmlformats.org/drawingml/2006/main">
              <a:ext uri="{FF2B5EF4-FFF2-40B4-BE49-F238E27FC236}">
                <a16:creationId xmlns:a16="http://schemas.microsoft.com/office/drawing/2014/main" id="{824C2133-4521-4491-A24A-E63EE382DD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A694CC0-32AB-4FFE-80CD-B1AC269B69A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095E66B1-BF2B-42EF-BBAD-AAFC18AA8FA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1582807222"/>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7697331-DC0D-42B8-9DF7-1B7BBF041F5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98C3E96-06AC-452B-90C9-40F5B6971D0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NOT_RUN과 관찰 없음</a:t>
            </a:r>
          </a:p>
        </p:txBody>
      </p:sp>
      <p:sp>
        <p:nvSpPr>
          <p:cNvPr id="3" name="">
            <a:extLst xmlns:a="http://schemas.openxmlformats.org/drawingml/2006/main">
              <a:ext uri="{FF2B5EF4-FFF2-40B4-BE49-F238E27FC236}">
                <a16:creationId xmlns:a16="http://schemas.microsoft.com/office/drawing/2014/main" id="{1E7CC800-59A1-4ABE-A5EF-2089BBC1DD6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NOT_RUN</a:t>
            </a:r>
          </a:p>
        </p:txBody>
      </p:sp>
      <p:sp>
        <p:nvSpPr>
          <p:cNvPr id="4" name="">
            <a:extLst xmlns:a="http://schemas.openxmlformats.org/drawingml/2006/main">
              <a:ext uri="{FF2B5EF4-FFF2-40B4-BE49-F238E27FC236}">
                <a16:creationId xmlns:a16="http://schemas.microsoft.com/office/drawing/2014/main" id="{CD2EF98B-E9B7-476D-98C3-99C725AD3AF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CE62D9-6EB9-4554-85A1-F8228485003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NOT_RUN</a:t>
            </a:r>
            <a:r>
              <a:t>: </a:t>
            </a:r>
            <a:r>
              <a:rPr b="1">
                <a:solidFill>
                  <a:srgbClr val="002FA7"/>
                </a:solidFill>
              </a:rPr>
              <a:t>아직 실행 결과가 없습니다.</a:t>
            </a:r>
          </a:p>
        </p:txBody>
      </p:sp>
      <p:sp>
        <p:nvSpPr>
          <p:cNvPr id="6" name="">
            <a:extLst xmlns:a="http://schemas.openxmlformats.org/drawingml/2006/main">
              <a:ext uri="{FF2B5EF4-FFF2-40B4-BE49-F238E27FC236}">
                <a16:creationId xmlns:a16="http://schemas.microsoft.com/office/drawing/2014/main" id="{C5FAE180-932B-47BE-9341-0C3A5F2692C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추측을 통과로 쓰지 않습니다.</a:t>
            </a:r>
          </a:p>
        </p:txBody>
      </p:sp>
      <p:sp>
        <p:nvSpPr>
          <p:cNvPr id="7" name="">
            <a:extLst xmlns:a="http://schemas.openxmlformats.org/drawingml/2006/main">
              <a:ext uri="{FF2B5EF4-FFF2-40B4-BE49-F238E27FC236}">
                <a16:creationId xmlns:a16="http://schemas.microsoft.com/office/drawing/2014/main" id="{C54B5916-42D9-4446-9AE1-F198204EA14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58B820A-BF93-4A1B-8E48-68A1E4E5F15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1D2B32B5-78C1-43D7-8DA0-2BA8D4DBCB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446744431"/>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AB4016-1A77-4E06-A8EC-CBB38B09AB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29347E3-31C2-4893-B31F-94570B181E6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계획 대비와 실행 대비</a:t>
            </a:r>
          </a:p>
        </p:txBody>
      </p:sp>
      <p:sp>
        <p:nvSpPr>
          <p:cNvPr id="3" name="">
            <a:extLst xmlns:a="http://schemas.openxmlformats.org/drawingml/2006/main">
              <a:ext uri="{FF2B5EF4-FFF2-40B4-BE49-F238E27FC236}">
                <a16:creationId xmlns:a16="http://schemas.microsoft.com/office/drawing/2014/main" id="{81C578D4-8965-4AEC-9684-A29BC71AA445}"/>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E14059A-50DF-46E5-BE5B-71220B96BE58}"/>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통과2</a:t>
            </a:r>
            <a:r>
              <a:t> · 실패1 · 미실행1 → 계획 대비2/4</a:t>
            </a:r>
          </a:p>
        </p:txBody>
      </p:sp>
      <p:sp>
        <p:nvSpPr>
          <p:cNvPr id="5" name="">
            <a:extLst xmlns:a="http://schemas.openxmlformats.org/drawingml/2006/main">
              <a:ext uri="{FF2B5EF4-FFF2-40B4-BE49-F238E27FC236}">
                <a16:creationId xmlns:a16="http://schemas.microsoft.com/office/drawing/2014/main" id="{78E1F5AE-1C14-4E8D-AE88-EF6EEB4C43DF}"/>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실행 대비2/3 · 제품 완성도는 아닙니다.</a:t>
            </a:r>
          </a:p>
        </p:txBody>
      </p:sp>
      <p:sp>
        <p:nvSpPr>
          <p:cNvPr id="6" name="">
            <a:extLst xmlns:a="http://schemas.openxmlformats.org/drawingml/2006/main">
              <a:ext uri="{FF2B5EF4-FFF2-40B4-BE49-F238E27FC236}">
                <a16:creationId xmlns:a16="http://schemas.microsoft.com/office/drawing/2014/main" id="{3DB06593-4309-4314-A061-333BEFCC87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F6C07BE-6613-4327-BE96-E86CCB1BC1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7FB86020-C37A-40DD-9841-E3DC49605F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911514340"/>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8ECC4EB-2693-49E6-81C0-73B4A4E9AAD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AAA2B95-A4EA-4787-8850-AFF89CCEA6A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정상·누락·중복·보존 시험</a:t>
            </a:r>
          </a:p>
        </p:txBody>
      </p:sp>
      <p:sp>
        <p:nvSpPr>
          <p:cNvPr id="3" name="">
            <a:extLst xmlns:a="http://schemas.openxmlformats.org/drawingml/2006/main">
              <a:ext uri="{FF2B5EF4-FFF2-40B4-BE49-F238E27FC236}">
                <a16:creationId xmlns:a16="http://schemas.microsoft.com/office/drawing/2014/main" id="{1B408606-187D-413C-922C-26279A830B8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정상</a:t>
            </a:r>
          </a:p>
        </p:txBody>
      </p:sp>
      <p:sp>
        <p:nvSpPr>
          <p:cNvPr id="4" name="">
            <a:extLst xmlns:a="http://schemas.openxmlformats.org/drawingml/2006/main">
              <a:ext uri="{FF2B5EF4-FFF2-40B4-BE49-F238E27FC236}">
                <a16:creationId xmlns:a16="http://schemas.microsoft.com/office/drawing/2014/main" id="{2EE0F27F-3665-4CCD-BF79-D849AEC6400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D9014A-59B4-4979-B7FA-EAE1C0B4B51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정상</a:t>
            </a:r>
            <a:r>
              <a:t> · 누락 · 중복 · 원문 보존</a:t>
            </a:r>
          </a:p>
        </p:txBody>
      </p:sp>
      <p:sp>
        <p:nvSpPr>
          <p:cNvPr id="6" name="">
            <a:extLst xmlns:a="http://schemas.openxmlformats.org/drawingml/2006/main">
              <a:ext uri="{FF2B5EF4-FFF2-40B4-BE49-F238E27FC236}">
                <a16:creationId xmlns:a16="http://schemas.microsoft.com/office/drawing/2014/main" id="{F4DA429B-8C39-46CB-BF38-99C49565CB3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장비 미정이면 대체 경로와 담당을 적습니다.</a:t>
            </a:r>
          </a:p>
        </p:txBody>
      </p:sp>
      <p:sp>
        <p:nvSpPr>
          <p:cNvPr id="7" name="">
            <a:extLst xmlns:a="http://schemas.openxmlformats.org/drawingml/2006/main">
              <a:ext uri="{FF2B5EF4-FFF2-40B4-BE49-F238E27FC236}">
                <a16:creationId xmlns:a16="http://schemas.microsoft.com/office/drawing/2014/main" id="{CBF453E2-8D8F-4019-B613-C0562593D2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3481B48-1B1C-4A36-85C8-B7D3B6267B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58AF198D-DD9E-43E9-BE8B-52708FAF93E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315409532"/>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F775928-36A0-4219-A452-E034F737732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68FB2F6-E906-4CF3-82C6-0C9AD592DBB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시험 상태 비교 코드</a:t>
            </a:r>
          </a:p>
        </p:txBody>
      </p:sp>
      <p:sp>
        <p:nvSpPr>
          <p:cNvPr id="3" name="">
            <a:extLst xmlns:a="http://schemas.openxmlformats.org/drawingml/2006/main">
              <a:ext uri="{FF2B5EF4-FFF2-40B4-BE49-F238E27FC236}">
                <a16:creationId xmlns:a16="http://schemas.microsoft.com/office/drawing/2014/main" id="{8959B2BB-8693-4AB0-BE81-ACB1C3FB6960}"/>
              </a:ext>
            </a:extLst>
          </p:cNvPr>
          <p:cNvSpPr>
            <a:spLocks xmlns:a="http://schemas.openxmlformats.org/drawingml/2006/main" noGrp="1"/>
          </p:cNvSpPr>
          <p:nvPr/>
        </p:nvSpPr>
        <p:spPr>
          <a:xfrm xmlns:a="http://schemas.openxmlformats.org/drawingml/2006/main">
            <a:off x="609600" y="2714625"/>
            <a:ext cx="10972800" cy="3276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62FEAA-55AE-413A-9FB9-F6FB19D31924}"/>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549A159E-630A-4394-9F74-45B24CA5C74A}"/>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cases = [</a:t>
            </a:r>
          </a:p>
        </p:txBody>
      </p:sp>
      <p:sp>
        <p:nvSpPr>
          <p:cNvPr id="6" name="">
            <a:extLst xmlns:a="http://schemas.openxmlformats.org/drawingml/2006/main">
              <a:ext uri="{FF2B5EF4-FFF2-40B4-BE49-F238E27FC236}">
                <a16:creationId xmlns:a16="http://schemas.microsoft.com/office/drawing/2014/main" id="{6C01F9C2-C23B-435A-8B6C-FB88DA9FF02D}"/>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DE09CBCE-7F7B-48A3-B382-3C112D4349BA}"/>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a:solidFill>
                  <a:srgbClr val="BACBFA"/>
                </a:solidFill>
              </a:rPr>
              <a:t>"T02"</a:t>
            </a:r>
            <a:r>
              <a:rPr>
                <a:solidFill>
                  <a:srgbClr val="FFFFFF"/>
                </a:solidFill>
              </a:rPr>
              <a:t>, </a:t>
            </a:r>
            <a:r>
              <a:rPr>
                <a:solidFill>
                  <a:srgbClr val="BACBFA"/>
                </a:solidFill>
              </a:rPr>
              <a:t>"review"</a:t>
            </a:r>
            <a:r>
              <a:rPr>
                <a:solidFill>
                  <a:srgbClr val="FFFFFF"/>
                </a:solidFill>
              </a:rPr>
              <a:t>, </a:t>
            </a:r>
            <a:r>
              <a:rPr>
                <a:solidFill>
                  <a:srgbClr val="BACBFA"/>
                </a:solidFill>
              </a:rPr>
              <a:t>"normal"</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5E475D5B-17F8-4279-BA99-E313C4A28FEF}"/>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B126AED9-B744-4161-B79A-9BE27E8DD6C9}"/>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a:solidFill>
                  <a:srgbClr val="BACBFA"/>
                </a:solidFill>
              </a:rPr>
              <a:t>"T03"</a:t>
            </a:r>
            <a:r>
              <a:rPr>
                <a:solidFill>
                  <a:srgbClr val="FFFFFF"/>
                </a:solidFill>
              </a:rPr>
              <a:t>, </a:t>
            </a:r>
            <a:r>
              <a:rPr>
                <a:solidFill>
                  <a:srgbClr val="BACBFA"/>
                </a:solidFill>
              </a:rPr>
              <a:t>"reject"</a:t>
            </a:r>
            <a:r>
              <a:rPr>
                <a:solidFill>
                  <a:srgbClr val="FFFFFF"/>
                </a:solidFill>
              </a:rPr>
              <a:t>, </a:t>
            </a:r>
            <a:r>
              <a:rPr b="1">
                <a:solidFill>
                  <a:srgbClr val="FFFFFF"/>
                </a:solidFill>
              </a:rPr>
              <a:t>None</a:t>
            </a:r>
            <a:r>
              <a:rPr>
                <a:solidFill>
                  <a:srgbClr val="FFFFFF"/>
                </a:solidFill>
              </a:rPr>
              <a:t>),</a:t>
            </a:r>
          </a:p>
        </p:txBody>
      </p:sp>
      <p:sp>
        <p:nvSpPr>
          <p:cNvPr id="10" name="">
            <a:extLst xmlns:a="http://schemas.openxmlformats.org/drawingml/2006/main">
              <a:ext uri="{FF2B5EF4-FFF2-40B4-BE49-F238E27FC236}">
                <a16:creationId xmlns:a16="http://schemas.microsoft.com/office/drawing/2014/main" id="{EB829246-7F83-44FA-B568-D138FF8DDDF8}"/>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42592D1F-8B95-421B-BEB0-E0C9913BFD36}"/>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a:t>
            </a:r>
          </a:p>
        </p:txBody>
      </p:sp>
      <p:sp>
        <p:nvSpPr>
          <p:cNvPr id="12" name="">
            <a:extLst xmlns:a="http://schemas.openxmlformats.org/drawingml/2006/main">
              <a:ext uri="{FF2B5EF4-FFF2-40B4-BE49-F238E27FC236}">
                <a16:creationId xmlns:a16="http://schemas.microsoft.com/office/drawing/2014/main" id="{D58873DE-AD1D-4C56-AD30-58C3B85152B5}"/>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1B89C508-8AF0-42DB-BC37-487840804221}"/>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for</a:t>
            </a:r>
            <a:r>
              <a:rPr>
                <a:solidFill>
                  <a:srgbClr val="FFFFFF"/>
                </a:solidFill>
              </a:rPr>
              <a:t> name, expected, actual </a:t>
            </a:r>
            <a:r>
              <a:rPr b="1">
                <a:solidFill>
                  <a:srgbClr val="FFFFFF"/>
                </a:solidFill>
              </a:rPr>
              <a:t>in</a:t>
            </a:r>
            <a:r>
              <a:rPr>
                <a:solidFill>
                  <a:srgbClr val="FFFFFF"/>
                </a:solidFill>
              </a:rPr>
              <a:t> cases:</a:t>
            </a:r>
          </a:p>
        </p:txBody>
      </p:sp>
      <p:sp>
        <p:nvSpPr>
          <p:cNvPr id="14" name="">
            <a:extLst xmlns:a="http://schemas.openxmlformats.org/drawingml/2006/main">
              <a:ext uri="{FF2B5EF4-FFF2-40B4-BE49-F238E27FC236}">
                <a16:creationId xmlns:a16="http://schemas.microsoft.com/office/drawing/2014/main" id="{BE441C56-A510-4356-960C-F01E870CD132}"/>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C4F52291-21D8-4F57-A0EB-31DDD1F3AA41}"/>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actual is </a:t>
            </a:r>
            <a:r>
              <a:rPr b="1">
                <a:solidFill>
                  <a:srgbClr val="FFFFFF"/>
                </a:solidFill>
              </a:rPr>
              <a:t>None</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103FDDE0-8689-4E15-AFC1-8B4CD6CE93F8}"/>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ECB26293-9A34-44FC-AD13-3D309CCA5D5B}"/>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result = </a:t>
            </a:r>
            <a:r>
              <a:rPr>
                <a:solidFill>
                  <a:srgbClr val="BACBFA"/>
                </a:solidFill>
              </a:rPr>
              <a:t>"NOT_RUN"</a:t>
            </a:r>
          </a:p>
        </p:txBody>
      </p:sp>
      <p:sp>
        <p:nvSpPr>
          <p:cNvPr id="18" name="">
            <a:extLst xmlns:a="http://schemas.openxmlformats.org/drawingml/2006/main">
              <a:ext uri="{FF2B5EF4-FFF2-40B4-BE49-F238E27FC236}">
                <a16:creationId xmlns:a16="http://schemas.microsoft.com/office/drawing/2014/main" id="{1897FD94-1F0C-49EB-8732-EAEB45D89514}"/>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B292AEE1-4558-4009-8100-5222C7BAAF5C}"/>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else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015D3923-ED63-437F-BC91-BBEE9D8E8DE5}"/>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BCEDF7D1-CB29-4050-A9B9-094FF80F8F3A}"/>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result = </a:t>
            </a:r>
            <a:r>
              <a:rPr>
                <a:solidFill>
                  <a:srgbClr val="BACBFA"/>
                </a:solidFill>
              </a:rPr>
              <a:t>"PASS"</a:t>
            </a:r>
            <a:r>
              <a:rPr>
                <a:solidFill>
                  <a:srgbClr val="FFFFFF"/>
                </a:solidFill>
              </a:rPr>
              <a:t> </a:t>
            </a:r>
            <a:r>
              <a:rPr b="1">
                <a:solidFill>
                  <a:srgbClr val="FFFFFF"/>
                </a:solidFill>
              </a:rPr>
              <a:t>if</a:t>
            </a:r>
            <a:r>
              <a:rPr>
                <a:solidFill>
                  <a:srgbClr val="FFFFFF"/>
                </a:solidFill>
              </a:rPr>
              <a:t> actual == expected </a:t>
            </a:r>
            <a:r>
              <a:rPr b="1">
                <a:solidFill>
                  <a:srgbClr val="FFFFFF"/>
                </a:solidFill>
              </a:rPr>
              <a:t>else</a:t>
            </a:r>
            <a:r>
              <a:rPr>
                <a:solidFill>
                  <a:srgbClr val="FFFFFF"/>
                </a:solidFill>
              </a:rPr>
              <a:t> </a:t>
            </a:r>
            <a:r>
              <a:rPr>
                <a:solidFill>
                  <a:srgbClr val="BACBFA"/>
                </a:solidFill>
              </a:rPr>
              <a:t>"FAIL"</a:t>
            </a:r>
          </a:p>
        </p:txBody>
      </p:sp>
      <p:sp>
        <p:nvSpPr>
          <p:cNvPr id="22" name="">
            <a:extLst xmlns:a="http://schemas.openxmlformats.org/drawingml/2006/main">
              <a:ext uri="{FF2B5EF4-FFF2-40B4-BE49-F238E27FC236}">
                <a16:creationId xmlns:a16="http://schemas.microsoft.com/office/drawing/2014/main" id="{1A1A4DA1-84B4-4023-8A40-415CDE259E43}"/>
              </a:ext>
            </a:extLst>
          </p:cNvPr>
          <p:cNvSpPr>
            <a:spLocks xmlns:a="http://schemas.openxmlformats.org/drawingml/2006/main" noGrp="1"/>
          </p:cNvSpPr>
          <p:nvPr/>
        </p:nvSpPr>
        <p:spPr>
          <a:xfrm xmlns:a="http://schemas.openxmlformats.org/drawingml/2006/main">
            <a:off x="790575" y="55626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10</a:t>
            </a:r>
          </a:p>
        </p:txBody>
      </p:sp>
      <p:sp>
        <p:nvSpPr>
          <p:cNvPr id="23" name="">
            <a:extLst xmlns:a="http://schemas.openxmlformats.org/drawingml/2006/main">
              <a:ext uri="{FF2B5EF4-FFF2-40B4-BE49-F238E27FC236}">
                <a16:creationId xmlns:a16="http://schemas.microsoft.com/office/drawing/2014/main" id="{C62AB8D6-8500-43CC-B343-04FBBC3BD8C2}"/>
              </a:ext>
            </a:extLst>
          </p:cNvPr>
          <p:cNvSpPr>
            <a:spLocks xmlns:a="http://schemas.openxmlformats.org/drawingml/2006/main" noGrp="1"/>
          </p:cNvSpPr>
          <p:nvPr/>
        </p:nvSpPr>
        <p:spPr>
          <a:xfrm xmlns:a="http://schemas.openxmlformats.org/drawingml/2006/main">
            <a:off x="1390650" y="55245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print(name, result)</a:t>
            </a:r>
          </a:p>
        </p:txBody>
      </p:sp>
      <p:sp>
        <p:nvSpPr>
          <p:cNvPr id="24" name="">
            <a:extLst xmlns:a="http://schemas.openxmlformats.org/drawingml/2006/main">
              <a:ext uri="{FF2B5EF4-FFF2-40B4-BE49-F238E27FC236}">
                <a16:creationId xmlns:a16="http://schemas.microsoft.com/office/drawing/2014/main" id="{58724FED-3D32-400D-A75D-67EF85F7DAE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0AF5F14-B476-422D-AC85-D9BE2C56B2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26" name="">
            <a:extLst xmlns:a="http://schemas.openxmlformats.org/drawingml/2006/main">
              <a:ext uri="{FF2B5EF4-FFF2-40B4-BE49-F238E27FC236}">
                <a16:creationId xmlns:a16="http://schemas.microsoft.com/office/drawing/2014/main" id="{987AF111-B8C2-451D-9DC5-631ED5A4E3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609279734"/>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D56EEAD-5A6F-4FF9-B332-C6093F1345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37220FB-1021-4BC7-865C-0C045D14F04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B5535A43-C784-4988-B034-1B1F0A967B11}"/>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1~4행:</a:t>
            </a:r>
          </a:p>
        </p:txBody>
      </p:sp>
      <p:sp>
        <p:nvSpPr>
          <p:cNvPr id="4" name="">
            <a:extLst xmlns:a="http://schemas.openxmlformats.org/drawingml/2006/main">
              <a:ext uri="{FF2B5EF4-FFF2-40B4-BE49-F238E27FC236}">
                <a16:creationId xmlns:a16="http://schemas.microsoft.com/office/drawing/2014/main" id="{B8FDD709-86DD-4BD3-96FC-EA32D36C6843}"/>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두 시험의 기대·관찰을 준비합니다.</a:t>
            </a:r>
          </a:p>
        </p:txBody>
      </p:sp>
      <p:sp>
        <p:nvSpPr>
          <p:cNvPr id="5" name="">
            <a:extLst xmlns:a="http://schemas.openxmlformats.org/drawingml/2006/main">
              <a:ext uri="{FF2B5EF4-FFF2-40B4-BE49-F238E27FC236}">
                <a16:creationId xmlns:a16="http://schemas.microsoft.com/office/drawing/2014/main" id="{FA12A798-3181-4B66-A7B1-B5845741CB9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0685E8-5F1A-449C-9006-5858DBE1FE0C}"/>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5~7행:</a:t>
            </a:r>
          </a:p>
        </p:txBody>
      </p:sp>
      <p:sp>
        <p:nvSpPr>
          <p:cNvPr id="7" name="">
            <a:extLst xmlns:a="http://schemas.openxmlformats.org/drawingml/2006/main">
              <a:ext uri="{FF2B5EF4-FFF2-40B4-BE49-F238E27FC236}">
                <a16:creationId xmlns:a16="http://schemas.microsoft.com/office/drawing/2014/main" id="{92529180-62AD-493A-8393-C633E0BB973E}"/>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관찰 없음은 미실행으로 둡니다.</a:t>
            </a:r>
          </a:p>
        </p:txBody>
      </p:sp>
      <p:sp>
        <p:nvSpPr>
          <p:cNvPr id="8" name="">
            <a:extLst xmlns:a="http://schemas.openxmlformats.org/drawingml/2006/main">
              <a:ext uri="{FF2B5EF4-FFF2-40B4-BE49-F238E27FC236}">
                <a16:creationId xmlns:a16="http://schemas.microsoft.com/office/drawing/2014/main" id="{C32B0560-D8D4-447F-B547-8524CB161342}"/>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8A2FF8-CE2F-4FC2-B8BE-F1A7E46B7D9C}"/>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8~9행:</a:t>
            </a:r>
          </a:p>
        </p:txBody>
      </p:sp>
      <p:sp>
        <p:nvSpPr>
          <p:cNvPr id="10" name="">
            <a:extLst xmlns:a="http://schemas.openxmlformats.org/drawingml/2006/main">
              <a:ext uri="{FF2B5EF4-FFF2-40B4-BE49-F238E27FC236}">
                <a16:creationId xmlns:a16="http://schemas.microsoft.com/office/drawing/2014/main" id="{B425B4A2-CE35-4009-AF9E-CB0CADA850A7}"/>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실제와 기대의 같음을 비교합니다.</a:t>
            </a:r>
          </a:p>
        </p:txBody>
      </p:sp>
      <p:sp>
        <p:nvSpPr>
          <p:cNvPr id="11" name="">
            <a:extLst xmlns:a="http://schemas.openxmlformats.org/drawingml/2006/main">
              <a:ext uri="{FF2B5EF4-FFF2-40B4-BE49-F238E27FC236}">
                <a16:creationId xmlns:a16="http://schemas.microsoft.com/office/drawing/2014/main" id="{A70F0910-BE1C-4B19-A791-04A82F46E662}"/>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A02ECAA-E26D-45D6-8752-A32FBC36545E}"/>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10행:</a:t>
            </a:r>
          </a:p>
        </p:txBody>
      </p:sp>
      <p:sp>
        <p:nvSpPr>
          <p:cNvPr id="13" name="">
            <a:extLst xmlns:a="http://schemas.openxmlformats.org/drawingml/2006/main">
              <a:ext uri="{FF2B5EF4-FFF2-40B4-BE49-F238E27FC236}">
                <a16:creationId xmlns:a16="http://schemas.microsoft.com/office/drawing/2014/main" id="{B03FAD7E-36E8-488A-8BED-4343742FC264}"/>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시험 ID와 상태를 출력합니다.</a:t>
            </a:r>
          </a:p>
        </p:txBody>
      </p:sp>
      <p:sp>
        <p:nvSpPr>
          <p:cNvPr id="14" name="">
            <a:extLst xmlns:a="http://schemas.openxmlformats.org/drawingml/2006/main">
              <a:ext uri="{FF2B5EF4-FFF2-40B4-BE49-F238E27FC236}">
                <a16:creationId xmlns:a16="http://schemas.microsoft.com/office/drawing/2014/main" id="{2A04DB67-2C9B-4FD0-AE64-2F8D49ADB4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9159AC6-3819-4114-B944-1106FBCB87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8E5F6979-3670-45B2-94D5-3CF78325DED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1328338691"/>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CE291F-A56C-454E-BB0D-987092054F3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3305178-7664-4EDF-8580-EEB5C543BC2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FE580706-A31E-4355-8D48-C02B1F00851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E4B679B-3751-4552-A662-58A15055B43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29E1A438-3B2B-447F-961E-07C6097C8C2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B0A542-7708-4BE3-965E-F8AA9EF3713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560CAB7-B300-442F-B03B-416021CA9F6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work/evidence_trace.py</a:t>
            </a:r>
          </a:p>
        </p:txBody>
      </p:sp>
      <p:sp>
        <p:nvSpPr>
          <p:cNvPr id="8" name="">
            <a:extLst xmlns:a="http://schemas.openxmlformats.org/drawingml/2006/main">
              <a:ext uri="{FF2B5EF4-FFF2-40B4-BE49-F238E27FC236}">
                <a16:creationId xmlns:a16="http://schemas.microsoft.com/office/drawing/2014/main" id="{03EB46A4-966C-49C2-BF95-72D8A2EFAA7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6C795F-BFA3-4A2A-BF84-8FEE677FC73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23402C9-C6CC-4259-9B10-0FAC6E3F5FA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work/evidence_trace.py</a:t>
            </a:r>
          </a:p>
        </p:txBody>
      </p:sp>
      <p:sp>
        <p:nvSpPr>
          <p:cNvPr id="11" name="">
            <a:extLst xmlns:a="http://schemas.openxmlformats.org/drawingml/2006/main">
              <a:ext uri="{FF2B5EF4-FFF2-40B4-BE49-F238E27FC236}">
                <a16:creationId xmlns:a16="http://schemas.microsoft.com/office/drawing/2014/main" id="{9A1D8EB6-B972-4342-A104-F6D9E644EE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3255970-3FFE-4322-A7D5-4442A4DED1E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32BEC5AC-763D-40A1-B3CD-8CF624041C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728828654"/>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380110-8AED-49CD-A233-EE9D0D66E09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53CCD4B-80E1-4A6B-853B-3C2369883F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69D5DC20-1F26-4BA4-9750-7D1D618EBAA2}"/>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4D81F60-532F-4451-A76F-7680AC72971F}"/>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T02 FAIL</a:t>
            </a:r>
          </a:p>
        </p:txBody>
      </p:sp>
      <p:sp>
        <p:nvSpPr>
          <p:cNvPr id="5" name="">
            <a:extLst xmlns:a="http://schemas.openxmlformats.org/drawingml/2006/main">
              <a:ext uri="{FF2B5EF4-FFF2-40B4-BE49-F238E27FC236}">
                <a16:creationId xmlns:a16="http://schemas.microsoft.com/office/drawing/2014/main" id="{7F0C439F-4E8B-4290-A8DD-C519448BAA79}"/>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T03 NOT_RUN</a:t>
            </a:r>
          </a:p>
        </p:txBody>
      </p:sp>
      <p:sp>
        <p:nvSpPr>
          <p:cNvPr id="6" name="">
            <a:extLst xmlns:a="http://schemas.openxmlformats.org/drawingml/2006/main">
              <a:ext uri="{FF2B5EF4-FFF2-40B4-BE49-F238E27FC236}">
                <a16:creationId xmlns:a16="http://schemas.microsoft.com/office/drawing/2014/main" id="{563B3D33-7ABA-451F-9AEB-42C11B16DDD8}"/>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비교 코드 실행과 실제 제품 시험은 다릅니다.</a:t>
            </a:r>
          </a:p>
        </p:txBody>
      </p:sp>
      <p:sp>
        <p:nvSpPr>
          <p:cNvPr id="7" name="">
            <a:extLst xmlns:a="http://schemas.openxmlformats.org/drawingml/2006/main">
              <a:ext uri="{FF2B5EF4-FFF2-40B4-BE49-F238E27FC236}">
                <a16:creationId xmlns:a16="http://schemas.microsoft.com/office/drawing/2014/main" id="{0516173C-1A94-45CC-ABDD-686366AC68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AB42231-8285-4B52-AB0C-45A349CE0A6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2A346C6B-CD69-4A8B-9F00-886393BC56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489794409"/>
      </p:ext>
    </p:extLst>
  </p:cSld>
</p:sld>
</file>

<file path=ppt/slides/slide6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7AA142-B7EF-4251-B098-1CF3C02B94C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904FEA37-D071-4659-B885-B52D9F8E81F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BF2CDF16-8626-4710-B480-0568691CA85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기대 review·관찰 없음</a:t>
            </a:r>
          </a:p>
        </p:txBody>
      </p:sp>
      <p:sp>
        <p:nvSpPr>
          <p:cNvPr id="4" name="">
            <a:extLst xmlns:a="http://schemas.openxmlformats.org/drawingml/2006/main">
              <a:ext uri="{FF2B5EF4-FFF2-40B4-BE49-F238E27FC236}">
                <a16:creationId xmlns:a16="http://schemas.microsoft.com/office/drawing/2014/main" id="{12270FFA-6FA0-496E-AF51-85CEB2E0EA6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기대 reject·관찰 reject</a:t>
            </a:r>
          </a:p>
        </p:txBody>
      </p:sp>
      <p:sp>
        <p:nvSpPr>
          <p:cNvPr id="5" name="">
            <a:extLst xmlns:a="http://schemas.openxmlformats.org/drawingml/2006/main">
              <a:ext uri="{FF2B5EF4-FFF2-40B4-BE49-F238E27FC236}">
                <a16:creationId xmlns:a16="http://schemas.microsoft.com/office/drawing/2014/main" id="{D233A09E-94E2-40DE-A4E6-7037001DDDF9}"/>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기대 normal·관찰 alert</a:t>
            </a:r>
          </a:p>
        </p:txBody>
      </p:sp>
      <p:sp>
        <p:nvSpPr>
          <p:cNvPr id="6" name="">
            <a:extLst xmlns:a="http://schemas.openxmlformats.org/drawingml/2006/main">
              <a:ext uri="{FF2B5EF4-FFF2-40B4-BE49-F238E27FC236}">
                <a16:creationId xmlns:a16="http://schemas.microsoft.com/office/drawing/2014/main" id="{80FAD6C4-438D-43DC-A2B8-93E63841CBA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980131A-541F-4EAD-96BF-2938218636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1CDC4F92-8C8D-497C-A0B8-DBFA0FC1BD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063</a:t>
            </a:r>
          </a:p>
        </p:txBody>
      </p:sp>
    </p:spTree>
    <p:extLst>
      <p:ext uri="{BB962C8B-B14F-4D97-AF65-F5344CB8AC3E}">
        <p14:creationId xmlns:p14="http://schemas.microsoft.com/office/powerpoint/2010/main" val="187625442"/>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3851EB3-E3DA-423E-B325-E2CC6319D5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04BADF4-6D10-4865-BE62-246C0BEA879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4A4B0565-BBA1-4287-BC45-F980B405DE4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NOT_RUN</a:t>
            </a:r>
          </a:p>
        </p:txBody>
      </p:sp>
      <p:sp>
        <p:nvSpPr>
          <p:cNvPr id="4" name="">
            <a:extLst xmlns:a="http://schemas.openxmlformats.org/drawingml/2006/main">
              <a:ext uri="{FF2B5EF4-FFF2-40B4-BE49-F238E27FC236}">
                <a16:creationId xmlns:a16="http://schemas.microsoft.com/office/drawing/2014/main" id="{7440F908-E169-49F2-834E-DFBA3BC6DF1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F227A8-2E63-4B5A-81B2-06875EFC219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NOT_RUN</a:t>
            </a:r>
            <a:r>
              <a:t> · PASS · FAIL</a:t>
            </a:r>
          </a:p>
        </p:txBody>
      </p:sp>
      <p:sp>
        <p:nvSpPr>
          <p:cNvPr id="6" name="">
            <a:extLst xmlns:a="http://schemas.openxmlformats.org/drawingml/2006/main">
              <a:ext uri="{FF2B5EF4-FFF2-40B4-BE49-F238E27FC236}">
                <a16:creationId xmlns:a16="http://schemas.microsoft.com/office/drawing/2014/main" id="{D46AF5F3-37B9-4782-BDA0-9B0992DFA71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입력·환경·관찰·비교 근거를 남깁니다.</a:t>
            </a:r>
          </a:p>
        </p:txBody>
      </p:sp>
      <p:sp>
        <p:nvSpPr>
          <p:cNvPr id="7" name="">
            <a:extLst xmlns:a="http://schemas.openxmlformats.org/drawingml/2006/main">
              <a:ext uri="{FF2B5EF4-FFF2-40B4-BE49-F238E27FC236}">
                <a16:creationId xmlns:a16="http://schemas.microsoft.com/office/drawing/2014/main" id="{CE9F6FBB-D5C7-44B6-87FD-23E74C4161B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294B25-4BA0-4073-95F3-7784DADE41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28F4990C-09C7-479C-979B-97BF618D49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2089779924"/>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F051B2-0FE6-4E5D-965F-EC4498313C9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E1980339-352B-4B69-972D-5707744CBC5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265CABD7-4B73-43C0-BEA7-4154C43CAD7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T02 관찰을 review로 바꾸면 PASS입니다.</a:t>
            </a:r>
          </a:p>
        </p:txBody>
      </p:sp>
      <p:sp>
        <p:nvSpPr>
          <p:cNvPr id="4" name="">
            <a:extLst xmlns:a="http://schemas.openxmlformats.org/drawingml/2006/main">
              <a:ext uri="{FF2B5EF4-FFF2-40B4-BE49-F238E27FC236}">
                <a16:creationId xmlns:a16="http://schemas.microsoft.com/office/drawing/2014/main" id="{B343A06B-7C16-4C5D-ADE5-B0F22C5E7E3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이 변경은 가상 표이며 재시험 증거가 아닙니다.</a:t>
            </a:r>
          </a:p>
        </p:txBody>
      </p:sp>
      <p:sp>
        <p:nvSpPr>
          <p:cNvPr id="5" name="">
            <a:extLst xmlns:a="http://schemas.openxmlformats.org/drawingml/2006/main">
              <a:ext uri="{FF2B5EF4-FFF2-40B4-BE49-F238E27FC236}">
                <a16:creationId xmlns:a16="http://schemas.microsoft.com/office/drawing/2014/main" id="{78BE76B7-97B9-4B28-8729-C1234D25675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70F34D-C676-473A-9627-D1008B4A76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9B465286-D7C3-4EB1-ABC6-5134E1E2F2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543439023"/>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BF2605-C07C-4056-87BA-E1ED77474B9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6972EEC-9AFB-42A4-8274-915FBD97B74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F8B6DB15-AB09-49BA-808D-414F9C109EA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B95C298-497B-4DC1-AD9F-F4E5A85B8D0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기획서를 썼다고 현장 시험을 통과하지 않습니다.</a:t>
            </a:r>
          </a:p>
        </p:txBody>
      </p:sp>
      <p:sp>
        <p:nvSpPr>
          <p:cNvPr id="5" name="">
            <a:extLst xmlns:a="http://schemas.openxmlformats.org/drawingml/2006/main">
              <a:ext uri="{FF2B5EF4-FFF2-40B4-BE49-F238E27FC236}">
                <a16:creationId xmlns:a16="http://schemas.microsoft.com/office/drawing/2014/main" id="{9438AD27-685C-4DFD-B1E5-91D11EB510E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4B43DF-70DC-4992-ABBF-915F80A456E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D1DE5D3-4D49-40A5-8789-252EEEA4DBC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미실행은 미실행으로 남깁니다.</a:t>
            </a:r>
          </a:p>
        </p:txBody>
      </p:sp>
      <p:sp>
        <p:nvSpPr>
          <p:cNvPr id="8" name="">
            <a:extLst xmlns:a="http://schemas.openxmlformats.org/drawingml/2006/main">
              <a:ext uri="{FF2B5EF4-FFF2-40B4-BE49-F238E27FC236}">
                <a16:creationId xmlns:a16="http://schemas.microsoft.com/office/drawing/2014/main" id="{5DACA79B-03FF-4765-AAC4-037FFF3671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15A60B6-13AC-4176-ADA3-4473E0994B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1A50BA0D-6E81-4313-A3E7-BB23ED08AC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956813771"/>
      </p:ext>
    </p:extLst>
  </p:cSld>
</p:sld>
</file>

<file path=ppt/slides/slide6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AB1089-9624-4D2F-9466-A0C4FC32A21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01A87059-E5A4-4900-A2F1-5D3522A9E27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7CD25321-AC1D-4623-8853-3995CEE4202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PASS·FAIL·NOT_RUN의 차이를 말합니다.</a:t>
            </a:r>
          </a:p>
        </p:txBody>
      </p:sp>
      <p:sp>
        <p:nvSpPr>
          <p:cNvPr id="4" name="">
            <a:extLst xmlns:a="http://schemas.openxmlformats.org/drawingml/2006/main">
              <a:ext uri="{FF2B5EF4-FFF2-40B4-BE49-F238E27FC236}">
                <a16:creationId xmlns:a16="http://schemas.microsoft.com/office/drawing/2014/main" id="{F3040394-1690-4905-AAE8-66C36D44FBA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2/4를 제품 완성도라 부를 수 없는 이유는?</a:t>
            </a:r>
          </a:p>
        </p:txBody>
      </p:sp>
      <p:sp>
        <p:nvSpPr>
          <p:cNvPr id="5" name="">
            <a:extLst xmlns:a="http://schemas.openxmlformats.org/drawingml/2006/main">
              <a:ext uri="{FF2B5EF4-FFF2-40B4-BE49-F238E27FC236}">
                <a16:creationId xmlns:a16="http://schemas.microsoft.com/office/drawing/2014/main" id="{576AC1BF-AD19-40E5-8D0E-A94B5F7DEB8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0DEFB2-0E49-4BB7-97BA-4AE54E4E51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657EE90C-61EC-492B-91F7-E4EC740439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067</a:t>
            </a:r>
          </a:p>
        </p:txBody>
      </p:sp>
    </p:spTree>
    <p:extLst>
      <p:ext uri="{BB962C8B-B14F-4D97-AF65-F5344CB8AC3E}">
        <p14:creationId xmlns:p14="http://schemas.microsoft.com/office/powerpoint/2010/main" val="1506943616"/>
      </p:ext>
    </p:extLst>
  </p:cSld>
</p:sld>
</file>

<file path=ppt/slides/slide6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094BD1-A910-4E58-81FD-F840C51D3C9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1B2BCF27-57C7-4883-9CDD-4FE8E0E5CFE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812728DA-B6BA-4868-9711-995294E6990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통과2·실패1·미실행2</a:t>
            </a:r>
          </a:p>
        </p:txBody>
      </p:sp>
      <p:sp>
        <p:nvSpPr>
          <p:cNvPr id="4" name="">
            <a:extLst xmlns:a="http://schemas.openxmlformats.org/drawingml/2006/main">
              <a:ext uri="{FF2B5EF4-FFF2-40B4-BE49-F238E27FC236}">
                <a16:creationId xmlns:a16="http://schemas.microsoft.com/office/drawing/2014/main" id="{7766C389-F5C3-4B87-89CC-189C6A36F55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계획 대비와 실행 대비 통과 비율을 쓰세요.</a:t>
            </a:r>
          </a:p>
        </p:txBody>
      </p:sp>
      <p:sp>
        <p:nvSpPr>
          <p:cNvPr id="5" name="">
            <a:extLst xmlns:a="http://schemas.openxmlformats.org/drawingml/2006/main">
              <a:ext uri="{FF2B5EF4-FFF2-40B4-BE49-F238E27FC236}">
                <a16:creationId xmlns:a16="http://schemas.microsoft.com/office/drawing/2014/main" id="{E6F470B9-0B4B-49B4-BF88-B959181DD27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A1D588-7DBC-444F-A943-5725C441130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A7634A09-D156-41B2-AAD6-D246480ADB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068</a:t>
            </a:r>
          </a:p>
        </p:txBody>
      </p:sp>
    </p:spTree>
    <p:extLst>
      <p:ext uri="{BB962C8B-B14F-4D97-AF65-F5344CB8AC3E}">
        <p14:creationId xmlns:p14="http://schemas.microsoft.com/office/powerpoint/2010/main" val="1560750202"/>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B49D7C-8B34-4A59-9DBE-1366B14212A1}"/>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567657-D34A-44FB-B78D-7C7B00FD8D43}"/>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AE50869B-C48D-401F-B26D-BBF37DA34937}"/>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21ACEA6-4C0D-4859-8D75-E7CE3FFB684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작업·선행 조건·견적</a:t>
            </a:r>
          </a:p>
        </p:txBody>
      </p:sp>
      <p:sp>
        <p:nvSpPr>
          <p:cNvPr id="5" name="">
            <a:extLst xmlns:a="http://schemas.openxmlformats.org/drawingml/2006/main">
              <a:ext uri="{FF2B5EF4-FFF2-40B4-BE49-F238E27FC236}">
                <a16:creationId xmlns:a16="http://schemas.microsoft.com/office/drawing/2014/main" id="{809836B7-778C-4E06-BBC3-EA3751D140F5}"/>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8BD75E-720A-4CB8-9B23-58D01B394BC4}"/>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3268A889-DBDB-41AB-B4D4-225CB780A03A}"/>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A13 · A14 · A15</a:t>
            </a:r>
          </a:p>
        </p:txBody>
      </p:sp>
      <p:sp>
        <p:nvSpPr>
          <p:cNvPr id="8" name="">
            <a:extLst xmlns:a="http://schemas.openxmlformats.org/drawingml/2006/main">
              <a:ext uri="{FF2B5EF4-FFF2-40B4-BE49-F238E27FC236}">
                <a16:creationId xmlns:a16="http://schemas.microsoft.com/office/drawing/2014/main" id="{AEE9CA8C-5BD8-4038-8C3B-DD00C011ED2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2D432452-6675-47F0-8C52-4BE28B65D33F}"/>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08A33023-8F62-43F1-99D5-A140E6BF9E30}"/>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722468959"/>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50183E-7506-411D-BD9F-0A868EC71F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92A3F0D-D9B4-4B4A-9674-323CF79B49D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결과물 단위의 작업</a:t>
            </a:r>
          </a:p>
        </p:txBody>
      </p:sp>
      <p:sp>
        <p:nvSpPr>
          <p:cNvPr id="3" name="">
            <a:extLst xmlns:a="http://schemas.openxmlformats.org/drawingml/2006/main">
              <a:ext uri="{FF2B5EF4-FFF2-40B4-BE49-F238E27FC236}">
                <a16:creationId xmlns:a16="http://schemas.microsoft.com/office/drawing/2014/main" id="{47071B63-3A7F-4392-827A-6C881E29769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EECB2C1-AF6D-4A5E-82A2-2F667061208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W1 계약</a:t>
            </a:r>
            <a:r>
              <a:t>·샘플 · W2 검수 처리</a:t>
            </a:r>
          </a:p>
        </p:txBody>
      </p:sp>
      <p:sp>
        <p:nvSpPr>
          <p:cNvPr id="5" name="">
            <a:extLst xmlns:a="http://schemas.openxmlformats.org/drawingml/2006/main">
              <a:ext uri="{FF2B5EF4-FFF2-40B4-BE49-F238E27FC236}">
                <a16:creationId xmlns:a16="http://schemas.microsoft.com/office/drawing/2014/main" id="{E6E6D155-9333-4E89-9EAD-8C855FD638A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EF41F1-2DDD-4FA7-9D9B-C52EF04FA48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76FC3E5-58DF-4436-9355-B31C0F14566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W3 화면 · W4 통합·시험·안내</a:t>
            </a:r>
          </a:p>
        </p:txBody>
      </p:sp>
      <p:sp>
        <p:nvSpPr>
          <p:cNvPr id="8" name="">
            <a:extLst xmlns:a="http://schemas.openxmlformats.org/drawingml/2006/main">
              <a:ext uri="{FF2B5EF4-FFF2-40B4-BE49-F238E27FC236}">
                <a16:creationId xmlns:a16="http://schemas.microsoft.com/office/drawing/2014/main" id="{677DB2A7-6EED-4E19-AED1-80AE92570A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8AC162-88E9-4D7F-A3E9-0CD563ABC6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A7F780C-139B-4E39-A776-30EAE2E85C9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27220194"/>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05313F-D9AB-49CD-A237-1B0EEBDA03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3815515-B7DF-44F9-8607-05E06F7954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작업의 선행 관계</a:t>
            </a:r>
          </a:p>
        </p:txBody>
      </p:sp>
      <p:sp>
        <p:nvSpPr>
          <p:cNvPr id="3" name="">
            <a:extLst xmlns:a="http://schemas.openxmlformats.org/drawingml/2006/main">
              <a:ext uri="{FF2B5EF4-FFF2-40B4-BE49-F238E27FC236}">
                <a16:creationId xmlns:a16="http://schemas.microsoft.com/office/drawing/2014/main" id="{6846AC54-EF2A-4452-B4C4-E68CAD2C1AE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06A7A18-7D4F-4F3E-A827-1DF9CE170E5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W1</a:t>
            </a:r>
            <a:r>
              <a:t> 계약 뒤 </a:t>
            </a:r>
            <a:r>
              <a:rPr b="1">
                <a:solidFill>
                  <a:srgbClr val="002FA7"/>
                </a:solidFill>
              </a:rPr>
              <a:t>W2</a:t>
            </a:r>
            <a:r>
              <a:t>·</a:t>
            </a:r>
            <a:r>
              <a:rPr b="1">
                <a:solidFill>
                  <a:srgbClr val="002FA7"/>
                </a:solidFill>
              </a:rPr>
              <a:t>W3</a:t>
            </a:r>
            <a:r>
              <a:t>을 진행합니다.</a:t>
            </a:r>
          </a:p>
        </p:txBody>
      </p:sp>
      <p:sp>
        <p:nvSpPr>
          <p:cNvPr id="5" name="">
            <a:extLst xmlns:a="http://schemas.openxmlformats.org/drawingml/2006/main">
              <a:ext uri="{FF2B5EF4-FFF2-40B4-BE49-F238E27FC236}">
                <a16:creationId xmlns:a16="http://schemas.microsoft.com/office/drawing/2014/main" id="{24B9339E-02E4-447C-B492-604BFB5B943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447BF5-5C98-4938-B51D-D5529528F9D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89E1DDE-5110-419A-8674-029F7676E72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선행 조건과 점검 결과를 함께 적습니다.</a:t>
            </a:r>
          </a:p>
        </p:txBody>
      </p:sp>
      <p:sp>
        <p:nvSpPr>
          <p:cNvPr id="8" name="">
            <a:extLst xmlns:a="http://schemas.openxmlformats.org/drawingml/2006/main">
              <a:ext uri="{FF2B5EF4-FFF2-40B4-BE49-F238E27FC236}">
                <a16:creationId xmlns:a16="http://schemas.microsoft.com/office/drawing/2014/main" id="{CEA2D6B5-0A09-462C-A74B-7127DC95FB2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3F3363-F369-439A-BDFD-018612D33A5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64A546BD-002A-490A-BE4B-7D2D672ADA1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034048801"/>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619B4AB-B4AE-4332-ABC5-4D74D059D60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52CEB4E-4098-42FE-A7A1-8D59058E606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작업량과 달력 기간</a:t>
            </a:r>
          </a:p>
        </p:txBody>
      </p:sp>
      <p:sp>
        <p:nvSpPr>
          <p:cNvPr id="3" name="">
            <a:extLst xmlns:a="http://schemas.openxmlformats.org/drawingml/2006/main">
              <a:ext uri="{FF2B5EF4-FFF2-40B4-BE49-F238E27FC236}">
                <a16:creationId xmlns:a16="http://schemas.microsoft.com/office/drawing/2014/main" id="{8B84555F-3566-415C-A6EA-ABDD98F62C2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995546-FEE1-42B5-A103-EA7CA5693EE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가정 작업량: </a:t>
            </a:r>
            <a:r>
              <a:rPr b="1">
                <a:solidFill>
                  <a:srgbClr val="002FA7"/>
                </a:solidFill>
              </a:rPr>
              <a:t>2+4+3+3=12시간</a:t>
            </a:r>
          </a:p>
        </p:txBody>
      </p:sp>
      <p:sp>
        <p:nvSpPr>
          <p:cNvPr id="5" name="">
            <a:extLst xmlns:a="http://schemas.openxmlformats.org/drawingml/2006/main">
              <a:ext uri="{FF2B5EF4-FFF2-40B4-BE49-F238E27FC236}">
                <a16:creationId xmlns:a16="http://schemas.microsoft.com/office/drawing/2014/main" id="{5AF0C4E3-5D99-4CC9-ADD8-20EF512CBB1B}"/>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팀원 수만으로 달력 기간을 나누지 않습니다.</a:t>
            </a:r>
          </a:p>
        </p:txBody>
      </p:sp>
      <p:sp>
        <p:nvSpPr>
          <p:cNvPr id="6" name="">
            <a:extLst xmlns:a="http://schemas.openxmlformats.org/drawingml/2006/main">
              <a:ext uri="{FF2B5EF4-FFF2-40B4-BE49-F238E27FC236}">
                <a16:creationId xmlns:a16="http://schemas.microsoft.com/office/drawing/2014/main" id="{5A89BE6B-52E4-4C9F-84D6-65A7AA84F76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9D3CC6B-BF25-47C0-990B-040325BFB6B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2E2CF4FB-9FA7-4987-88DE-16A8419842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1013915148"/>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9696EB-12D9-44AE-96E9-874B4BAED0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C416E63-9080-4681-A1BB-09C99A4D84E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작업의 완료 증거</a:t>
            </a:r>
          </a:p>
        </p:txBody>
      </p:sp>
      <p:sp>
        <p:nvSpPr>
          <p:cNvPr id="3" name="">
            <a:extLst xmlns:a="http://schemas.openxmlformats.org/drawingml/2006/main">
              <a:ext uri="{FF2B5EF4-FFF2-40B4-BE49-F238E27FC236}">
                <a16:creationId xmlns:a16="http://schemas.microsoft.com/office/drawing/2014/main" id="{BEF67B17-1824-4235-AE89-D5B63C06022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9F10565-A4DA-4E0B-A03E-111DF435CA9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샘플 승인</a:t>
            </a:r>
            <a:r>
              <a:t> · 정상·오류 출력 · 세 상태 화면</a:t>
            </a:r>
          </a:p>
        </p:txBody>
      </p:sp>
      <p:sp>
        <p:nvSpPr>
          <p:cNvPr id="5" name="">
            <a:extLst xmlns:a="http://schemas.openxmlformats.org/drawingml/2006/main">
              <a:ext uri="{FF2B5EF4-FFF2-40B4-BE49-F238E27FC236}">
                <a16:creationId xmlns:a16="http://schemas.microsoft.com/office/drawing/2014/main" id="{A74F5FC5-F8FB-41C8-A5B8-EAA1BA7C71F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7DD3D9-0D3C-4B80-82C1-390B3E19DC2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202DFCA-8375-42F3-BF56-9F9CC7A1E54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시간이 지났다고 통과하지 않습니다.</a:t>
            </a:r>
          </a:p>
        </p:txBody>
      </p:sp>
      <p:sp>
        <p:nvSpPr>
          <p:cNvPr id="8" name="">
            <a:extLst xmlns:a="http://schemas.openxmlformats.org/drawingml/2006/main">
              <a:ext uri="{FF2B5EF4-FFF2-40B4-BE49-F238E27FC236}">
                <a16:creationId xmlns:a16="http://schemas.microsoft.com/office/drawing/2014/main" id="{E6CAE771-992F-49A8-9900-8A74705588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368315-17DE-4DB9-AB3B-C99C87D317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993D753-2739-4C1D-AEF7-385C7F4ACA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1760267473"/>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94DA8B-8247-450E-B198-F73E790140D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D85811C-38D3-4A80-971E-8C00EC5BAC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 시간과 가정 시급</a:t>
            </a:r>
          </a:p>
        </p:txBody>
      </p:sp>
      <p:sp>
        <p:nvSpPr>
          <p:cNvPr id="3" name="">
            <a:extLst xmlns:a="http://schemas.openxmlformats.org/drawingml/2006/main">
              <a:ext uri="{FF2B5EF4-FFF2-40B4-BE49-F238E27FC236}">
                <a16:creationId xmlns:a16="http://schemas.microsoft.com/office/drawing/2014/main" id="{9BFA18BA-681E-424C-A0E7-B51BE20B739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809A10D-FA16-4CC6-97F7-21FD47BC434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12시간</a:t>
            </a:r>
            <a:r>
              <a:t> × 가정 시급 </a:t>
            </a:r>
            <a:r>
              <a:rPr b="1">
                <a:solidFill>
                  <a:srgbClr val="002FA7"/>
                </a:solidFill>
              </a:rPr>
              <a:t>30,000원</a:t>
            </a:r>
          </a:p>
        </p:txBody>
      </p:sp>
      <p:sp>
        <p:nvSpPr>
          <p:cNvPr id="5" name="">
            <a:extLst xmlns:a="http://schemas.openxmlformats.org/drawingml/2006/main">
              <a:ext uri="{FF2B5EF4-FFF2-40B4-BE49-F238E27FC236}">
                <a16:creationId xmlns:a16="http://schemas.microsoft.com/office/drawing/2014/main" id="{0B50786F-78E0-4A62-B751-69D92D47427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1D80D3B-F50E-45DB-918D-55FC5AA5E99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0D8E262-04C3-4098-9CC7-927A994A392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비용 </a:t>
            </a:r>
            <a:r>
              <a:rPr b="1">
                <a:solidFill>
                  <a:srgbClr val="002FA7"/>
                </a:solidFill>
              </a:rPr>
              <a:t>360,000원</a:t>
            </a:r>
          </a:p>
        </p:txBody>
      </p:sp>
      <p:sp>
        <p:nvSpPr>
          <p:cNvPr id="8" name="">
            <a:extLst xmlns:a="http://schemas.openxmlformats.org/drawingml/2006/main">
              <a:ext uri="{FF2B5EF4-FFF2-40B4-BE49-F238E27FC236}">
                <a16:creationId xmlns:a16="http://schemas.microsoft.com/office/drawing/2014/main" id="{4912D8EC-AD4A-48D8-B2F3-FDCA200595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F9A086-6FE1-43FB-9931-40CC24EA64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847EB572-24EF-4972-B968-0D20D433C0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870684277"/>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EBD1B5-D944-4825-AEAD-2E0AD772CFF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8154CBB-0D44-4680-A41B-FFA11F6B8D1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견적 여유와 별도 비용</a:t>
            </a:r>
          </a:p>
        </p:txBody>
      </p:sp>
      <p:sp>
        <p:nvSpPr>
          <p:cNvPr id="3" name="">
            <a:extLst xmlns:a="http://schemas.openxmlformats.org/drawingml/2006/main">
              <a:ext uri="{FF2B5EF4-FFF2-40B4-BE49-F238E27FC236}">
                <a16:creationId xmlns:a16="http://schemas.microsoft.com/office/drawing/2014/main" id="{7449CC30-1571-4CEE-A746-F510CA80234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65C10B4-8240-4DDB-814A-DC6B2C4385F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20% 여유 </a:t>
            </a:r>
            <a:r>
              <a:rPr b="1">
                <a:solidFill>
                  <a:srgbClr val="002FA7"/>
                </a:solidFill>
              </a:rPr>
              <a:t>72,000원</a:t>
            </a:r>
            <a:r>
              <a:t> → 합계 </a:t>
            </a:r>
            <a:r>
              <a:rPr b="1">
                <a:solidFill>
                  <a:srgbClr val="002FA7"/>
                </a:solidFill>
              </a:rPr>
              <a:t>432,000원</a:t>
            </a:r>
          </a:p>
        </p:txBody>
      </p:sp>
      <p:sp>
        <p:nvSpPr>
          <p:cNvPr id="5" name="">
            <a:extLst xmlns:a="http://schemas.openxmlformats.org/drawingml/2006/main">
              <a:ext uri="{FF2B5EF4-FFF2-40B4-BE49-F238E27FC236}">
                <a16:creationId xmlns:a16="http://schemas.microsoft.com/office/drawing/2014/main" id="{BDC5F58B-6D6B-40D1-AE2C-1BF06F1D55E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9EEDBF-7F15-46C2-B25C-242525E9481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64A2310-7501-4013-A612-FE30AE8DEA8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장비·서버·API·세금 포함 여부는 따로 씁니다.</a:t>
            </a:r>
          </a:p>
        </p:txBody>
      </p:sp>
      <p:sp>
        <p:nvSpPr>
          <p:cNvPr id="8" name="">
            <a:extLst xmlns:a="http://schemas.openxmlformats.org/drawingml/2006/main">
              <a:ext uri="{FF2B5EF4-FFF2-40B4-BE49-F238E27FC236}">
                <a16:creationId xmlns:a16="http://schemas.microsoft.com/office/drawing/2014/main" id="{8589D0B0-15B3-49CE-8A61-DA224072670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0A1489F-91C3-493D-8791-D3D2382AAE5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FAB86218-59F3-4E5B-843A-D100AADB78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033444981"/>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450C2BB-16CC-4042-9D11-B21DBFFA37B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E21E982-EE88-41FB-963E-B642BCBE181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가정 견적 계산 예제</a:t>
            </a:r>
          </a:p>
        </p:txBody>
      </p:sp>
      <p:sp>
        <p:nvSpPr>
          <p:cNvPr id="3" name="">
            <a:extLst xmlns:a="http://schemas.openxmlformats.org/drawingml/2006/main">
              <a:ext uri="{FF2B5EF4-FFF2-40B4-BE49-F238E27FC236}">
                <a16:creationId xmlns:a16="http://schemas.microsoft.com/office/drawing/2014/main" id="{2F046FD2-8115-4E7C-9D49-363FC2867EDE}"/>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86A3129-CE8E-473F-9D44-D95B3B710A1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72FFB81-E7E7-48FF-983A-18468F19185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hours = 12</a:t>
            </a:r>
          </a:p>
        </p:txBody>
      </p:sp>
      <p:sp>
        <p:nvSpPr>
          <p:cNvPr id="6" name="">
            <a:extLst xmlns:a="http://schemas.openxmlformats.org/drawingml/2006/main">
              <a:ext uri="{FF2B5EF4-FFF2-40B4-BE49-F238E27FC236}">
                <a16:creationId xmlns:a16="http://schemas.microsoft.com/office/drawing/2014/main" id="{2B387784-DE26-433F-A6BF-0AEC38A5A40C}"/>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ABBE018A-232B-49DB-B6DD-1388A64601D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rate_won = 30000</a:t>
            </a:r>
          </a:p>
        </p:txBody>
      </p:sp>
      <p:sp>
        <p:nvSpPr>
          <p:cNvPr id="8" name="">
            <a:extLst xmlns:a="http://schemas.openxmlformats.org/drawingml/2006/main">
              <a:ext uri="{FF2B5EF4-FFF2-40B4-BE49-F238E27FC236}">
                <a16:creationId xmlns:a16="http://schemas.microsoft.com/office/drawing/2014/main" id="{9CDF6BF0-740F-4B79-97F6-CA913A952B0C}"/>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558109F-6D0D-44F9-9368-48FAF21CF1C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reserve_rate = 0.20</a:t>
            </a:r>
          </a:p>
        </p:txBody>
      </p:sp>
      <p:sp>
        <p:nvSpPr>
          <p:cNvPr id="10" name="">
            <a:extLst xmlns:a="http://schemas.openxmlformats.org/drawingml/2006/main">
              <a:ext uri="{FF2B5EF4-FFF2-40B4-BE49-F238E27FC236}">
                <a16:creationId xmlns:a16="http://schemas.microsoft.com/office/drawing/2014/main" id="{B427609B-0A56-4D14-B8EC-B9EB6C5244D4}"/>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C239534B-917E-443C-9B15-8430C245A86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base_won = hours * rate_won</a:t>
            </a:r>
          </a:p>
        </p:txBody>
      </p:sp>
      <p:sp>
        <p:nvSpPr>
          <p:cNvPr id="12" name="">
            <a:extLst xmlns:a="http://schemas.openxmlformats.org/drawingml/2006/main">
              <a:ext uri="{FF2B5EF4-FFF2-40B4-BE49-F238E27FC236}">
                <a16:creationId xmlns:a16="http://schemas.microsoft.com/office/drawing/2014/main" id="{8D84E329-0F6E-4B8E-ABB2-284A64437048}"/>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AD5ABFA0-59C8-4056-898E-F4C9FE9E1D04}"/>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reserve_won = base_won * reserve_rate</a:t>
            </a:r>
          </a:p>
        </p:txBody>
      </p:sp>
      <p:sp>
        <p:nvSpPr>
          <p:cNvPr id="14" name="">
            <a:extLst xmlns:a="http://schemas.openxmlformats.org/drawingml/2006/main">
              <a:ext uri="{FF2B5EF4-FFF2-40B4-BE49-F238E27FC236}">
                <a16:creationId xmlns:a16="http://schemas.microsoft.com/office/drawing/2014/main" id="{EED78DAF-5C7E-4546-8F48-9DF651149932}"/>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40E518C7-CB80-42A9-A917-566CCAB5790B}"/>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total_won = base_won + reserve_won</a:t>
            </a:r>
          </a:p>
        </p:txBody>
      </p:sp>
      <p:sp>
        <p:nvSpPr>
          <p:cNvPr id="16" name="">
            <a:extLst xmlns:a="http://schemas.openxmlformats.org/drawingml/2006/main">
              <a:ext uri="{FF2B5EF4-FFF2-40B4-BE49-F238E27FC236}">
                <a16:creationId xmlns:a16="http://schemas.microsoft.com/office/drawing/2014/main" id="{9B5FED31-C049-4FD6-9F2F-442D0DFEB6C5}"/>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F6F7F627-9705-46D6-BF46-116E70371556}"/>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print(round(total_won))</a:t>
            </a:r>
          </a:p>
        </p:txBody>
      </p:sp>
      <p:sp>
        <p:nvSpPr>
          <p:cNvPr id="18" name="">
            <a:extLst xmlns:a="http://schemas.openxmlformats.org/drawingml/2006/main">
              <a:ext uri="{FF2B5EF4-FFF2-40B4-BE49-F238E27FC236}">
                <a16:creationId xmlns:a16="http://schemas.microsoft.com/office/drawing/2014/main" id="{ADC0CB6B-94F6-4BFB-906E-23253378EF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B6A5980-9D60-4746-9AA0-ABD57D918E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20" name="">
            <a:extLst xmlns:a="http://schemas.openxmlformats.org/drawingml/2006/main">
              <a:ext uri="{FF2B5EF4-FFF2-40B4-BE49-F238E27FC236}">
                <a16:creationId xmlns:a16="http://schemas.microsoft.com/office/drawing/2014/main" id="{CD5A802E-B4A7-400C-B21B-07C5C2C499C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995922760"/>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774884F-0163-4168-8ADF-2BA779BB65C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F90E58A-341C-4435-9F18-11A278FD267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3858EB38-8D88-482C-AE31-FCE19601941F}"/>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C01C1FB5-9F0A-49A9-B6E5-8546FD24AFE0}"/>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시간·시급·여유 비율을 정합니다.</a:t>
            </a:r>
          </a:p>
        </p:txBody>
      </p:sp>
      <p:sp>
        <p:nvSpPr>
          <p:cNvPr id="5" name="">
            <a:extLst xmlns:a="http://schemas.openxmlformats.org/drawingml/2006/main">
              <a:ext uri="{FF2B5EF4-FFF2-40B4-BE49-F238E27FC236}">
                <a16:creationId xmlns:a16="http://schemas.microsoft.com/office/drawing/2014/main" id="{BE8064DA-B740-4641-B820-AB98685F262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370B4C-4878-4CCE-B653-19A4D8FA3910}"/>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4~5행:</a:t>
            </a:r>
          </a:p>
        </p:txBody>
      </p:sp>
      <p:sp>
        <p:nvSpPr>
          <p:cNvPr id="7" name="">
            <a:extLst xmlns:a="http://schemas.openxmlformats.org/drawingml/2006/main">
              <a:ext uri="{FF2B5EF4-FFF2-40B4-BE49-F238E27FC236}">
                <a16:creationId xmlns:a16="http://schemas.microsoft.com/office/drawing/2014/main" id="{0B3A2028-7B54-4C3D-80A8-B3598AAFBEDA}"/>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비용과 여유를 계산합니다.</a:t>
            </a:r>
          </a:p>
        </p:txBody>
      </p:sp>
      <p:sp>
        <p:nvSpPr>
          <p:cNvPr id="8" name="">
            <a:extLst xmlns:a="http://schemas.openxmlformats.org/drawingml/2006/main">
              <a:ext uri="{FF2B5EF4-FFF2-40B4-BE49-F238E27FC236}">
                <a16:creationId xmlns:a16="http://schemas.microsoft.com/office/drawing/2014/main" id="{35167D24-644A-4298-8E54-2B2399DE5482}"/>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4C4AD31-FBD3-42D3-9F8D-8B0279CA69CD}"/>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0" name="">
            <a:extLst xmlns:a="http://schemas.openxmlformats.org/drawingml/2006/main">
              <a:ext uri="{FF2B5EF4-FFF2-40B4-BE49-F238E27FC236}">
                <a16:creationId xmlns:a16="http://schemas.microsoft.com/office/drawing/2014/main" id="{C4B5123C-E634-4D9D-BCA0-008385F377AD}"/>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두 금액을 더합니다.</a:t>
            </a:r>
          </a:p>
        </p:txBody>
      </p:sp>
      <p:sp>
        <p:nvSpPr>
          <p:cNvPr id="11" name="">
            <a:extLst xmlns:a="http://schemas.openxmlformats.org/drawingml/2006/main">
              <a:ext uri="{FF2B5EF4-FFF2-40B4-BE49-F238E27FC236}">
                <a16:creationId xmlns:a16="http://schemas.microsoft.com/office/drawing/2014/main" id="{0334D68E-959B-4C0C-9727-C94EACD08E7B}"/>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B486B52-EA17-459A-8EC9-503E8AECE84A}"/>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7EC9C333-8570-40D5-9E0C-BCE230FABB05}"/>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합계를 출력합니다.</a:t>
            </a:r>
          </a:p>
        </p:txBody>
      </p:sp>
      <p:sp>
        <p:nvSpPr>
          <p:cNvPr id="14" name="">
            <a:extLst xmlns:a="http://schemas.openxmlformats.org/drawingml/2006/main">
              <a:ext uri="{FF2B5EF4-FFF2-40B4-BE49-F238E27FC236}">
                <a16:creationId xmlns:a16="http://schemas.microsoft.com/office/drawing/2014/main" id="{5B82E0CC-36E0-4261-8D8F-75EE8F9B2D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D709286-8AEB-420A-A14C-F36A6CCBCE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1BE259E9-DAE8-4DBB-9537-327CD387E8E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425767843"/>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F2A053A-E82F-42A3-99B8-31C4D7A873C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FFBB75E-4CE9-43DB-BF47-7F88424EF4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829ADF6C-B868-4235-A08F-8FA4AF92FBE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66CCAD8-0401-42D9-921C-4A6F2AEA135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9B60BA59-E520-4FAF-9DB1-27C0B7E4293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33B337-6343-4EF5-85A9-002F591BEBF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2508ADA-69FC-428C-B632-A4BC56D4175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work/03_estimate.py</a:t>
            </a:r>
          </a:p>
        </p:txBody>
      </p:sp>
      <p:sp>
        <p:nvSpPr>
          <p:cNvPr id="8" name="">
            <a:extLst xmlns:a="http://schemas.openxmlformats.org/drawingml/2006/main">
              <a:ext uri="{FF2B5EF4-FFF2-40B4-BE49-F238E27FC236}">
                <a16:creationId xmlns:a16="http://schemas.microsoft.com/office/drawing/2014/main" id="{A7DCA51F-F55E-4382-92BE-6742D9252F0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135F225-BDAE-41F6-8BDF-3C3EE098870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4C0B0BB-801D-4C25-85B1-B642D6D482E0}"/>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work/03_estimate.py</a:t>
            </a:r>
          </a:p>
        </p:txBody>
      </p:sp>
      <p:sp>
        <p:nvSpPr>
          <p:cNvPr id="11" name="">
            <a:extLst xmlns:a="http://schemas.openxmlformats.org/drawingml/2006/main">
              <a:ext uri="{FF2B5EF4-FFF2-40B4-BE49-F238E27FC236}">
                <a16:creationId xmlns:a16="http://schemas.microsoft.com/office/drawing/2014/main" id="{EEA3B299-06C5-463D-856E-F26C889EFB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3081261-6D7B-4BF2-BB1D-871E2347AA9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44E054C7-914A-413F-9789-85947846E9B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994881073"/>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93F8A3D-593D-4A1D-94F3-B1F6F64E99A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7E70F9C-CB82-4ECD-AF99-360436CC07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411DB891-2F59-4E27-9C98-16A56690E530}"/>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606DFE-1E53-4784-B8EC-FD8DE3515333}"/>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기본 360,000원 + 여유 72,000원</a:t>
            </a:r>
          </a:p>
        </p:txBody>
      </p:sp>
      <p:sp>
        <p:nvSpPr>
          <p:cNvPr id="5" name="">
            <a:extLst xmlns:a="http://schemas.openxmlformats.org/drawingml/2006/main">
              <a:ext uri="{FF2B5EF4-FFF2-40B4-BE49-F238E27FC236}">
                <a16:creationId xmlns:a16="http://schemas.microsoft.com/office/drawing/2014/main" id="{C2590B4F-C3F7-4DE6-8E96-DFFBCF8680E6}"/>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합계 432,000원</a:t>
            </a:r>
          </a:p>
        </p:txBody>
      </p:sp>
      <p:sp>
        <p:nvSpPr>
          <p:cNvPr id="6" name="">
            <a:extLst xmlns:a="http://schemas.openxmlformats.org/drawingml/2006/main">
              <a:ext uri="{FF2B5EF4-FFF2-40B4-BE49-F238E27FC236}">
                <a16:creationId xmlns:a16="http://schemas.microsoft.com/office/drawing/2014/main" id="{D61054A8-984C-430C-8A96-89197F4874F4}"/>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실제 계약 가격이 아닌 계산 연습입니다.</a:t>
            </a:r>
          </a:p>
        </p:txBody>
      </p:sp>
      <p:sp>
        <p:nvSpPr>
          <p:cNvPr id="7" name="">
            <a:extLst xmlns:a="http://schemas.openxmlformats.org/drawingml/2006/main">
              <a:ext uri="{FF2B5EF4-FFF2-40B4-BE49-F238E27FC236}">
                <a16:creationId xmlns:a16="http://schemas.microsoft.com/office/drawing/2014/main" id="{9198A06E-B23B-4194-B7AF-BBCE215510B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D8B9624-A620-4148-A078-B3742A7445F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79A6AEF6-66AE-468E-A055-AA66CF1582C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334408511"/>
      </p:ext>
    </p:extLst>
  </p:cSld>
</p:sld>
</file>

<file path=ppt/slides/slide8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FE0ADF-1861-4B88-AFF3-9434245E7AD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D054EB2C-D18F-483E-ACE8-2398CB25282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C7E0B71A-F309-4AAE-88F8-D51683933AC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작업 8시간 · 가정 시급 25,000원</a:t>
            </a:r>
          </a:p>
        </p:txBody>
      </p:sp>
      <p:sp>
        <p:nvSpPr>
          <p:cNvPr id="4" name="">
            <a:extLst xmlns:a="http://schemas.openxmlformats.org/drawingml/2006/main">
              <a:ext uri="{FF2B5EF4-FFF2-40B4-BE49-F238E27FC236}">
                <a16:creationId xmlns:a16="http://schemas.microsoft.com/office/drawing/2014/main" id="{1882744A-9163-42BE-9FA6-26AE18C731C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여유 15%의 합계를 계산하세요.</a:t>
            </a:r>
          </a:p>
        </p:txBody>
      </p:sp>
      <p:sp>
        <p:nvSpPr>
          <p:cNvPr id="5" name="">
            <a:extLst xmlns:a="http://schemas.openxmlformats.org/drawingml/2006/main">
              <a:ext uri="{FF2B5EF4-FFF2-40B4-BE49-F238E27FC236}">
                <a16:creationId xmlns:a16="http://schemas.microsoft.com/office/drawing/2014/main" id="{58430339-8D5D-4613-8C60-E43B85F00AB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53CB38-45D9-45DA-A435-D7466F5896A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898BFA07-84B3-43A4-BF4B-A98EE38717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080</a:t>
            </a:r>
          </a:p>
        </p:txBody>
      </p:sp>
    </p:spTree>
    <p:extLst>
      <p:ext uri="{BB962C8B-B14F-4D97-AF65-F5344CB8AC3E}">
        <p14:creationId xmlns:p14="http://schemas.microsoft.com/office/powerpoint/2010/main" val="1960524309"/>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F6F101-A5A4-4FAC-9B93-FAB50F7259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705367F-F30D-41DD-9950-1CF92BF7C84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FA29A38B-9EDD-452B-AC80-24AE8DCB46C4}"/>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기본 200,000원 + 여유 30,000원</a:t>
            </a:r>
          </a:p>
        </p:txBody>
      </p:sp>
      <p:sp>
        <p:nvSpPr>
          <p:cNvPr id="4" name="">
            <a:extLst xmlns:a="http://schemas.openxmlformats.org/drawingml/2006/main">
              <a:ext uri="{FF2B5EF4-FFF2-40B4-BE49-F238E27FC236}">
                <a16:creationId xmlns:a16="http://schemas.microsoft.com/office/drawing/2014/main" id="{49905119-D540-4037-94A5-9C8F2FBC05AB}"/>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합계 230,000원</a:t>
            </a:r>
          </a:p>
        </p:txBody>
      </p:sp>
      <p:sp>
        <p:nvSpPr>
          <p:cNvPr id="5" name="">
            <a:extLst xmlns:a="http://schemas.openxmlformats.org/drawingml/2006/main">
              <a:ext uri="{FF2B5EF4-FFF2-40B4-BE49-F238E27FC236}">
                <a16:creationId xmlns:a16="http://schemas.microsoft.com/office/drawing/2014/main" id="{9E37E971-6AD9-4AD9-9587-9E793D8F696A}"/>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별도 비용과 수정 범위도 표시합니다.</a:t>
            </a:r>
          </a:p>
        </p:txBody>
      </p:sp>
      <p:sp>
        <p:nvSpPr>
          <p:cNvPr id="6" name="">
            <a:extLst xmlns:a="http://schemas.openxmlformats.org/drawingml/2006/main">
              <a:ext uri="{FF2B5EF4-FFF2-40B4-BE49-F238E27FC236}">
                <a16:creationId xmlns:a16="http://schemas.microsoft.com/office/drawing/2014/main" id="{4A7065AC-F4C3-4FAA-824E-85DDD57880F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ECB51-ECCF-4973-9E74-9E1106D02D4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52287EA0-DD3D-47ED-B3FD-8537AEBED15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586347607"/>
      </p:ext>
    </p:extLst>
  </p:cSld>
</p:sld>
</file>

<file path=ppt/slides/slide8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C85D6D-7E44-47AA-975A-11310A84225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CF06FDF1-9315-484B-9489-730DAC4BA86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6CE2CB3A-AB8E-4ED6-BE85-EFFFE93A883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참고 코드의 hours를 8로 바꿉니다.</a:t>
            </a:r>
          </a:p>
        </p:txBody>
      </p:sp>
      <p:sp>
        <p:nvSpPr>
          <p:cNvPr id="4" name="">
            <a:extLst xmlns:a="http://schemas.openxmlformats.org/drawingml/2006/main">
              <a:ext uri="{FF2B5EF4-FFF2-40B4-BE49-F238E27FC236}">
                <a16:creationId xmlns:a16="http://schemas.microsoft.com/office/drawing/2014/main" id="{D5B47847-A05D-4A7C-8512-41FCE1B3DE8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시급·여유 유지 시 합계 288,000원입니다.</a:t>
            </a:r>
          </a:p>
        </p:txBody>
      </p:sp>
      <p:sp>
        <p:nvSpPr>
          <p:cNvPr id="5" name="">
            <a:extLst xmlns:a="http://schemas.openxmlformats.org/drawingml/2006/main">
              <a:ext uri="{FF2B5EF4-FFF2-40B4-BE49-F238E27FC236}">
                <a16:creationId xmlns:a16="http://schemas.microsoft.com/office/drawing/2014/main" id="{39D94068-F9B1-4F07-843F-05D87813FC1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912660-669D-436B-BBE2-5E33D7D8283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5176BC52-F3C8-46C9-8ABF-C51A666331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082</a:t>
            </a:r>
          </a:p>
        </p:txBody>
      </p:sp>
    </p:spTree>
    <p:extLst>
      <p:ext uri="{BB962C8B-B14F-4D97-AF65-F5344CB8AC3E}">
        <p14:creationId xmlns:p14="http://schemas.microsoft.com/office/powerpoint/2010/main" val="1964821061"/>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B6103E-1963-4A8E-980E-B1A015F4C5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6D6CF01-875D-4AB0-9946-A9F36F2863E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4AE734AE-54C5-4CBF-B28F-FB9DDEACF17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F0F05E9-547F-4851-8950-7A0ABE2C26F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20%는 20이 아니라 0.20입니다.</a:t>
            </a:r>
          </a:p>
        </p:txBody>
      </p:sp>
      <p:sp>
        <p:nvSpPr>
          <p:cNvPr id="5" name="">
            <a:extLst xmlns:a="http://schemas.openxmlformats.org/drawingml/2006/main">
              <a:ext uri="{FF2B5EF4-FFF2-40B4-BE49-F238E27FC236}">
                <a16:creationId xmlns:a16="http://schemas.microsoft.com/office/drawing/2014/main" id="{11EB3C69-58B3-429D-8036-79CB06F2C6A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B12968E-4A0E-4126-BD4C-8E93249DF5D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8861CD9-F2A0-41E2-A485-1A0B384B810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새 기능의 오류</a:t>
            </a:r>
            <a:r>
              <a:t>·시험·문서 작업도 재산정합니다.</a:t>
            </a:r>
          </a:p>
        </p:txBody>
      </p:sp>
      <p:sp>
        <p:nvSpPr>
          <p:cNvPr id="8" name="">
            <a:extLst xmlns:a="http://schemas.openxmlformats.org/drawingml/2006/main">
              <a:ext uri="{FF2B5EF4-FFF2-40B4-BE49-F238E27FC236}">
                <a16:creationId xmlns:a16="http://schemas.microsoft.com/office/drawing/2014/main" id="{39D8567A-6D43-4CA0-B6ED-6699B38773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A45844B-FF56-41BD-9314-B6A77D5501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45591C57-9A64-42D7-B7A7-BB37FF04F3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689668965"/>
      </p:ext>
    </p:extLst>
  </p:cSld>
</p:sld>
</file>

<file path=ppt/slides/slide8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BE7178-E416-4856-82D3-A516D0C41A2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634F7B91-022A-4D18-ADC6-27A691102AE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2D33A681-4619-4237-8D32-28BDD2D8675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작업량과 달력 기간의 차이를 설명합니다.</a:t>
            </a:r>
          </a:p>
        </p:txBody>
      </p:sp>
      <p:sp>
        <p:nvSpPr>
          <p:cNvPr id="4" name="">
            <a:extLst xmlns:a="http://schemas.openxmlformats.org/drawingml/2006/main">
              <a:ext uri="{FF2B5EF4-FFF2-40B4-BE49-F238E27FC236}">
                <a16:creationId xmlns:a16="http://schemas.microsoft.com/office/drawing/2014/main" id="{5AA41A07-2EC2-4D06-B4D0-4C85FEA1D3D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견적에서 아직 확정되지 않은 비용을 말합니다.</a:t>
            </a:r>
          </a:p>
        </p:txBody>
      </p:sp>
      <p:sp>
        <p:nvSpPr>
          <p:cNvPr id="5" name="">
            <a:extLst xmlns:a="http://schemas.openxmlformats.org/drawingml/2006/main">
              <a:ext uri="{FF2B5EF4-FFF2-40B4-BE49-F238E27FC236}">
                <a16:creationId xmlns:a16="http://schemas.microsoft.com/office/drawing/2014/main" id="{917B2B27-0CE7-40CA-947E-5C0E1111F7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FA7C04F-117D-4290-B5A2-39822DC15C8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AB49C7B2-CD6C-4543-B7D0-A260FBE67CF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084</a:t>
            </a:r>
          </a:p>
        </p:txBody>
      </p:sp>
    </p:spTree>
    <p:extLst>
      <p:ext uri="{BB962C8B-B14F-4D97-AF65-F5344CB8AC3E}">
        <p14:creationId xmlns:p14="http://schemas.microsoft.com/office/powerpoint/2010/main" val="1692789481"/>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A9DA27A-62FD-4B69-A037-6203E361238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C761E707-8C7A-4ADE-9DEC-98707FAC223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CEC3C4A7-C4AF-4CAD-8675-29F6E22D5B8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10시간·시급2만원·여유10%</a:t>
            </a:r>
          </a:p>
        </p:txBody>
      </p:sp>
      <p:sp>
        <p:nvSpPr>
          <p:cNvPr id="4" name="">
            <a:extLst xmlns:a="http://schemas.openxmlformats.org/drawingml/2006/main">
              <a:ext uri="{FF2B5EF4-FFF2-40B4-BE49-F238E27FC236}">
                <a16:creationId xmlns:a16="http://schemas.microsoft.com/office/drawing/2014/main" id="{E47DC688-C834-42E3-BE22-4AA4E38EB09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견적과 기능 추가 영향을 쓰세요.</a:t>
            </a:r>
          </a:p>
        </p:txBody>
      </p:sp>
      <p:sp>
        <p:nvSpPr>
          <p:cNvPr id="5" name="">
            <a:extLst xmlns:a="http://schemas.openxmlformats.org/drawingml/2006/main">
              <a:ext uri="{FF2B5EF4-FFF2-40B4-BE49-F238E27FC236}">
                <a16:creationId xmlns:a16="http://schemas.microsoft.com/office/drawing/2014/main" id="{133AC740-5EBF-4BED-8619-48F85CD13D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B9DED4A-DA79-4E23-A848-1BAE7E08D5E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37CB6EBE-A476-4234-8228-7171CAC281B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635578443"/>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C0DBF1-BF4F-40EC-9622-B10446F576D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BE77E7-8BCC-42D5-8412-23395C92916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6990A9C5-4BD5-42C4-ABDF-A96FF0578D14}"/>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EF15FEB-C5EA-45CC-9F89-7805834848F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기획 통합·발표·수정</a:t>
            </a:r>
          </a:p>
        </p:txBody>
      </p:sp>
      <p:sp>
        <p:nvSpPr>
          <p:cNvPr id="5" name="">
            <a:extLst xmlns:a="http://schemas.openxmlformats.org/drawingml/2006/main">
              <a:ext uri="{FF2B5EF4-FFF2-40B4-BE49-F238E27FC236}">
                <a16:creationId xmlns:a16="http://schemas.microsoft.com/office/drawing/2014/main" id="{4C8B0CE2-FE1C-42C4-952A-97FCC73BAC83}"/>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C3F9C7B-C7AC-40D1-BBB5-F29A7139A62E}"/>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F627AA68-4335-4BE0-9877-6201386EF1DD}"/>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A16 · A17 · A18</a:t>
            </a:r>
          </a:p>
        </p:txBody>
      </p:sp>
      <p:sp>
        <p:nvSpPr>
          <p:cNvPr id="8" name="">
            <a:extLst xmlns:a="http://schemas.openxmlformats.org/drawingml/2006/main">
              <a:ext uri="{FF2B5EF4-FFF2-40B4-BE49-F238E27FC236}">
                <a16:creationId xmlns:a16="http://schemas.microsoft.com/office/drawing/2014/main" id="{79E8F474-49C9-48F7-82FC-8AA6724B79F0}"/>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A481A0E3-C1E8-4DA2-8D03-652861B0926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80FB2BCD-3274-4E57-9CD0-A2D3A368DF3A}"/>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1179019021"/>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DCE783-8005-4285-B368-6390F07357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C9638F9-3BB8-414B-A270-5B6CCBDE358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문제·요구·시험의 일치</a:t>
            </a:r>
          </a:p>
        </p:txBody>
      </p:sp>
      <p:sp>
        <p:nvSpPr>
          <p:cNvPr id="3" name="">
            <a:extLst xmlns:a="http://schemas.openxmlformats.org/drawingml/2006/main">
              <a:ext uri="{FF2B5EF4-FFF2-40B4-BE49-F238E27FC236}">
                <a16:creationId xmlns:a16="http://schemas.microsoft.com/office/drawing/2014/main" id="{9CC25894-98AD-48CB-B10A-C2E3C54AEE5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599CEF6-34D1-4092-A764-B916C91E673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근거 → 문제 → 작은 범위 → 요구 → 시험</a:t>
            </a:r>
          </a:p>
        </p:txBody>
      </p:sp>
      <p:sp>
        <p:nvSpPr>
          <p:cNvPr id="5" name="">
            <a:extLst xmlns:a="http://schemas.openxmlformats.org/drawingml/2006/main">
              <a:ext uri="{FF2B5EF4-FFF2-40B4-BE49-F238E27FC236}">
                <a16:creationId xmlns:a16="http://schemas.microsoft.com/office/drawing/2014/main" id="{BC714A2A-8005-473D-B5E1-CD3C575B99A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18EDFED-ECEC-4ED9-A480-52051B1B347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49D6AA6-896D-4520-B8DD-5331BF1F4D3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데이터와 작업 계획도 같은 범위를 말합니다.</a:t>
            </a:r>
          </a:p>
        </p:txBody>
      </p:sp>
      <p:sp>
        <p:nvSpPr>
          <p:cNvPr id="8" name="">
            <a:extLst xmlns:a="http://schemas.openxmlformats.org/drawingml/2006/main">
              <a:ext uri="{FF2B5EF4-FFF2-40B4-BE49-F238E27FC236}">
                <a16:creationId xmlns:a16="http://schemas.microsoft.com/office/drawing/2014/main" id="{3F65D5B3-BB2A-4AAA-8312-25A66347D8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7F58AE7-13D6-4FB0-B5EF-2ECD6193AB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D5A1EFB0-0643-4B85-B79B-B71F807E058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889179941"/>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3D9143-6FF1-461F-812F-4B83B831835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6969AEE-EC42-40EC-AB9B-78440D16EB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2분 발표의 구성</a:t>
            </a:r>
          </a:p>
        </p:txBody>
      </p:sp>
      <p:sp>
        <p:nvSpPr>
          <p:cNvPr id="3" name="">
            <a:extLst xmlns:a="http://schemas.openxmlformats.org/drawingml/2006/main">
              <a:ext uri="{FF2B5EF4-FFF2-40B4-BE49-F238E27FC236}">
                <a16:creationId xmlns:a16="http://schemas.microsoft.com/office/drawing/2014/main" id="{3126FD80-4C35-4DC8-9BF5-DF2F4102FCD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CB0B30F-294F-4673-A62D-8920F178369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문제</a:t>
            </a:r>
            <a:r>
              <a:t>·근거 → 입력·결과 → 시험</a:t>
            </a:r>
          </a:p>
        </p:txBody>
      </p:sp>
      <p:sp>
        <p:nvSpPr>
          <p:cNvPr id="5" name="">
            <a:extLst xmlns:a="http://schemas.openxmlformats.org/drawingml/2006/main">
              <a:ext uri="{FF2B5EF4-FFF2-40B4-BE49-F238E27FC236}">
                <a16:creationId xmlns:a16="http://schemas.microsoft.com/office/drawing/2014/main" id="{2D3CC3A4-80CE-4CC8-8A32-706B662FA12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BF6A3D1-B0A6-4DA8-B1C3-4B6C3CEA8D2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5F1FAFA-95E6-475A-ADE2-95A5D3A4F29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마지막에 미확정 질문을 말합니다.</a:t>
            </a:r>
          </a:p>
        </p:txBody>
      </p:sp>
      <p:sp>
        <p:nvSpPr>
          <p:cNvPr id="8" name="">
            <a:extLst xmlns:a="http://schemas.openxmlformats.org/drawingml/2006/main">
              <a:ext uri="{FF2B5EF4-FFF2-40B4-BE49-F238E27FC236}">
                <a16:creationId xmlns:a16="http://schemas.microsoft.com/office/drawing/2014/main" id="{CEB51959-C9A2-48E4-814B-B51BC2BE40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B74980-BF15-4F77-BA2A-7802F948F5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EA43C843-BEAE-4E68-8D14-D6574A3647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508928592"/>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75CC93-7BD3-403D-B97F-9778B3C18B0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F5EC432-2856-4278-8472-756583DCD24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기대 효과와 측정 근거</a:t>
            </a:r>
          </a:p>
        </p:txBody>
      </p:sp>
      <p:sp>
        <p:nvSpPr>
          <p:cNvPr id="3" name="">
            <a:extLst xmlns:a="http://schemas.openxmlformats.org/drawingml/2006/main">
              <a:ext uri="{FF2B5EF4-FFF2-40B4-BE49-F238E27FC236}">
                <a16:creationId xmlns:a16="http://schemas.microsoft.com/office/drawing/2014/main" id="{85BA3E4F-F268-4076-B81B-F8D671E88AF8}"/>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현장에서 측정한 효과는 아직 없습니다.</a:t>
            </a:r>
          </a:p>
        </p:txBody>
      </p:sp>
      <p:sp>
        <p:nvSpPr>
          <p:cNvPr id="4" name="">
            <a:extLst xmlns:a="http://schemas.openxmlformats.org/drawingml/2006/main">
              <a:ext uri="{FF2B5EF4-FFF2-40B4-BE49-F238E27FC236}">
                <a16:creationId xmlns:a16="http://schemas.microsoft.com/office/drawing/2014/main" id="{D2277B53-3213-4C2B-8F4E-CE976C5879DD}"/>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가정과 확인 방법을 명시합니다.</a:t>
            </a:r>
          </a:p>
        </p:txBody>
      </p:sp>
      <p:sp>
        <p:nvSpPr>
          <p:cNvPr id="5" name="">
            <a:extLst xmlns:a="http://schemas.openxmlformats.org/drawingml/2006/main">
              <a:ext uri="{FF2B5EF4-FFF2-40B4-BE49-F238E27FC236}">
                <a16:creationId xmlns:a16="http://schemas.microsoft.com/office/drawing/2014/main" id="{A9526AFA-FDA8-4537-9049-6356D32E671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F137A56-199C-4C54-8C66-958B912F09E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4D3370A7-4726-486D-9985-363AE3768B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2049039656"/>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08A48D-CCF5-4F4F-960C-7A550555F98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3FF6C5D-F826-4CC7-8D9E-02EC635DC35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피드백과 관련 문서</a:t>
            </a:r>
          </a:p>
        </p:txBody>
      </p:sp>
      <p:sp>
        <p:nvSpPr>
          <p:cNvPr id="3" name="">
            <a:extLst xmlns:a="http://schemas.openxmlformats.org/drawingml/2006/main">
              <a:ext uri="{FF2B5EF4-FFF2-40B4-BE49-F238E27FC236}">
                <a16:creationId xmlns:a16="http://schemas.microsoft.com/office/drawing/2014/main" id="{8CB0DF5B-317F-49C9-BAA7-211E79E63C8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845E658-05DD-43E2-BAA1-7E1D69BB230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카메라 보류 → 범위</a:t>
            </a:r>
            <a:r>
              <a:t>·시험·위험·견적 변경</a:t>
            </a:r>
          </a:p>
        </p:txBody>
      </p:sp>
      <p:sp>
        <p:nvSpPr>
          <p:cNvPr id="5" name="">
            <a:extLst xmlns:a="http://schemas.openxmlformats.org/drawingml/2006/main">
              <a:ext uri="{FF2B5EF4-FFF2-40B4-BE49-F238E27FC236}">
                <a16:creationId xmlns:a16="http://schemas.microsoft.com/office/drawing/2014/main" id="{70E7BBF3-A54D-4599-97D3-5CF4B561E4B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029D5B-8916-4B35-A1D6-F979069CE49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6E46382-C39D-4AAA-B66C-D5B5C478117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발표문만 고치면 충돌이 남습니다.</a:t>
            </a:r>
          </a:p>
        </p:txBody>
      </p:sp>
      <p:sp>
        <p:nvSpPr>
          <p:cNvPr id="8" name="">
            <a:extLst xmlns:a="http://schemas.openxmlformats.org/drawingml/2006/main">
              <a:ext uri="{FF2B5EF4-FFF2-40B4-BE49-F238E27FC236}">
                <a16:creationId xmlns:a16="http://schemas.microsoft.com/office/drawing/2014/main" id="{9A60B44C-5C5E-46D6-8940-81DBFF76F71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259918D-7E80-4E08-8397-0A3CD9594AB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4C57F8D2-1B7B-4577-9319-CD886DFC99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241907668"/>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F8B121-ABD9-43A7-9E96-A8D75DE332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FC74B81-F5FC-4E0A-8915-62C9536A6C5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 이력과 영향</a:t>
            </a:r>
          </a:p>
        </p:txBody>
      </p:sp>
      <p:sp>
        <p:nvSpPr>
          <p:cNvPr id="3" name="">
            <a:extLst xmlns:a="http://schemas.openxmlformats.org/drawingml/2006/main">
              <a:ext uri="{FF2B5EF4-FFF2-40B4-BE49-F238E27FC236}">
                <a16:creationId xmlns:a16="http://schemas.microsoft.com/office/drawing/2014/main" id="{35C5C6BB-5792-43A0-A5BE-8C624470B0A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B0C04BB-F0F7-4C0D-B505-B9588543BED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 전</a:t>
            </a:r>
            <a:r>
              <a:t> · 변경 후 · 이유 · 관련 ID · 담당</a:t>
            </a:r>
          </a:p>
        </p:txBody>
      </p:sp>
      <p:sp>
        <p:nvSpPr>
          <p:cNvPr id="5" name="">
            <a:extLst xmlns:a="http://schemas.openxmlformats.org/drawingml/2006/main">
              <a:ext uri="{FF2B5EF4-FFF2-40B4-BE49-F238E27FC236}">
                <a16:creationId xmlns:a16="http://schemas.microsoft.com/office/drawing/2014/main" id="{C779CEF5-1983-4121-9E6B-4970B1AF6E8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59A7A1-BD4E-49E8-85C6-D46D2158FEF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B02A71B-3D2E-469D-81E6-5A145DFF06B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다음 사람이 같은 결정을 이어 할 수 있습니다.</a:t>
            </a:r>
          </a:p>
        </p:txBody>
      </p:sp>
      <p:sp>
        <p:nvSpPr>
          <p:cNvPr id="8" name="">
            <a:extLst xmlns:a="http://schemas.openxmlformats.org/drawingml/2006/main">
              <a:ext uri="{FF2B5EF4-FFF2-40B4-BE49-F238E27FC236}">
                <a16:creationId xmlns:a16="http://schemas.microsoft.com/office/drawing/2014/main" id="{525C057F-E6B5-466D-814E-B84912F5AE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F482A4-FB88-4BC2-8D5F-A73F75B3178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4F91969A-6308-463A-B2E7-F69D8FB490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572891474"/>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0B05E1-C328-4B2C-A2F8-FAEE804B616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E8F4ED1-4DB6-4023-9D15-0353CE20FB9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기획 완료와 제품 검증</a:t>
            </a:r>
          </a:p>
        </p:txBody>
      </p:sp>
      <p:sp>
        <p:nvSpPr>
          <p:cNvPr id="3" name="">
            <a:extLst xmlns:a="http://schemas.openxmlformats.org/drawingml/2006/main">
              <a:ext uri="{FF2B5EF4-FFF2-40B4-BE49-F238E27FC236}">
                <a16:creationId xmlns:a16="http://schemas.microsoft.com/office/drawing/2014/main" id="{05EB5680-3B4A-4CBA-A492-3117AEEE2946}"/>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6DC6777-2BC0-411A-BF8B-0DCCFAEA131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기획 자료와 제공 비교 코드의 확인</a:t>
            </a:r>
          </a:p>
        </p:txBody>
      </p:sp>
      <p:sp>
        <p:nvSpPr>
          <p:cNvPr id="5" name="">
            <a:extLst xmlns:a="http://schemas.openxmlformats.org/drawingml/2006/main">
              <a:ext uri="{FF2B5EF4-FFF2-40B4-BE49-F238E27FC236}">
                <a16:creationId xmlns:a16="http://schemas.microsoft.com/office/drawing/2014/main" id="{40673C60-25D0-438C-BD12-8D3922DB59F6}"/>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제품 구현·현장 사용성·실물 성능은 미실행</a:t>
            </a:r>
          </a:p>
        </p:txBody>
      </p:sp>
      <p:sp>
        <p:nvSpPr>
          <p:cNvPr id="6" name="">
            <a:extLst xmlns:a="http://schemas.openxmlformats.org/drawingml/2006/main">
              <a:ext uri="{FF2B5EF4-FFF2-40B4-BE49-F238E27FC236}">
                <a16:creationId xmlns:a16="http://schemas.microsoft.com/office/drawing/2014/main" id="{C442C8B3-872C-4D89-94F8-621BA05FAF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3252814-0603-411A-B1BD-AB9EFDD6BD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888A2343-939F-4270-A4AC-4DBBB997C99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2019567702"/>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702B7E-C132-42F4-9E7B-05242A1A6F1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B85BD95-2C58-47DB-8C1E-FBBD96A74C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기획 인수인계 묶음</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247861"/>
                <a:gridCol w="5724939"/>
              </a:tblGrid>
              <a:tr h="685800">
                <a:tc>
                  <a:txBody>
                    <a:bodyPr wrap="square"/>
                    <a:lstStyle/>
                    <a:p>
                      <a:pPr>
                        <a:lnSpc>
                          <a:spcPct val="94000"/>
                        </a:lnSpc>
                        <a:buNone/>
                      </a:pPr>
                      <a:r>
                        <a:rPr sz="2100" b="1">
                          <a:solidFill>
                            <a:srgbClr val="FFFFFF"/>
                          </a:solidFill>
                          <a:latin typeface="Noto Sans KR"/>
                          <a:ea typeface="Noto Sans KR"/>
                          <a:cs typeface="Noto Sans KR"/>
                        </a:rPr>
                        <a:t>문서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서로 확인할 내용</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기획서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문제·범위·가정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데이터 계약</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키·값·누락</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요구·시험표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입력·기대·관찰</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작업·변경 이력</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순서·비용·영향</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DA58ECBB-07C7-4E2C-B096-8E40E27EDFA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9FEAC9-7D8A-433E-ABC3-BA1273A608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6" name="">
            <a:extLst xmlns:a="http://schemas.openxmlformats.org/drawingml/2006/main">
              <a:ext uri="{FF2B5EF4-FFF2-40B4-BE49-F238E27FC236}">
                <a16:creationId xmlns:a16="http://schemas.microsoft.com/office/drawing/2014/main" id="{35AE0B70-6F46-48F2-A7C0-40E67E0ADBF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591566582"/>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FA5A29-DC70-453C-A27E-5389466354D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E462D3C-C188-4276-A49D-9D804632E39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78F27D00-0DBA-4CAF-B70A-9C78108655BC}"/>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342A76-8CF9-4D21-B1AC-619AA7D55077}"/>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누가 읽어도 입력과 완료 조건을 설명할 수 있나요?</a:t>
            </a:r>
          </a:p>
        </p:txBody>
      </p:sp>
      <p:sp>
        <p:nvSpPr>
          <p:cNvPr id="5" name="">
            <a:extLst xmlns:a="http://schemas.openxmlformats.org/drawingml/2006/main">
              <a:ext uri="{FF2B5EF4-FFF2-40B4-BE49-F238E27FC236}">
                <a16:creationId xmlns:a16="http://schemas.microsoft.com/office/drawing/2014/main" id="{5F3D6813-B079-4058-A9C7-D7CCF3F6D456}"/>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관련 문서의 값과 ID를 대조합니다.</a:t>
            </a:r>
          </a:p>
        </p:txBody>
      </p:sp>
      <p:sp>
        <p:nvSpPr>
          <p:cNvPr id="6" name="">
            <a:extLst xmlns:a="http://schemas.openxmlformats.org/drawingml/2006/main">
              <a:ext uri="{FF2B5EF4-FFF2-40B4-BE49-F238E27FC236}">
                <a16:creationId xmlns:a16="http://schemas.microsoft.com/office/drawing/2014/main" id="{990A3E0B-1A7E-4E2E-B3EE-7E1BFBA821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5D2AD92-3DC9-4766-A129-9BC4A88E6C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5AF28E2F-A949-4941-B4E8-D106DC4069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1144529348"/>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096364-34CC-4170-8F32-018EE2B362C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AB564164-C15F-4902-9423-3A1BE91857E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2B755AFD-3FF8-49C1-B2B0-E16F2EDC3A6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범위에서 카메라를 제외했습니다.</a:t>
            </a:r>
          </a:p>
        </p:txBody>
      </p:sp>
      <p:sp>
        <p:nvSpPr>
          <p:cNvPr id="4" name="">
            <a:extLst xmlns:a="http://schemas.openxmlformats.org/drawingml/2006/main">
              <a:ext uri="{FF2B5EF4-FFF2-40B4-BE49-F238E27FC236}">
                <a16:creationId xmlns:a16="http://schemas.microsoft.com/office/drawing/2014/main" id="{C876E23C-8A4F-471A-AEE7-75CBD4DFA09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예산에는 구매, 시험표에는 실물 PASS가 있습니다.</a:t>
            </a:r>
          </a:p>
        </p:txBody>
      </p:sp>
      <p:sp>
        <p:nvSpPr>
          <p:cNvPr id="5" name="">
            <a:extLst xmlns:a="http://schemas.openxmlformats.org/drawingml/2006/main">
              <a:ext uri="{FF2B5EF4-FFF2-40B4-BE49-F238E27FC236}">
                <a16:creationId xmlns:a16="http://schemas.microsoft.com/office/drawing/2014/main" id="{A22524D4-765F-4801-A5B5-9ACF3FA1631B}"/>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어디를 왜 고칠까요?</a:t>
            </a:r>
          </a:p>
        </p:txBody>
      </p:sp>
      <p:sp>
        <p:nvSpPr>
          <p:cNvPr id="6" name="">
            <a:extLst xmlns:a="http://schemas.openxmlformats.org/drawingml/2006/main">
              <a:ext uri="{FF2B5EF4-FFF2-40B4-BE49-F238E27FC236}">
                <a16:creationId xmlns:a16="http://schemas.microsoft.com/office/drawing/2014/main" id="{18A7CA32-A2F1-4CFC-BAA5-AEBCF43D8AC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DC5F8C4-466E-4937-BE88-2EC889B79B7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12EC1B08-5635-4FE3-9FDA-1591251600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756389743"/>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0EBEC7-C938-45EA-8D86-53DD09B5C0D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403AE1F-8A39-4EC4-988B-89BE4B391C0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4A5164F8-F716-4611-B1D6-5F7F8F6DC80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범위</a:t>
            </a:r>
          </a:p>
        </p:txBody>
      </p:sp>
      <p:sp>
        <p:nvSpPr>
          <p:cNvPr id="4" name="">
            <a:extLst xmlns:a="http://schemas.openxmlformats.org/drawingml/2006/main">
              <a:ext uri="{FF2B5EF4-FFF2-40B4-BE49-F238E27FC236}">
                <a16:creationId xmlns:a16="http://schemas.microsoft.com/office/drawing/2014/main" id="{C8643827-BAF5-4843-BC1A-66274A7F7E3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CC7DF7-0F47-46E9-A02B-E0F7097192B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범위</a:t>
            </a:r>
            <a:r>
              <a:t>·예산·시험 상태를 함께 갱신합니다.</a:t>
            </a:r>
          </a:p>
        </p:txBody>
      </p:sp>
      <p:sp>
        <p:nvSpPr>
          <p:cNvPr id="6" name="">
            <a:extLst xmlns:a="http://schemas.openxmlformats.org/drawingml/2006/main">
              <a:ext uri="{FF2B5EF4-FFF2-40B4-BE49-F238E27FC236}">
                <a16:creationId xmlns:a16="http://schemas.microsoft.com/office/drawing/2014/main" id="{C3CDFFC9-E7E2-4F60-A4D6-F8D351C6DF2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미실행 실물 시험을 통과로 남기지 않습니다.</a:t>
            </a:r>
          </a:p>
        </p:txBody>
      </p:sp>
      <p:sp>
        <p:nvSpPr>
          <p:cNvPr id="7" name="">
            <a:extLst xmlns:a="http://schemas.openxmlformats.org/drawingml/2006/main">
              <a:ext uri="{FF2B5EF4-FFF2-40B4-BE49-F238E27FC236}">
                <a16:creationId xmlns:a16="http://schemas.microsoft.com/office/drawing/2014/main" id="{A8B8C63E-1F0D-4447-89B6-F1658505867F}"/>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필요 모델과 보유 장비를 확인합니다.</a:t>
            </a:r>
          </a:p>
        </p:txBody>
      </p:sp>
      <p:sp>
        <p:nvSpPr>
          <p:cNvPr id="8" name="">
            <a:extLst xmlns:a="http://schemas.openxmlformats.org/drawingml/2006/main">
              <a:ext uri="{FF2B5EF4-FFF2-40B4-BE49-F238E27FC236}">
                <a16:creationId xmlns:a16="http://schemas.microsoft.com/office/drawing/2014/main" id="{C4316DAF-01BE-4437-9D01-089D6F25C8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D5C6A6-D8C1-490C-920C-D43EBA8B640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5B125F97-2928-4380-89B6-845E03C486B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1625381906"/>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BAF662-F851-4CD2-A5EC-5401C666343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E93DDAD6-6B44-4122-902F-85B444AE42C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6AB149FA-01AD-4444-A719-3889D6303A0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자동 잠금 요청이 추가되면</a:t>
            </a:r>
          </a:p>
        </p:txBody>
      </p:sp>
      <p:sp>
        <p:nvSpPr>
          <p:cNvPr id="4" name="">
            <a:extLst xmlns:a="http://schemas.openxmlformats.org/drawingml/2006/main">
              <a:ext uri="{FF2B5EF4-FFF2-40B4-BE49-F238E27FC236}">
                <a16:creationId xmlns:a16="http://schemas.microsoft.com/office/drawing/2014/main" id="{8A3ABDE4-9124-4A17-859D-C60BBB6D041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장비·안전 조건·범위·시험·견적을 재검토합니다.</a:t>
            </a:r>
          </a:p>
        </p:txBody>
      </p:sp>
      <p:sp>
        <p:nvSpPr>
          <p:cNvPr id="5" name="">
            <a:extLst xmlns:a="http://schemas.openxmlformats.org/drawingml/2006/main">
              <a:ext uri="{FF2B5EF4-FFF2-40B4-BE49-F238E27FC236}">
                <a16:creationId xmlns:a16="http://schemas.microsoft.com/office/drawing/2014/main" id="{6843454E-66DE-4BD4-BE34-DE70FA35F5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B78B5E-084D-4D6F-98C3-EF48CBD96A5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7F429635-5FE9-4D14-BE55-3A9AFC730D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144942218"/>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BA21D3-8088-4C2A-8CEB-6371EE74204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76ECCF3-0D28-4CB8-83B1-EEBE1F91535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7FFDEE06-DC6A-446A-81E7-B4035427BFA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3FD0250-06E0-441F-8F2F-70B17AC1D85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모르는 조건을 자신 있게 추측하지 않습니다.</a:t>
            </a:r>
          </a:p>
        </p:txBody>
      </p:sp>
      <p:sp>
        <p:nvSpPr>
          <p:cNvPr id="5" name="">
            <a:extLst xmlns:a="http://schemas.openxmlformats.org/drawingml/2006/main">
              <a:ext uri="{FF2B5EF4-FFF2-40B4-BE49-F238E27FC236}">
                <a16:creationId xmlns:a16="http://schemas.microsoft.com/office/drawing/2014/main" id="{C8674284-21BF-42F3-AC31-B96A66AD139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555160-768D-462B-906B-D26935EB73A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F1E92E4-132F-4AC8-8AEB-31C1FEBBE6F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 질문·담당·자료를 적습니다.</a:t>
            </a:r>
          </a:p>
        </p:txBody>
      </p:sp>
      <p:sp>
        <p:nvSpPr>
          <p:cNvPr id="8" name="">
            <a:extLst xmlns:a="http://schemas.openxmlformats.org/drawingml/2006/main">
              <a:ext uri="{FF2B5EF4-FFF2-40B4-BE49-F238E27FC236}">
                <a16:creationId xmlns:a16="http://schemas.microsoft.com/office/drawing/2014/main" id="{BFD5A3E8-0F77-41C4-8403-CB07D16E2BF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54D84F-9C1A-415B-8244-85334C193F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8F1BB5B0-B9D7-43FC-965C-0AE2513C56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718332292"/>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C59C0F-4CD9-42DC-8806-A186A48721A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7146D9C9-998D-4766-9BB6-591FFF443A0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890465D9-320A-419A-845A-EBA81E2F30D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2분 발표로 문제와 시험을 설명합니다.</a:t>
            </a:r>
          </a:p>
        </p:txBody>
      </p:sp>
      <p:sp>
        <p:nvSpPr>
          <p:cNvPr id="4" name="">
            <a:extLst xmlns:a="http://schemas.openxmlformats.org/drawingml/2006/main">
              <a:ext uri="{FF2B5EF4-FFF2-40B4-BE49-F238E27FC236}">
                <a16:creationId xmlns:a16="http://schemas.microsoft.com/office/drawing/2014/main" id="{E51F2225-B96E-4CF9-9920-D374B5A2681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현재 근거와 미확인을 자기 말로 나눕니다.</a:t>
            </a:r>
          </a:p>
        </p:txBody>
      </p:sp>
      <p:sp>
        <p:nvSpPr>
          <p:cNvPr id="5" name="">
            <a:extLst xmlns:a="http://schemas.openxmlformats.org/drawingml/2006/main">
              <a:ext uri="{FF2B5EF4-FFF2-40B4-BE49-F238E27FC236}">
                <a16:creationId xmlns:a16="http://schemas.microsoft.com/office/drawing/2014/main" id="{7C568872-E22C-42AB-8712-991101F2B93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7B0E63-821B-424D-A640-603DEA467FB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B0F61A79-191A-422B-98A2-C6E3D32373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588530434"/>
      </p:ext>
    </p:extLst>
  </p:cSld>
</p:sld>
</file>

<file path=ppt/slides/slide10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C49C58-2556-4FC0-BB90-6630113E2A9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58EE68A9-CDCD-4065-8E7D-AAB2864C91A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E3D9183A-5245-4FAF-A326-DCBAFB63982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CSV 기획에 자동 잠금 추가</a:t>
            </a:r>
          </a:p>
        </p:txBody>
      </p:sp>
      <p:sp>
        <p:nvSpPr>
          <p:cNvPr id="4" name="">
            <a:extLst xmlns:a="http://schemas.openxmlformats.org/drawingml/2006/main">
              <a:ext uri="{FF2B5EF4-FFF2-40B4-BE49-F238E27FC236}">
                <a16:creationId xmlns:a16="http://schemas.microsoft.com/office/drawing/2014/main" id="{10BB8A5F-30F4-4DFE-8015-F41886D3E82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갱신 문서와 보류 근거를 직접 쓰세요.</a:t>
            </a:r>
          </a:p>
        </p:txBody>
      </p:sp>
      <p:sp>
        <p:nvSpPr>
          <p:cNvPr id="5" name="">
            <a:extLst xmlns:a="http://schemas.openxmlformats.org/drawingml/2006/main">
              <a:ext uri="{FF2B5EF4-FFF2-40B4-BE49-F238E27FC236}">
                <a16:creationId xmlns:a16="http://schemas.microsoft.com/office/drawing/2014/main" id="{49DAD783-450A-4328-8C8A-AE69BB1FAC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2AEE6B-987E-495D-9949-DC0005A8EC7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0EA4A00F-BE17-45C3-9142-FC3E6A3253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100</a:t>
            </a:r>
          </a:p>
        </p:txBody>
      </p:sp>
    </p:spTree>
    <p:extLst>
      <p:ext uri="{BB962C8B-B14F-4D97-AF65-F5344CB8AC3E}">
        <p14:creationId xmlns:p14="http://schemas.microsoft.com/office/powerpoint/2010/main" val="543141714"/>
      </p:ext>
    </p:extLst>
  </p:cSld>
</p:sld>
</file>

<file path=ppt/slides/slide10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BF6BC56-F539-4832-8AF6-DEF169B3D5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CD0916F-B104-4CBA-AD40-D155A266103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제출할 기록과 파일</a:t>
            </a:r>
          </a:p>
        </p:txBody>
      </p:sp>
      <p:sp>
        <p:nvSpPr>
          <p:cNvPr id="3" name="">
            <a:extLst xmlns:a="http://schemas.openxmlformats.org/drawingml/2006/main">
              <a:ext uri="{FF2B5EF4-FFF2-40B4-BE49-F238E27FC236}">
                <a16:creationId xmlns:a16="http://schemas.microsoft.com/office/drawing/2014/main" id="{8058424E-5CB3-49FE-816F-BCA8ED12C8A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17CC73B-DFED-4C41-B44A-C0CA5777E3C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work의 기록과 수정본을 저장합니다.</a:t>
            </a:r>
          </a:p>
        </p:txBody>
      </p:sp>
      <p:sp>
        <p:nvSpPr>
          <p:cNvPr id="5" name="">
            <a:extLst xmlns:a="http://schemas.openxmlformats.org/drawingml/2006/main">
              <a:ext uri="{FF2B5EF4-FFF2-40B4-BE49-F238E27FC236}">
                <a16:creationId xmlns:a16="http://schemas.microsoft.com/office/drawing/2014/main" id="{4C303F69-E82B-492A-9758-CAC804E0B34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FE468D8-2D78-4E74-A2AE-1764A201703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B38F872-FA52-4E82-943E-AC877CD8F53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a:t>
            </a:r>
            <a:r>
              <a:t>·설정·결과가 같은 실행인지 확인합니다.</a:t>
            </a:r>
          </a:p>
        </p:txBody>
      </p:sp>
      <p:sp>
        <p:nvSpPr>
          <p:cNvPr id="8" name="">
            <a:extLst xmlns:a="http://schemas.openxmlformats.org/drawingml/2006/main">
              <a:ext uri="{FF2B5EF4-FFF2-40B4-BE49-F238E27FC236}">
                <a16:creationId xmlns:a16="http://schemas.microsoft.com/office/drawing/2014/main" id="{3A4EFF92-3653-4FC3-A388-6AEEA190F34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D6822D-0DA9-48B8-A72C-2995D9FFD7E8}"/>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E81144B-7362-4B80-83D3-42080140AB83}"/>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 방법과 아직 하지 않은 일을 적습니다.</a:t>
            </a:r>
          </a:p>
        </p:txBody>
      </p:sp>
      <p:sp>
        <p:nvSpPr>
          <p:cNvPr id="11" name="">
            <a:extLst xmlns:a="http://schemas.openxmlformats.org/drawingml/2006/main">
              <a:ext uri="{FF2B5EF4-FFF2-40B4-BE49-F238E27FC236}">
                <a16:creationId xmlns:a16="http://schemas.microsoft.com/office/drawing/2014/main" id="{210F7CD6-EA47-4C07-B564-0C613DB2384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B9AC59E-09B0-43E8-AE3A-284DFA9293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3ADFF68C-D3FA-463A-B418-F73D3167B6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101</a:t>
            </a:r>
          </a:p>
        </p:txBody>
      </p:sp>
    </p:spTree>
    <p:extLst>
      <p:ext uri="{BB962C8B-B14F-4D97-AF65-F5344CB8AC3E}">
        <p14:creationId xmlns:p14="http://schemas.microsoft.com/office/powerpoint/2010/main" val="190413072"/>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37B3AA-939F-4A6D-965B-BB361E5EE82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3CC81946-E11C-4A3D-A593-EFD36C2F148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인수인계 확인 질문</a:t>
            </a:r>
          </a:p>
        </p:txBody>
      </p:sp>
      <p:sp>
        <p:nvSpPr>
          <p:cNvPr id="3" name="">
            <a:extLst xmlns:a="http://schemas.openxmlformats.org/drawingml/2006/main">
              <a:ext uri="{FF2B5EF4-FFF2-40B4-BE49-F238E27FC236}">
                <a16:creationId xmlns:a16="http://schemas.microsoft.com/office/drawing/2014/main" id="{F799E2D8-9F8C-42E8-90C6-F6E810B4A01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시작 폴더와 실행 명령을 설명합니다.</a:t>
            </a:r>
          </a:p>
        </p:txBody>
      </p:sp>
      <p:sp>
        <p:nvSpPr>
          <p:cNvPr id="4" name="">
            <a:extLst xmlns:a="http://schemas.openxmlformats.org/drawingml/2006/main">
              <a:ext uri="{FF2B5EF4-FFF2-40B4-BE49-F238E27FC236}">
                <a16:creationId xmlns:a16="http://schemas.microsoft.com/office/drawing/2014/main" id="{49DCDADD-49BF-4BBB-816F-B776CB2D767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결과의 의미와 한계를 말합니다.</a:t>
            </a:r>
          </a:p>
        </p:txBody>
      </p:sp>
      <p:sp>
        <p:nvSpPr>
          <p:cNvPr id="5" name="">
            <a:extLst xmlns:a="http://schemas.openxmlformats.org/drawingml/2006/main">
              <a:ext uri="{FF2B5EF4-FFF2-40B4-BE49-F238E27FC236}">
                <a16:creationId xmlns:a16="http://schemas.microsoft.com/office/drawing/2014/main" id="{0E482438-F042-4EBB-AE18-F42462D779D1}"/>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막혔던 단계와 다음 확인을 적습니다.</a:t>
            </a:r>
          </a:p>
        </p:txBody>
      </p:sp>
      <p:sp>
        <p:nvSpPr>
          <p:cNvPr id="6" name="">
            <a:extLst xmlns:a="http://schemas.openxmlformats.org/drawingml/2006/main">
              <a:ext uri="{FF2B5EF4-FFF2-40B4-BE49-F238E27FC236}">
                <a16:creationId xmlns:a16="http://schemas.microsoft.com/office/drawing/2014/main" id="{D080CD2C-E0AA-4EB8-AC54-0A05B436F94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E255690-EDAE-4EFB-9CFF-CA342DEBA0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4A71567F-B4F6-4D71-AD6B-7B8C05733A1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17278816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2026-10-05T03:42:09.4380000Z</dcterms:created>
  <dcterms:modified xsi:type="dcterms:W3CDTF">2026-10-05T03:42:09.4380000Z</dcterms:modified>
</coreProperties>
</file>