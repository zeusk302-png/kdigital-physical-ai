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e7a769c7d4622" /><Relationship Type="http://schemas.openxmlformats.org/officeDocument/2006/relationships/extended-properties" Target="/docProps/app.xml" Id="R2a925ed792934183" /><Relationship Type="http://schemas.openxmlformats.org/officeDocument/2006/relationships/officeDocument" Target="/ppt/presentation.xml" Id="R72700507b3df42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1bda4717b241cd"/>
  </p:sldMasterIdLst>
  <p:notesMasterIdLst>
    <p:notesMasterId xmlns:r="http://schemas.openxmlformats.org/officeDocument/2006/relationships" r:id="R47ce4a101ce8411c"/>
  </p:notesMasterIdLst>
  <p:sldIdLst>
    <p:sldId xmlns:r="http://schemas.openxmlformats.org/officeDocument/2006/relationships" id="256" r:id="Rfd99fd95b09d4278"/>
    <p:sldId xmlns:r="http://schemas.openxmlformats.org/officeDocument/2006/relationships" id="257" r:id="Rdb71c6ff26d0421d"/>
    <p:sldId xmlns:r="http://schemas.openxmlformats.org/officeDocument/2006/relationships" id="258" r:id="Rc0254922342e45ee"/>
    <p:sldId xmlns:r="http://schemas.openxmlformats.org/officeDocument/2006/relationships" id="259" r:id="Ra675e89dd83a4969"/>
    <p:sldId xmlns:r="http://schemas.openxmlformats.org/officeDocument/2006/relationships" id="260" r:id="R32b90636725247c0"/>
    <p:sldId xmlns:r="http://schemas.openxmlformats.org/officeDocument/2006/relationships" id="261" r:id="R57fb6fc25ce54690"/>
    <p:sldId xmlns:r="http://schemas.openxmlformats.org/officeDocument/2006/relationships" id="262" r:id="R39432d0d10304315"/>
    <p:sldId xmlns:r="http://schemas.openxmlformats.org/officeDocument/2006/relationships" id="263" r:id="Rb060f39155644188"/>
    <p:sldId xmlns:r="http://schemas.openxmlformats.org/officeDocument/2006/relationships" id="264" r:id="R294d6f7d86cd4b44"/>
    <p:sldId xmlns:r="http://schemas.openxmlformats.org/officeDocument/2006/relationships" id="265" r:id="Rede6c82fc83b4b43"/>
    <p:sldId xmlns:r="http://schemas.openxmlformats.org/officeDocument/2006/relationships" id="266" r:id="Rf95452d2139a4d9a"/>
    <p:sldId xmlns:r="http://schemas.openxmlformats.org/officeDocument/2006/relationships" id="267" r:id="Rf696ed9451c04a3c"/>
    <p:sldId xmlns:r="http://schemas.openxmlformats.org/officeDocument/2006/relationships" id="268" r:id="Rca57ef2c98a64cc2"/>
    <p:sldId xmlns:r="http://schemas.openxmlformats.org/officeDocument/2006/relationships" id="269" r:id="R5decb1ea3ee9454b"/>
    <p:sldId xmlns:r="http://schemas.openxmlformats.org/officeDocument/2006/relationships" id="270" r:id="R157ef6144d6d46fb"/>
    <p:sldId xmlns:r="http://schemas.openxmlformats.org/officeDocument/2006/relationships" id="271" r:id="R90899d5a34a34bf3"/>
    <p:sldId xmlns:r="http://schemas.openxmlformats.org/officeDocument/2006/relationships" id="272" r:id="R1fdd1f1529ee4582"/>
    <p:sldId xmlns:r="http://schemas.openxmlformats.org/officeDocument/2006/relationships" id="273" r:id="R6e6091c2f9f14139"/>
    <p:sldId xmlns:r="http://schemas.openxmlformats.org/officeDocument/2006/relationships" id="274" r:id="R765c642d17554ffe"/>
    <p:sldId xmlns:r="http://schemas.openxmlformats.org/officeDocument/2006/relationships" id="275" r:id="R910d8aab59984e4e"/>
    <p:sldId xmlns:r="http://schemas.openxmlformats.org/officeDocument/2006/relationships" id="276" r:id="Re12f0225b13942ed"/>
    <p:sldId xmlns:r="http://schemas.openxmlformats.org/officeDocument/2006/relationships" id="277" r:id="R270c1aa8153d421d"/>
    <p:sldId xmlns:r="http://schemas.openxmlformats.org/officeDocument/2006/relationships" id="278" r:id="Rbe07c7a7892a4c57"/>
    <p:sldId xmlns:r="http://schemas.openxmlformats.org/officeDocument/2006/relationships" id="279" r:id="R41723de8fbda4707"/>
    <p:sldId xmlns:r="http://schemas.openxmlformats.org/officeDocument/2006/relationships" id="280" r:id="R6b718dcdecab4bb3"/>
    <p:sldId xmlns:r="http://schemas.openxmlformats.org/officeDocument/2006/relationships" id="281" r:id="R557fc52762d84755"/>
    <p:sldId xmlns:r="http://schemas.openxmlformats.org/officeDocument/2006/relationships" id="282" r:id="R430f485924e54423"/>
    <p:sldId xmlns:r="http://schemas.openxmlformats.org/officeDocument/2006/relationships" id="283" r:id="R33355055f7dd4420"/>
    <p:sldId xmlns:r="http://schemas.openxmlformats.org/officeDocument/2006/relationships" id="284" r:id="R53b7137be6454618"/>
    <p:sldId xmlns:r="http://schemas.openxmlformats.org/officeDocument/2006/relationships" id="285" r:id="R92203c07987042bf"/>
    <p:sldId xmlns:r="http://schemas.openxmlformats.org/officeDocument/2006/relationships" id="286" r:id="R6e60c38dbe5b4356"/>
    <p:sldId xmlns:r="http://schemas.openxmlformats.org/officeDocument/2006/relationships" id="287" r:id="Rce94dfa4415e417d"/>
    <p:sldId xmlns:r="http://schemas.openxmlformats.org/officeDocument/2006/relationships" id="288" r:id="R8d608b37f1774d27"/>
    <p:sldId xmlns:r="http://schemas.openxmlformats.org/officeDocument/2006/relationships" id="289" r:id="R86a988eabf9e40b8"/>
    <p:sldId xmlns:r="http://schemas.openxmlformats.org/officeDocument/2006/relationships" id="290" r:id="R07e565e4ddf94191"/>
    <p:sldId xmlns:r="http://schemas.openxmlformats.org/officeDocument/2006/relationships" id="291" r:id="R9f631073ef9f4257"/>
    <p:sldId xmlns:r="http://schemas.openxmlformats.org/officeDocument/2006/relationships" id="292" r:id="R30d2cc95d7464975"/>
    <p:sldId xmlns:r="http://schemas.openxmlformats.org/officeDocument/2006/relationships" id="293" r:id="R4692bd9bce564ad4"/>
    <p:sldId xmlns:r="http://schemas.openxmlformats.org/officeDocument/2006/relationships" id="294" r:id="R8f3ab2c1eef64164"/>
    <p:sldId xmlns:r="http://schemas.openxmlformats.org/officeDocument/2006/relationships" id="295" r:id="R1c0f334adf4947fe"/>
    <p:sldId xmlns:r="http://schemas.openxmlformats.org/officeDocument/2006/relationships" id="296" r:id="Rfc7cdb55c3844650"/>
    <p:sldId xmlns:r="http://schemas.openxmlformats.org/officeDocument/2006/relationships" id="297" r:id="R3e6531805f634351"/>
    <p:sldId xmlns:r="http://schemas.openxmlformats.org/officeDocument/2006/relationships" id="298" r:id="R3937436a277d4500"/>
    <p:sldId xmlns:r="http://schemas.openxmlformats.org/officeDocument/2006/relationships" id="299" r:id="R786135b9a7b946b9"/>
    <p:sldId xmlns:r="http://schemas.openxmlformats.org/officeDocument/2006/relationships" id="300" r:id="Ra262c67925044d5d"/>
    <p:sldId xmlns:r="http://schemas.openxmlformats.org/officeDocument/2006/relationships" id="301" r:id="R7c79c86b37954131"/>
    <p:sldId xmlns:r="http://schemas.openxmlformats.org/officeDocument/2006/relationships" id="302" r:id="Re09dd126135d4d0b"/>
    <p:sldId xmlns:r="http://schemas.openxmlformats.org/officeDocument/2006/relationships" id="303" r:id="Rcbc559b3226d4874"/>
    <p:sldId xmlns:r="http://schemas.openxmlformats.org/officeDocument/2006/relationships" id="304" r:id="R28b31f6b69884f41"/>
    <p:sldId xmlns:r="http://schemas.openxmlformats.org/officeDocument/2006/relationships" id="305" r:id="R6adebf0d9ce242fb"/>
    <p:sldId xmlns:r="http://schemas.openxmlformats.org/officeDocument/2006/relationships" id="306" r:id="R369d5cdaa71e4efe"/>
    <p:sldId xmlns:r="http://schemas.openxmlformats.org/officeDocument/2006/relationships" id="307" r:id="Ra696423ffc704051"/>
    <p:sldId xmlns:r="http://schemas.openxmlformats.org/officeDocument/2006/relationships" id="308" r:id="R43d3071495c04dd5"/>
    <p:sldId xmlns:r="http://schemas.openxmlformats.org/officeDocument/2006/relationships" id="309" r:id="Rba08ddfa3c0b4f2e"/>
    <p:sldId xmlns:r="http://schemas.openxmlformats.org/officeDocument/2006/relationships" id="310" r:id="Rda6317fac572405e"/>
    <p:sldId xmlns:r="http://schemas.openxmlformats.org/officeDocument/2006/relationships" id="311" r:id="R7653af639e3a474d"/>
    <p:sldId xmlns:r="http://schemas.openxmlformats.org/officeDocument/2006/relationships" id="312" r:id="Rf5749cbf68e34886"/>
    <p:sldId xmlns:r="http://schemas.openxmlformats.org/officeDocument/2006/relationships" id="313" r:id="Raab4364a5d1843d6"/>
    <p:sldId xmlns:r="http://schemas.openxmlformats.org/officeDocument/2006/relationships" id="314" r:id="R4cebc47321ca4996"/>
    <p:sldId xmlns:r="http://schemas.openxmlformats.org/officeDocument/2006/relationships" id="315" r:id="Ra6d610d94ce44d14"/>
    <p:sldId xmlns:r="http://schemas.openxmlformats.org/officeDocument/2006/relationships" id="316" r:id="Re5ca7fd875f44dfd"/>
    <p:sldId xmlns:r="http://schemas.openxmlformats.org/officeDocument/2006/relationships" id="317" r:id="R600b0f67ae114f0c"/>
    <p:sldId xmlns:r="http://schemas.openxmlformats.org/officeDocument/2006/relationships" id="318" r:id="R5121be11bdad4724"/>
    <p:sldId xmlns:r="http://schemas.openxmlformats.org/officeDocument/2006/relationships" id="319" r:id="Rc94b09e9eb2d4084"/>
    <p:sldId xmlns:r="http://schemas.openxmlformats.org/officeDocument/2006/relationships" id="320" r:id="R153217e5c553429a"/>
    <p:sldId xmlns:r="http://schemas.openxmlformats.org/officeDocument/2006/relationships" id="321" r:id="R6b9e9c1826c545c4"/>
    <p:sldId xmlns:r="http://schemas.openxmlformats.org/officeDocument/2006/relationships" id="322" r:id="R8551bc2fddb54d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5087f75144c7e" /><Relationship Type="http://schemas.openxmlformats.org/officeDocument/2006/relationships/slideMaster" Target="/ppt/slideMasters/slideMaster1.xml" Id="R101bda4717b241cd" /><Relationship Type="http://schemas.openxmlformats.org/officeDocument/2006/relationships/notesMaster" Target="/ppt/notesMasters/notesMaster1.xml" Id="R47ce4a101ce8411c" /><Relationship Type="http://schemas.openxmlformats.org/officeDocument/2006/relationships/presProps" Target="/ppt/presProps.xml" Id="R39f1fbf1fc074bdb" /><Relationship Type="http://schemas.openxmlformats.org/officeDocument/2006/relationships/tableStyles" Target="/ppt/tableStyles.xml" Id="R12ed477a16504809" /><Relationship Type="http://schemas.openxmlformats.org/officeDocument/2006/relationships/slide" Target="/ppt/slides/slide1.xml" Id="Rfd99fd95b09d4278" /><Relationship Type="http://schemas.openxmlformats.org/officeDocument/2006/relationships/slide" Target="/ppt/slides/slide2.xml" Id="Rdb71c6ff26d0421d" /><Relationship Type="http://schemas.openxmlformats.org/officeDocument/2006/relationships/slide" Target="/ppt/slides/slide3.xml" Id="Rc0254922342e45ee" /><Relationship Type="http://schemas.openxmlformats.org/officeDocument/2006/relationships/slide" Target="/ppt/slides/slide4.xml" Id="Ra675e89dd83a4969" /><Relationship Type="http://schemas.openxmlformats.org/officeDocument/2006/relationships/slide" Target="/ppt/slides/slide5.xml" Id="R32b90636725247c0" /><Relationship Type="http://schemas.openxmlformats.org/officeDocument/2006/relationships/slide" Target="/ppt/slides/slide6.xml" Id="R57fb6fc25ce54690" /><Relationship Type="http://schemas.openxmlformats.org/officeDocument/2006/relationships/slide" Target="/ppt/slides/slide7.xml" Id="R39432d0d10304315" /><Relationship Type="http://schemas.openxmlformats.org/officeDocument/2006/relationships/slide" Target="/ppt/slides/slide8.xml" Id="Rb060f39155644188" /><Relationship Type="http://schemas.openxmlformats.org/officeDocument/2006/relationships/slide" Target="/ppt/slides/slide9.xml" Id="R294d6f7d86cd4b44" /><Relationship Type="http://schemas.openxmlformats.org/officeDocument/2006/relationships/slide" Target="/ppt/slides/slide10.xml" Id="Rede6c82fc83b4b43" /><Relationship Type="http://schemas.openxmlformats.org/officeDocument/2006/relationships/slide" Target="/ppt/slides/slide11.xml" Id="Rf95452d2139a4d9a" /><Relationship Type="http://schemas.openxmlformats.org/officeDocument/2006/relationships/slide" Target="/ppt/slides/slide12.xml" Id="Rf696ed9451c04a3c" /><Relationship Type="http://schemas.openxmlformats.org/officeDocument/2006/relationships/slide" Target="/ppt/slides/slide13.xml" Id="Rca57ef2c98a64cc2" /><Relationship Type="http://schemas.openxmlformats.org/officeDocument/2006/relationships/slide" Target="/ppt/slides/slide14.xml" Id="R5decb1ea3ee9454b" /><Relationship Type="http://schemas.openxmlformats.org/officeDocument/2006/relationships/slide" Target="/ppt/slides/slide15.xml" Id="R157ef6144d6d46fb" /><Relationship Type="http://schemas.openxmlformats.org/officeDocument/2006/relationships/slide" Target="/ppt/slides/slide16.xml" Id="R90899d5a34a34bf3" /><Relationship Type="http://schemas.openxmlformats.org/officeDocument/2006/relationships/slide" Target="/ppt/slides/slide17.xml" Id="R1fdd1f1529ee4582" /><Relationship Type="http://schemas.openxmlformats.org/officeDocument/2006/relationships/slide" Target="/ppt/slides/slide18.xml" Id="R6e6091c2f9f14139" /><Relationship Type="http://schemas.openxmlformats.org/officeDocument/2006/relationships/slide" Target="/ppt/slides/slide19.xml" Id="R765c642d17554ffe" /><Relationship Type="http://schemas.openxmlformats.org/officeDocument/2006/relationships/slide" Target="/ppt/slides/slide20.xml" Id="R910d8aab59984e4e" /><Relationship Type="http://schemas.openxmlformats.org/officeDocument/2006/relationships/slide" Target="/ppt/slides/slide21.xml" Id="Re12f0225b13942ed" /><Relationship Type="http://schemas.openxmlformats.org/officeDocument/2006/relationships/slide" Target="/ppt/slides/slide22.xml" Id="R270c1aa8153d421d" /><Relationship Type="http://schemas.openxmlformats.org/officeDocument/2006/relationships/slide" Target="/ppt/slides/slide23.xml" Id="Rbe07c7a7892a4c57" /><Relationship Type="http://schemas.openxmlformats.org/officeDocument/2006/relationships/slide" Target="/ppt/slides/slide24.xml" Id="R41723de8fbda4707" /><Relationship Type="http://schemas.openxmlformats.org/officeDocument/2006/relationships/slide" Target="/ppt/slides/slide25.xml" Id="R6b718dcdecab4bb3" /><Relationship Type="http://schemas.openxmlformats.org/officeDocument/2006/relationships/slide" Target="/ppt/slides/slide26.xml" Id="R557fc52762d84755" /><Relationship Type="http://schemas.openxmlformats.org/officeDocument/2006/relationships/slide" Target="/ppt/slides/slide27.xml" Id="R430f485924e54423" /><Relationship Type="http://schemas.openxmlformats.org/officeDocument/2006/relationships/slide" Target="/ppt/slides/slide28.xml" Id="R33355055f7dd4420" /><Relationship Type="http://schemas.openxmlformats.org/officeDocument/2006/relationships/slide" Target="/ppt/slides/slide29.xml" Id="R53b7137be6454618" /><Relationship Type="http://schemas.openxmlformats.org/officeDocument/2006/relationships/slide" Target="/ppt/slides/slide30.xml" Id="R92203c07987042bf" /><Relationship Type="http://schemas.openxmlformats.org/officeDocument/2006/relationships/slide" Target="/ppt/slides/slide31.xml" Id="R6e60c38dbe5b4356" /><Relationship Type="http://schemas.openxmlformats.org/officeDocument/2006/relationships/slide" Target="/ppt/slides/slide32.xml" Id="Rce94dfa4415e417d" /><Relationship Type="http://schemas.openxmlformats.org/officeDocument/2006/relationships/slide" Target="/ppt/slides/slide33.xml" Id="R8d608b37f1774d27" /><Relationship Type="http://schemas.openxmlformats.org/officeDocument/2006/relationships/slide" Target="/ppt/slides/slide34.xml" Id="R86a988eabf9e40b8" /><Relationship Type="http://schemas.openxmlformats.org/officeDocument/2006/relationships/slide" Target="/ppt/slides/slide35.xml" Id="R07e565e4ddf94191" /><Relationship Type="http://schemas.openxmlformats.org/officeDocument/2006/relationships/slide" Target="/ppt/slides/slide36.xml" Id="R9f631073ef9f4257" /><Relationship Type="http://schemas.openxmlformats.org/officeDocument/2006/relationships/slide" Target="/ppt/slides/slide37.xml" Id="R30d2cc95d7464975" /><Relationship Type="http://schemas.openxmlformats.org/officeDocument/2006/relationships/slide" Target="/ppt/slides/slide38.xml" Id="R4692bd9bce564ad4" /><Relationship Type="http://schemas.openxmlformats.org/officeDocument/2006/relationships/slide" Target="/ppt/slides/slide39.xml" Id="R8f3ab2c1eef64164" /><Relationship Type="http://schemas.openxmlformats.org/officeDocument/2006/relationships/slide" Target="/ppt/slides/slide40.xml" Id="R1c0f334adf4947fe" /><Relationship Type="http://schemas.openxmlformats.org/officeDocument/2006/relationships/slide" Target="/ppt/slides/slide41.xml" Id="Rfc7cdb55c3844650" /><Relationship Type="http://schemas.openxmlformats.org/officeDocument/2006/relationships/slide" Target="/ppt/slides/slide42.xml" Id="R3e6531805f634351" /><Relationship Type="http://schemas.openxmlformats.org/officeDocument/2006/relationships/slide" Target="/ppt/slides/slide43.xml" Id="R3937436a277d4500" /><Relationship Type="http://schemas.openxmlformats.org/officeDocument/2006/relationships/slide" Target="/ppt/slides/slide44.xml" Id="R786135b9a7b946b9" /><Relationship Type="http://schemas.openxmlformats.org/officeDocument/2006/relationships/slide" Target="/ppt/slides/slide45.xml" Id="Ra262c67925044d5d" /><Relationship Type="http://schemas.openxmlformats.org/officeDocument/2006/relationships/slide" Target="/ppt/slides/slide46.xml" Id="R7c79c86b37954131" /><Relationship Type="http://schemas.openxmlformats.org/officeDocument/2006/relationships/slide" Target="/ppt/slides/slide47.xml" Id="Re09dd126135d4d0b" /><Relationship Type="http://schemas.openxmlformats.org/officeDocument/2006/relationships/slide" Target="/ppt/slides/slide48.xml" Id="Rcbc559b3226d4874" /><Relationship Type="http://schemas.openxmlformats.org/officeDocument/2006/relationships/slide" Target="/ppt/slides/slide49.xml" Id="R28b31f6b69884f41" /><Relationship Type="http://schemas.openxmlformats.org/officeDocument/2006/relationships/slide" Target="/ppt/slides/slide50.xml" Id="R6adebf0d9ce242fb" /><Relationship Type="http://schemas.openxmlformats.org/officeDocument/2006/relationships/slide" Target="/ppt/slides/slide51.xml" Id="R369d5cdaa71e4efe" /><Relationship Type="http://schemas.openxmlformats.org/officeDocument/2006/relationships/slide" Target="/ppt/slides/slide52.xml" Id="Ra696423ffc704051" /><Relationship Type="http://schemas.openxmlformats.org/officeDocument/2006/relationships/slide" Target="/ppt/slides/slide53.xml" Id="R43d3071495c04dd5" /><Relationship Type="http://schemas.openxmlformats.org/officeDocument/2006/relationships/slide" Target="/ppt/slides/slide54.xml" Id="Rba08ddfa3c0b4f2e" /><Relationship Type="http://schemas.openxmlformats.org/officeDocument/2006/relationships/slide" Target="/ppt/slides/slide55.xml" Id="Rda6317fac572405e" /><Relationship Type="http://schemas.openxmlformats.org/officeDocument/2006/relationships/slide" Target="/ppt/slides/slide56.xml" Id="R7653af639e3a474d" /><Relationship Type="http://schemas.openxmlformats.org/officeDocument/2006/relationships/slide" Target="/ppt/slides/slide57.xml" Id="Rf5749cbf68e34886" /><Relationship Type="http://schemas.openxmlformats.org/officeDocument/2006/relationships/slide" Target="/ppt/slides/slide58.xml" Id="Raab4364a5d1843d6" /><Relationship Type="http://schemas.openxmlformats.org/officeDocument/2006/relationships/slide" Target="/ppt/slides/slide59.xml" Id="R4cebc47321ca4996" /><Relationship Type="http://schemas.openxmlformats.org/officeDocument/2006/relationships/slide" Target="/ppt/slides/slide60.xml" Id="Ra6d610d94ce44d14" /><Relationship Type="http://schemas.openxmlformats.org/officeDocument/2006/relationships/slide" Target="/ppt/slides/slide61.xml" Id="Re5ca7fd875f44dfd" /><Relationship Type="http://schemas.openxmlformats.org/officeDocument/2006/relationships/slide" Target="/ppt/slides/slide62.xml" Id="R600b0f67ae114f0c" /><Relationship Type="http://schemas.openxmlformats.org/officeDocument/2006/relationships/slide" Target="/ppt/slides/slide63.xml" Id="R5121be11bdad4724" /><Relationship Type="http://schemas.openxmlformats.org/officeDocument/2006/relationships/slide" Target="/ppt/slides/slide64.xml" Id="Rc94b09e9eb2d4084" /><Relationship Type="http://schemas.openxmlformats.org/officeDocument/2006/relationships/slide" Target="/ppt/slides/slide65.xml" Id="R153217e5c553429a" /><Relationship Type="http://schemas.openxmlformats.org/officeDocument/2006/relationships/slide" Target="/ppt/slides/slide66.xml" Id="R6b9e9c1826c545c4" /><Relationship Type="http://schemas.openxmlformats.org/officeDocument/2006/relationships/slide" Target="/ppt/slides/slide67.xml" Id="R8551bc2fddb5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f06380272e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dd60dd889246cf" /><Relationship Type="http://schemas.openxmlformats.org/officeDocument/2006/relationships/notesMaster" Target="/ppt/notesMasters/notesMaster1.xml" Id="R8a646e68e2d3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0171fa30f4041" /><Relationship Type="http://schemas.openxmlformats.org/officeDocument/2006/relationships/notesMaster" Target="/ppt/notesMasters/notesMaster1.xml" Id="R88ab365e2fbc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58159e2fbf4f2f" /><Relationship Type="http://schemas.openxmlformats.org/officeDocument/2006/relationships/notesMaster" Target="/ppt/notesMasters/notesMaster1.xml" Id="R58a7328815ec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5a30dfcfa7404a" /><Relationship Type="http://schemas.openxmlformats.org/officeDocument/2006/relationships/notesMaster" Target="/ppt/notesMasters/notesMaster1.xml" Id="R88b863c701ce48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4ecb6614c34cf4" /><Relationship Type="http://schemas.openxmlformats.org/officeDocument/2006/relationships/notesMaster" Target="/ppt/notesMasters/notesMaster1.xml" Id="Rc1aba4c9395e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c3905deac34770" /><Relationship Type="http://schemas.openxmlformats.org/officeDocument/2006/relationships/notesMaster" Target="/ppt/notesMasters/notesMaster1.xml" Id="R231be159fb844f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253980aadd4674" /><Relationship Type="http://schemas.openxmlformats.org/officeDocument/2006/relationships/notesMaster" Target="/ppt/notesMasters/notesMaster1.xml" Id="Rf0aceb120a9640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55163606104b97" /><Relationship Type="http://schemas.openxmlformats.org/officeDocument/2006/relationships/notesMaster" Target="/ppt/notesMasters/notesMaster1.xml" Id="R9847451ff93f44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b03a7715294b7c" /><Relationship Type="http://schemas.openxmlformats.org/officeDocument/2006/relationships/notesMaster" Target="/ppt/notesMasters/notesMaster1.xml" Id="Rdd2ac10bf31644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4bee5cc5394061" /><Relationship Type="http://schemas.openxmlformats.org/officeDocument/2006/relationships/notesMaster" Target="/ppt/notesMasters/notesMaster1.xml" Id="R5a0d2958edf649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76159f83fe4b3a" /><Relationship Type="http://schemas.openxmlformats.org/officeDocument/2006/relationships/notesMaster" Target="/ppt/notesMasters/notesMaster1.xml" Id="R274dab518c004a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7b78449fd14578" /><Relationship Type="http://schemas.openxmlformats.org/officeDocument/2006/relationships/notesMaster" Target="/ppt/notesMasters/notesMaster1.xml" Id="R4ec910ae36a243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8a340818a54f8a" /><Relationship Type="http://schemas.openxmlformats.org/officeDocument/2006/relationships/notesMaster" Target="/ppt/notesMasters/notesMaster1.xml" Id="R9906358b20334d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5f6f674fc942e2" /><Relationship Type="http://schemas.openxmlformats.org/officeDocument/2006/relationships/notesMaster" Target="/ppt/notesMasters/notesMaster1.xml" Id="Rafb8e7c345c046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e51b11421e4268" /><Relationship Type="http://schemas.openxmlformats.org/officeDocument/2006/relationships/notesMaster" Target="/ppt/notesMasters/notesMaster1.xml" Id="Ra51ac401903f47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38bdffe7394436" /><Relationship Type="http://schemas.openxmlformats.org/officeDocument/2006/relationships/notesMaster" Target="/ppt/notesMasters/notesMaster1.xml" Id="Rcd069dd7168843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6f193193ce4dd4" /><Relationship Type="http://schemas.openxmlformats.org/officeDocument/2006/relationships/notesMaster" Target="/ppt/notesMasters/notesMaster1.xml" Id="Re96a0062125146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43a13bcc5a4f4b" /><Relationship Type="http://schemas.openxmlformats.org/officeDocument/2006/relationships/notesMaster" Target="/ppt/notesMasters/notesMaster1.xml" Id="Rc94e525c798c41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7ced54a87a4c1c" /><Relationship Type="http://schemas.openxmlformats.org/officeDocument/2006/relationships/notesMaster" Target="/ppt/notesMasters/notesMaster1.xml" Id="R08c96d04c81c44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b6277b9dbd4f4f" /><Relationship Type="http://schemas.openxmlformats.org/officeDocument/2006/relationships/notesMaster" Target="/ppt/notesMasters/notesMaster1.xml" Id="R3a8ff68fd92849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b4b018d9d9449d" /><Relationship Type="http://schemas.openxmlformats.org/officeDocument/2006/relationships/notesMaster" Target="/ppt/notesMasters/notesMaster1.xml" Id="R0ab562db91c640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4b6f4933d047a1" /><Relationship Type="http://schemas.openxmlformats.org/officeDocument/2006/relationships/notesMaster" Target="/ppt/notesMasters/notesMaster1.xml" Id="Rfeef33f62e6945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731b89e63f4e97" /><Relationship Type="http://schemas.openxmlformats.org/officeDocument/2006/relationships/notesMaster" Target="/ppt/notesMasters/notesMaster1.xml" Id="R8c347aefadfe4d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9bc5a1d5a44ee5" /><Relationship Type="http://schemas.openxmlformats.org/officeDocument/2006/relationships/notesMaster" Target="/ppt/notesMasters/notesMaster1.xml" Id="R81231cb72dc742a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42c9a4b76845c8" /><Relationship Type="http://schemas.openxmlformats.org/officeDocument/2006/relationships/notesMaster" Target="/ppt/notesMasters/notesMaster1.xml" Id="Rfcafacdd92f44c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c25189065524db0" /><Relationship Type="http://schemas.openxmlformats.org/officeDocument/2006/relationships/notesMaster" Target="/ppt/notesMasters/notesMaster1.xml" Id="R3e9b74141e9944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1583aee7b84326" /><Relationship Type="http://schemas.openxmlformats.org/officeDocument/2006/relationships/notesMaster" Target="/ppt/notesMasters/notesMaster1.xml" Id="R7aa35feeb2d64a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780cf0bff9644c8" /><Relationship Type="http://schemas.openxmlformats.org/officeDocument/2006/relationships/notesMaster" Target="/ppt/notesMasters/notesMaster1.xml" Id="Rf5b8de7e044a48e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5014bc15dc4869" /><Relationship Type="http://schemas.openxmlformats.org/officeDocument/2006/relationships/notesMaster" Target="/ppt/notesMasters/notesMaster1.xml" Id="Rec749c1fbcfb4f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4da2c87de444f13" /><Relationship Type="http://schemas.openxmlformats.org/officeDocument/2006/relationships/notesMaster" Target="/ppt/notesMasters/notesMaster1.xml" Id="Rd24b4a2e586f440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2bec0f6940c440e" /><Relationship Type="http://schemas.openxmlformats.org/officeDocument/2006/relationships/notesMaster" Target="/ppt/notesMasters/notesMaster1.xml" Id="Rd1a562e18a9b4b7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b8d861ad1d34cc5" /><Relationship Type="http://schemas.openxmlformats.org/officeDocument/2006/relationships/notesMaster" Target="/ppt/notesMasters/notesMaster1.xml" Id="R3d0b7647281047b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98f9ae66f5649c6" /><Relationship Type="http://schemas.openxmlformats.org/officeDocument/2006/relationships/notesMaster" Target="/ppt/notesMasters/notesMaster1.xml" Id="Rc1ebb97a42d0488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41fac1be933492a" /><Relationship Type="http://schemas.openxmlformats.org/officeDocument/2006/relationships/notesMaster" Target="/ppt/notesMasters/notesMaster1.xml" Id="R73b68e5573a849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acabddbbdf472a" /><Relationship Type="http://schemas.openxmlformats.org/officeDocument/2006/relationships/notesMaster" Target="/ppt/notesMasters/notesMaster1.xml" Id="R2a53ec71aa864a2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4736ca8384543fc" /><Relationship Type="http://schemas.openxmlformats.org/officeDocument/2006/relationships/notesMaster" Target="/ppt/notesMasters/notesMaster1.xml" Id="R86c068f70ca2452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e605525f84a4fa9" /><Relationship Type="http://schemas.openxmlformats.org/officeDocument/2006/relationships/notesMaster" Target="/ppt/notesMasters/notesMaster1.xml" Id="R8ddabd90c012470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10027d41d934625" /><Relationship Type="http://schemas.openxmlformats.org/officeDocument/2006/relationships/notesMaster" Target="/ppt/notesMasters/notesMaster1.xml" Id="R0ff777428c5443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b9ef323355e4eb9" /><Relationship Type="http://schemas.openxmlformats.org/officeDocument/2006/relationships/notesMaster" Target="/ppt/notesMasters/notesMaster1.xml" Id="Rc5f1b081d772437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af71dc5ed4b493d" /><Relationship Type="http://schemas.openxmlformats.org/officeDocument/2006/relationships/notesMaster" Target="/ppt/notesMasters/notesMaster1.xml" Id="Re3fac5c4da3441b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2738515aab048b8" /><Relationship Type="http://schemas.openxmlformats.org/officeDocument/2006/relationships/notesMaster" Target="/ppt/notesMasters/notesMaster1.xml" Id="Rd0878addd264448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8af8dc8ff84eda" /><Relationship Type="http://schemas.openxmlformats.org/officeDocument/2006/relationships/notesMaster" Target="/ppt/notesMasters/notesMaster1.xml" Id="Rd8daaf9472314ec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94e34a8c0a44aef" /><Relationship Type="http://schemas.openxmlformats.org/officeDocument/2006/relationships/notesMaster" Target="/ppt/notesMasters/notesMaster1.xml" Id="R5a3b9385e21142c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03f03a5f16443e4" /><Relationship Type="http://schemas.openxmlformats.org/officeDocument/2006/relationships/notesMaster" Target="/ppt/notesMasters/notesMaster1.xml" Id="R27d5b6abc18c494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18eb5abf6ff441b" /><Relationship Type="http://schemas.openxmlformats.org/officeDocument/2006/relationships/notesMaster" Target="/ppt/notesMasters/notesMaster1.xml" Id="R144240aacd0e4ce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bc66db7bbcf4d30" /><Relationship Type="http://schemas.openxmlformats.org/officeDocument/2006/relationships/notesMaster" Target="/ppt/notesMasters/notesMaster1.xml" Id="R88055074899b496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8eedc895ffb42bd" /><Relationship Type="http://schemas.openxmlformats.org/officeDocument/2006/relationships/notesMaster" Target="/ppt/notesMasters/notesMaster1.xml" Id="Rc06370431b57494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099bfdf3b73432a" /><Relationship Type="http://schemas.openxmlformats.org/officeDocument/2006/relationships/notesMaster" Target="/ppt/notesMasters/notesMaster1.xml" Id="R20792e6e1f66427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587905403084d7b" /><Relationship Type="http://schemas.openxmlformats.org/officeDocument/2006/relationships/notesMaster" Target="/ppt/notesMasters/notesMaster1.xml" Id="Rd73e4d43bc904d9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d5b58fee415453f" /><Relationship Type="http://schemas.openxmlformats.org/officeDocument/2006/relationships/notesMaster" Target="/ppt/notesMasters/notesMaster1.xml" Id="Rf771668155c547b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c57cea0c2734cb4" /><Relationship Type="http://schemas.openxmlformats.org/officeDocument/2006/relationships/notesMaster" Target="/ppt/notesMasters/notesMaster1.xml" Id="Rde13fca1bc9244f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9589a62772f43fd" /><Relationship Type="http://schemas.openxmlformats.org/officeDocument/2006/relationships/notesMaster" Target="/ppt/notesMasters/notesMaster1.xml" Id="Ra9794bc08ce341e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a82ee6212d840bb" /><Relationship Type="http://schemas.openxmlformats.org/officeDocument/2006/relationships/notesMaster" Target="/ppt/notesMasters/notesMaster1.xml" Id="Rd555a1b5c4ae468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57a601872734cb2" /><Relationship Type="http://schemas.openxmlformats.org/officeDocument/2006/relationships/notesMaster" Target="/ppt/notesMasters/notesMaster1.xml" Id="R16db28604a59465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f756cb4939f4653" /><Relationship Type="http://schemas.openxmlformats.org/officeDocument/2006/relationships/notesMaster" Target="/ppt/notesMasters/notesMaster1.xml" Id="R54b62a7e70ec4a1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3ff83d0d6164ae3" /><Relationship Type="http://schemas.openxmlformats.org/officeDocument/2006/relationships/notesMaster" Target="/ppt/notesMasters/notesMaster1.xml" Id="Ra85c47cf36a7408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6b6e1d61478477d" /><Relationship Type="http://schemas.openxmlformats.org/officeDocument/2006/relationships/notesMaster" Target="/ppt/notesMasters/notesMaster1.xml" Id="R6f7ae1dc52df406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990241fb7444da1" /><Relationship Type="http://schemas.openxmlformats.org/officeDocument/2006/relationships/notesMaster" Target="/ppt/notesMasters/notesMaster1.xml" Id="R91d159a1c2464fd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e451ff52eb548ad" /><Relationship Type="http://schemas.openxmlformats.org/officeDocument/2006/relationships/notesMaster" Target="/ppt/notesMasters/notesMaster1.xml" Id="R9bf9f7ff5e7c483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e7026982a9e48e5" /><Relationship Type="http://schemas.openxmlformats.org/officeDocument/2006/relationships/notesMaster" Target="/ppt/notesMasters/notesMaster1.xml" Id="R7f8b780fbcbe449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bce8b6ad0e444f5" /><Relationship Type="http://schemas.openxmlformats.org/officeDocument/2006/relationships/notesMaster" Target="/ppt/notesMasters/notesMaster1.xml" Id="R10d8977b5e8f481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f9b9d0593d449dd" /><Relationship Type="http://schemas.openxmlformats.org/officeDocument/2006/relationships/notesMaster" Target="/ppt/notesMasters/notesMaster1.xml" Id="Rea86a75f0fe143d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5d5a7392e334039" /><Relationship Type="http://schemas.openxmlformats.org/officeDocument/2006/relationships/notesMaster" Target="/ppt/notesMasters/notesMaster1.xml" Id="Rdce17fbcefbe479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9adab250c2b4c51" /><Relationship Type="http://schemas.openxmlformats.org/officeDocument/2006/relationships/notesMaster" Target="/ppt/notesMasters/notesMaster1.xml" Id="Rc8b90acf4c9f472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89a5fd783794fb6" /><Relationship Type="http://schemas.openxmlformats.org/officeDocument/2006/relationships/notesMaster" Target="/ppt/notesMasters/notesMaster1.xml" Id="R4091a8e158e443b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39f7534f58d46fd" /><Relationship Type="http://schemas.openxmlformats.org/officeDocument/2006/relationships/notesMaster" Target="/ppt/notesMasters/notesMaster1.xml" Id="Ra307864a27e04b9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e7173c4dcbf4cdb" /><Relationship Type="http://schemas.openxmlformats.org/officeDocument/2006/relationships/notesMaster" Target="/ppt/notesMasters/notesMaster1.xml" Id="R43f87f3f43d944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프로젝트는 정해진 범위와 자원 안에서 특정 결과를 만드는 활동입니다. 기능은 그 결과를 만드는 수단입니다. 이사할 집의 문제를 먼저 정하고 가구를 고르듯, 기술 이름보다 해결할 일을 먼저 적습니다.</a:t>
            </a:r>
          </a:p>
          <a:p xmlns:a="http://schemas.openxmlformats.org/drawingml/2006/main">
            <a:r>
              <a:t>문제는 사용자의 어려움입니다.</a:t>
            </a:r>
          </a:p>
          <a:p xmlns:a="http://schemas.openxmlformats.org/drawingml/2006/main">
            <a:r>
              <a:t>기능은 그 어려움을 줄이는 방법입니다.</a:t>
            </a:r>
          </a:p>
          <a:p xmlns:a="http://schemas.openxmlformats.org/drawingml/2006/main">
            <a:r>
              <a:t>이번에는 기획과 시험 계획을 완성합니다.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대시보드를 만들었다고 반납 누락이 줄었다는 효과를 자동으로 입증하지는 않습니다. 현장 효과는 별도 조사와 비교가 필요합니다.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문제는 기록 확인 지연,결과물은 검토 가능한 기획·시험 계획,효과는 별도 현장 확인이다. 기술 이름이 문제 정의를 대신하지 않는다.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결과를 직접 사용하는 사람이며 이해관계자는 영향을 받거나 조건을 결정하는 사람입니다. 같은 실습실에서도 담당자·학생·시설관리자의 관점이 다릅니다.</a:t>
            </a:r>
          </a:p>
          <a:p xmlns:a="http://schemas.openxmlformats.org/drawingml/2006/main">
            <a:r>
              <a:t>담당자는 미확인 기록을 찾습니다.</a:t>
            </a:r>
          </a:p>
          <a:p xmlns:a="http://schemas.openxmlformats.org/drawingml/2006/main">
            <a:r>
              <a:t>학생은 반납 사실을 알립니다.</a:t>
            </a:r>
          </a:p>
          <a:p xmlns:a="http://schemas.openxmlformats.org/drawingml/2006/main">
            <a:r>
              <a:t>시설 담당자는 장비·설치 조건을 확인합니다.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가상 인터뷰 문장을 실제 학생이나 기관의 확정 요구로 인용하지 않습니다. 현실에 적용하려면 당사자 확인이 필요합니다.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담당자가 마감 전에 미확인 대여 기록을 찾아 확인하는 상황을 우선한다. 학생입력·시설승인은 역할별 별도 요구다.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관찰은 자료에 직접 적힌 내용, 해석은 관찰에서 끌어낸 설명, 가정은 아직 확인하지 않은 전제입니다. 추리에서 단서와 결론을 분리하는 것과 같습니다.</a:t>
            </a:r>
          </a:p>
          <a:p xmlns:a="http://schemas.openxmlformats.org/drawingml/2006/main">
            <a:r>
              <a:t>4/20=20%는 이 가상 표본의 비율입니다.</a:t>
            </a:r>
          </a:p>
          <a:p xmlns:a="http://schemas.openxmlformats.org/drawingml/2006/main">
            <a:r>
              <a:t>원인과 전체 기관의 비율은 확인되지 않았습니다.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이20%를 실제 기관의 손실률이나 제품 효과 예측값으로 쓰지 않습니다. 카메라가 문제를 해결한다는 결론도 아직 가정입니다.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가상 표본4/20,미확인 목록 선호는 자료에 있다. 원인·효과·장비 보유는 별도 확인. 질문은누가 언제 기록하고 왜 늦는가 등.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의사결정표는 여러 대안을 같은 기준으로 비교하는 도구입니다. 가중치는 기준의 중요도이며 점수는 근거를 가진 판단입니다. 수치가 그 자체로 정답이나 성공 확률이 되지는 않습니다.</a:t>
            </a:r>
          </a:p>
          <a:p xmlns:a="http://schemas.openxmlformats.org/drawingml/2006/main">
            <a:r>
              <a:t>제작 가정 점수: A4.65, B3.45, C3.85</a:t>
            </a:r>
          </a:p>
          <a:p xmlns:a="http://schemas.openxmlformats.org/drawingml/2006/main">
            <a:r>
              <a:t>이 조건에서는 A를 우선 검토합니다.</a:t>
            </a:r>
          </a:p>
          <a:p xmlns:a="http://schemas.openxmlformats.org/drawingml/2006/main">
            <a:r>
              <a:t>점수의 이유를 반드시 남깁니다.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가중합의 소수 둘째 자리 차이가 과학적 정밀도를 뜻하지 않습니다. 보드나 데이터가 확보되면 점수와 결정을 다시 검토합니다.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JSON을 읽는 도구를 가져옵니다.</a:t>
            </a:r>
          </a:p>
          <a:p xmlns:a="http://schemas.openxmlformats.org/drawingml/2006/main">
            <a:r>
              <a:t>2줄: 파일 경로 도구를 가져옵니다.</a:t>
            </a:r>
          </a:p>
          <a:p xmlns:a="http://schemas.openxmlformats.org/drawingml/2006/main">
            <a:r>
              <a:t>3줄: 코드 위치에서 course 폴더를 찾습니다.</a:t>
            </a:r>
          </a:p>
          <a:p xmlns:a="http://schemas.openxmlformats.org/drawingml/2006/main">
            <a:r>
              <a:t>4줄: 후보 점수와 가중치 파일을 읽어 딕셔너리로 풉니다.</a:t>
            </a:r>
          </a:p>
          <a:p xmlns:a="http://schemas.openxmlformats.org/drawingml/2006/main">
            <a:r>
              <a:t>5줄: 기준별 중요도를 꺼냅니다.</a:t>
            </a:r>
          </a:p>
          <a:p xmlns:a="http://schemas.openxmlformats.org/drawingml/2006/main">
            <a:r>
              <a:t>6줄: 후보 하나씩 계산합니다.</a:t>
            </a:r>
          </a:p>
          <a:p xmlns:a="http://schemas.openxmlformats.org/drawingml/2006/main">
            <a:r>
              <a:t>7줄: 이번 후보의 합계를 0으로 시작합니다.</a:t>
            </a:r>
          </a:p>
          <a:p xmlns:a="http://schemas.openxmlformats.org/drawingml/2006/main">
            <a:r>
              <a:t>8줄: 기준 이름과 그 가중치를 한 쌍씩 읽습니다.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점수×가중치를 더해 합계를 갱신합니다.</a:t>
            </a:r>
          </a:p>
          <a:p xmlns:a="http://schemas.openxmlformats.org/drawingml/2006/main">
            <a:r>
              <a:t>10줄: 후보 ID와 소수 둘째 자리까지의 합계를 출력합니다.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A4.65 B3.45 C3.85. 같은가중치A4.67 B3.33 C4.0으로A유지. 점수는교육용 판단이며장비·시간 확정 시 재평가.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범위는 이번에 만들고 확인할 일의 경계입니다. 최소 결과는 처음부터 끝까지 한 사용 상황을 보여 주는 작은 완성 단위입니다. 기능 목록을 줄이기만 하는 것과는 다릅니다.</a:t>
            </a:r>
          </a:p>
          <a:p xmlns:a="http://schemas.openxmlformats.org/drawingml/2006/main">
            <a:r>
              <a:t>한 파일을 읽어 세 기록과 미확인을 보여줍니다.</a:t>
            </a:r>
          </a:p>
          <a:p xmlns:a="http://schemas.openxmlformats.org/drawingml/2006/main">
            <a:r>
              <a:t>센서·카메라는 후속 후보입니다.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기능을 나중으로 미루어 화면 제목만 남기면 사용 상황을 검증할 수 없습니다. 입력부터 출력까지 한 흐름은 있어야 합니다.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기본CSV 읽기→검수→목록은포함. 사람 인식·실시간 카메라·자동 잠금은제외. 제외는 가치 없다는 뜻이 아니라 현재 검증 범위다.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요구사항은 결과가 충족해야 할 조건입니다. 누가 어떤 입력에서 어떤 출력을 관찰할지 적으면 구현과 시험을 연결하기 쉽습니다. 요구 하나에 여러 독립 조건을 몰아넣지 않습니다.</a:t>
            </a:r>
          </a:p>
          <a:p xmlns:a="http://schemas.openxmlformats.org/drawingml/2006/main">
            <a:r>
              <a:t>입력·조건·출력에 이름을 붙입니다.</a:t>
            </a:r>
          </a:p>
          <a:p xmlns:a="http://schemas.openxmlformats.org/drawingml/2006/main">
            <a:r>
              <a:t>속도 목표는 환경과 측정 방법을 함께 정합니다.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임의로1초를 적었다고 성능 목표가 검증된 것은 아닙니다. 아직 합의되지 않은 수치는 제작 제안으로 표시합니다.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시간 없는 레코드를 넣고 검토 필요 출력을 본다.R03은동일loan_id두 행으로 거부를 확인.R04는 원문 파일 보존. 성능 목표는미합의.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계약은 필드 이름·자료형·허용값·키·누락 처리의 약속입니다. 서로 다른 사람이 같은 양식을 써야 읽기와 표시가 연결됩니다.</a:t>
            </a:r>
          </a:p>
          <a:p xmlns:a="http://schemas.openxmlformats.org/drawingml/2006/main">
            <a:r>
              <a:t>같은 물품의 여러 대여는 가능하지만 대여 ID는 중복되지 않습니다.</a:t>
            </a:r>
          </a:p>
          <a:p xmlns:a="http://schemas.openxmlformats.org/drawingml/2006/main">
            <a:r>
              <a:t>CSV에서 식별자는 문자열로 읽습니다.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item_id가 같다고 모든 기록을 중복으로 삭제하지 않습니다. 한 물품의 이전 대여와 새 대여는 다른 기록일 수 있습니다.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loan_id가레코드키,item_id는물품키.R02시간누락이면review표시,R03loan_id중복이면거부. 서로 다른 대여의같은item_id는그 자체오류아님.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흐름은 값이 어디서 들어와 어떤 처리 후 어디로 나가는지를 보여 줍니다. 택배의 접수·분류·배송처럼 단계별 책임과 실패 지점을 나눕니다.</a:t>
            </a:r>
          </a:p>
          <a:p xmlns:a="http://schemas.openxmlformats.org/drawingml/2006/main">
            <a:r>
              <a:t>파싱과 내용 검수는 다릅니다.</a:t>
            </a:r>
          </a:p>
          <a:p xmlns:a="http://schemas.openxmlformats.org/drawingml/2006/main">
            <a:r>
              <a:t>검수 결과를 화면 상태로 연결합니다.</a:t>
            </a:r>
          </a:p>
          <a:p xmlns:a="http://schemas.openxmlformats.org/drawingml/2006/main">
            <a:r>
              <a:t>외부 전송은 기본 범위에 없습니다.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파싱이 성공했다고 중복 키나 누락 시간까지 정상이라는 뜻은 아닙니다. 실패한 입력을 정상 빈 목록으로 숨기지 않습니다.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CSV문법은파싱,키/상태/누락은계약 검사,행표시는화면. 실패 이유와 빈 목록을 구별한다. 기본 로컬 경로, 외부 전송 없음.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인터페이스는 사람이 시스템을 쓰거나 프로그램끼리 값을 주고받는 접점입니다. 와이어프레임은 화면의 정보와 행동을 단순하게 배치한 설계도입니다.</a:t>
            </a:r>
          </a:p>
          <a:p xmlns:a="http://schemas.openxmlformats.org/drawingml/2006/main">
            <a:r>
              <a:t>정상·검토 필요·실패 화면을 따로 그립니다.</a:t>
            </a:r>
          </a:p>
          <a:p xmlns:a="http://schemas.openxmlformats.org/drawingml/2006/main">
            <a:r>
              <a:t>자동 반납 확정 버튼은 기본 범위에 없습니다.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누락 시각이 있는데 녹색 정상 표시만 보여주면 오류가 감춰집니다. 색만으로 상태를 구분하지 말고 이름과 이유를 함께 씁니다.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검토 필요는확인 대기와이유,반납 완료는 원문 상태를 보여 준다. 자동정정없음. 색 외에 텍스트와 오류 이유 포함.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인수 기준은 결과를 받아들일 조건이고 시험 사례는 그 조건을 확인하는 구체 입력·절차·기대값입니다. 요구 ID를 시험 ID와 연결하면 빠진 요구를 찾을 수 있습니다.</a:t>
            </a:r>
          </a:p>
          <a:p xmlns:a="http://schemas.openxmlformats.org/drawingml/2006/main">
            <a:r>
              <a:t>각 시험에 입력과 기대값을 먼저 적습니다.</a:t>
            </a:r>
          </a:p>
          <a:p xmlns:a="http://schemas.openxmlformats.org/drawingml/2006/main">
            <a:r>
              <a:t>실행 전이면 NOT_RUN입니다.</a:t>
            </a:r>
          </a:p>
          <a:p xmlns:a="http://schemas.openxmlformats.org/drawingml/2006/main">
            <a:r>
              <a:t>실패 결과도 그대로 남깁니다.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테스트를 통과시키려고 기대값을 실제 오류 결과에 맞춰 바꾸지 않습니다. 요구 변경은 이유와 승인 과정을 별도 기록합니다.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4개는 핵심 요구의 제한된 시험. 대규모파일·다양한문자·실제 사용자효과·보안·운영 등은 현재 범위 밖이다.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결과는 기대값과 관찰값을 비교한 판단입니다. 관찰하지 않은 항목은 통과도 실패도 아닌 미실행으로 남깁니다. 아직 보지 않은 시험지를 맞았다고 채점하지 않는 것과 같습니다.</a:t>
            </a:r>
          </a:p>
          <a:p xmlns:a="http://schemas.openxmlformats.org/drawingml/2006/main">
            <a:r>
              <a:t>결과: PASS /FAIL /NOT_RUN /PASS</a:t>
            </a:r>
          </a:p>
          <a:p xmlns:a="http://schemas.openxmlformats.org/drawingml/2006/main">
            <a:r>
              <a:t>2/4는 이 관찰표의 통과 건수입니다.</a:t>
            </a:r>
          </a:p>
          <a:p xmlns:a="http://schemas.openxmlformats.org/drawingml/2006/main">
            <a:r>
              <a:t>실제 제품 시연은 아닙니다.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입력표의 actual을 고쳤다고 제품 결함이 수정된 것은 아닙니다. 재시험 파일은 교육용 새 가상 기록이며 현장 증거로 사용하지 않습니다.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JSON을 읽는 도구를 가져옵니다.</a:t>
            </a:r>
          </a:p>
          <a:p xmlns:a="http://schemas.openxmlformats.org/drawingml/2006/main">
            <a:r>
              <a:t>2줄: 파일 경로 도구를 가져옵니다.</a:t>
            </a:r>
          </a:p>
          <a:p xmlns:a="http://schemas.openxmlformats.org/drawingml/2006/main">
            <a:r>
              <a:t>3줄: course 폴더를 찾습니다.</a:t>
            </a:r>
          </a:p>
          <a:p xmlns:a="http://schemas.openxmlformats.org/drawingml/2006/main">
            <a:r>
              <a:t>4줄: 가상의 시험 관찰 기록을 읽습니다. 실제 제품을 실행하는 줄은 없습니다.</a:t>
            </a:r>
          </a:p>
          <a:p xmlns:a="http://schemas.openxmlformats.org/drawingml/2006/main">
            <a:r>
              <a:t>5줄: 통과 수를 0으로 시작합니다.</a:t>
            </a:r>
          </a:p>
          <a:p xmlns:a="http://schemas.openxmlformats.org/drawingml/2006/main">
            <a:r>
              <a:t>6줄: 시험 기록을 한 건씩 읽습니다.</a:t>
            </a:r>
          </a:p>
          <a:p xmlns:a="http://schemas.openxmlformats.org/drawingml/2006/main">
            <a:r>
              <a:t>7줄: 관찰 결과 actual을 꺼냅니다.</a:t>
            </a:r>
          </a:p>
          <a:p xmlns:a="http://schemas.openxmlformats.org/drawingml/2006/main">
            <a:r>
              <a:t>8줄: None이면 관찰값이 없는 미실행으로 구분합니다.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미실행 상태 이름을 정합니다.</a:t>
            </a:r>
          </a:p>
          <a:p xmlns:a="http://schemas.openxmlformats.org/drawingml/2006/main">
            <a:r>
              <a:t>10줄: 관찰값과 미리 정한 기대값이 같은지 비교합니다.</a:t>
            </a:r>
          </a:p>
          <a:p xmlns:a="http://schemas.openxmlformats.org/drawingml/2006/main">
            <a:r>
              <a:t>11줄: 같으면 통과 상태 이름을 정합니다.</a:t>
            </a:r>
          </a:p>
          <a:p xmlns:a="http://schemas.openxmlformats.org/drawingml/2006/main">
            <a:r>
              <a:t>12줄: 통과 수를 하나 늘립니다.</a:t>
            </a:r>
          </a:p>
          <a:p xmlns:a="http://schemas.openxmlformats.org/drawingml/2006/main">
            <a:r>
              <a:t>13줄: 값은 있지만 기대값과 다를 때입니다.</a:t>
            </a:r>
          </a:p>
          <a:p xmlns:a="http://schemas.openxmlformats.org/drawingml/2006/main">
            <a:r>
              <a:t>14줄: 실패 상태 이름을 정합니다.</a:t>
            </a:r>
          </a:p>
          <a:p xmlns:a="http://schemas.openxmlformats.org/drawingml/2006/main">
            <a:r>
              <a:t>15줄: 시험 ID와 판단을 출력합니다.</a:t>
            </a:r>
          </a:p>
          <a:p xmlns:a="http://schemas.openxmlformats.org/drawingml/2006/main">
            <a:r>
              <a:t>16줄: 통과 수와 전체 건수를 출력합니다.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비교 로직은 실제 실행2PASS,1FAIL,1NOT_RUN. 재시험가상표4PASS. 실제 대시보드 구현·성능·사용성은 검증하지 않음.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위험은 아직 일어나지 않았지만 결과를 방해할 수 있는 사건입니다. 문제는 이미 발생한 상태입니다. 위험표에는 징후·예방·발생 시 대안·담당을 적습니다.</a:t>
            </a:r>
          </a:p>
          <a:p xmlns:a="http://schemas.openxmlformats.org/drawingml/2006/main">
            <a:r>
              <a:t>장비가 없어도 파일 경로는 진행합니다.</a:t>
            </a:r>
          </a:p>
          <a:p xmlns:a="http://schemas.openxmlformats.org/drawingml/2006/main">
            <a:r>
              <a:t>새 요청이면 일정·시험 영향을 함께 검토합니다.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위험에 주의한다고만 쓰면 실행할 행동이 없습니다. 실제 카메라 없음을 카메라 통과로 표시하지 않습니다.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장비 미정은 파일 경로,인터넷 불가는 로컬 자료,데이터 계약 충돌은 공통 샘플우선합의. 담당과결정 시점필요.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분해는 큰 결과를 검토 가능한 작은 결과물로 나누는 일입니다. 동사만 나열하기보다 완료 증거를 정합니다. 레고 블록처럼 조립할 경계를 분명히 합니다.</a:t>
            </a:r>
          </a:p>
          <a:p xmlns:a="http://schemas.openxmlformats.org/drawingml/2006/main">
            <a:r>
              <a:t>각 작업에 담당 역할과 완료 증거를 붙입니다.</a:t>
            </a:r>
          </a:p>
          <a:p xmlns:a="http://schemas.openxmlformats.org/drawingml/2006/main">
            <a:r>
              <a:t>총기간은 팀 정보 확인 후 조정합니다.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시간을 사람 수로 나누기만 하면 병렬 완료 시각이 되지 않습니다. 선행 작업과 협업·검수 시간이 있습니다.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W1계약+샘플,W2정상/오류반환예,W3정상/검토/실패화면,W4시험표+README. 기획 제안 시간은 실측 아님.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의존 관계는 어떤 작업이 다른 작업의 결과를 필요로 하는 관계입니다. 마일스톤은 중요 결과를 확인하는 시점입니다. 순서와 증거를 정하되 확정되지 않은 달력 날짜를 만들지 않습니다.</a:t>
            </a:r>
          </a:p>
          <a:p xmlns:a="http://schemas.openxmlformats.org/drawingml/2006/main">
            <a:r>
              <a:t>W1 뒤 W2·W3을 계약 기준으로 진행합니다.</a:t>
            </a:r>
          </a:p>
          <a:p xmlns:a="http://schemas.openxmlformats.org/drawingml/2006/main">
            <a:r>
              <a:t>둘을 합쳐 M2를 확인합니다.</a:t>
            </a:r>
          </a:p>
          <a:p xmlns:a="http://schemas.openxmlformats.org/drawingml/2006/main">
            <a:r>
              <a:t>M3 미통과면 미완료 항목을 남깁니다.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시간이 지났다는 이유로 단계 완료가 되지 않습니다. 마일스톤은 관찰할 결과가 있어야 합니다.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계약 후 병렬 작업,초기 통합,시험,인수인계순서. 시간 도래만으로 통과 아님. 장비 추가보다 기본 흐름완료우선.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루브릭은 평가 관점과 수준별 기준을 정한 표입니다. 취향이 아니라 관찰 가능한 근거로 피드백을 줍니다. 같은 기준으로 자신과 동료의 기획을 살핍니다.</a:t>
            </a:r>
          </a:p>
          <a:p xmlns:a="http://schemas.openxmlformats.org/drawingml/2006/main">
            <a:r>
              <a:t>같은 기획을 같은 기준으로 채점합니다.</a:t>
            </a:r>
          </a:p>
          <a:p xmlns:a="http://schemas.openxmlformats.org/drawingml/2006/main">
            <a:r>
              <a:t>점수보다 다음 수정 한 가지를 적습니다.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취향에 따라 점수를 고친 뒤 근거를 붙이지 않습니다. 실물 장비 보유 여부나 발표 말속도를 평가하지 않습니다.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누락 기획은 범위·시험 미정이므로 해당 감점. 구체피드백예:R02에누락 시간입력과review기대값을 연결해 달라.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기획서는문제·사용자·범위·데이터·흐름·시험·계획·위험을한 결정 문서로 연결합니다. 각 항목을 따로 잘 써도 서로 모순되면 실행하기 어렵습니다.</a:t>
            </a:r>
          </a:p>
          <a:p xmlns:a="http://schemas.openxmlformats.org/drawingml/2006/main">
            <a:r>
              <a:t>근거 ID→요구 ID→시험 ID를 이어 읽습니다.</a:t>
            </a:r>
          </a:p>
          <a:p xmlns:a="http://schemas.openxmlformats.org/drawingml/2006/main">
            <a:r>
              <a:t>미확정은 가정·확인 질문으로 남깁니다.</a:t>
            </a:r>
          </a:p>
          <a:p xmlns:a="http://schemas.openxmlformats.org/drawingml/2006/main">
            <a:r>
              <a:t>활동 A16: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완성 예와 똑같이 쓰는 것이 목표가 아닙니다. 범위를 바꾸었다면 데이터·시험·위험도 함께 바꿔야 합니다.</a:t>
            </a:r>
          </a:p>
          <a:p xmlns:a="http://schemas.openxmlformats.org/drawingml/2006/main">
            <a:r>
              <a:t>활동 A16: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문제E01E02,기본CSV흐름,R01~04/T01~04연결,실물 미확정,추가 카메라 제외가 일관되어야 한다.</a:t>
            </a:r>
          </a:p>
          <a:p xmlns:a="http://schemas.openxmlformats.org/drawingml/2006/main">
            <a:r>
              <a:t>활동 A16: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발표는 청자가 무엇을 결정하거나 질문해야 할지 알게 하는 설명입니다. 문제 근거→작은 해결 흐름→시험→미확정을 짧게 전달합니다. 학생 수 미확인이라 개인 기록 또는 짝 역할로 진행합니다.</a:t>
            </a:r>
          </a:p>
          <a:p xmlns:a="http://schemas.openxmlformats.org/drawingml/2006/main">
            <a:r>
              <a:t>질문자는 장점 한 개와 확인 질문 한 개를 남깁니다.</a:t>
            </a:r>
          </a:p>
          <a:p xmlns:a="http://schemas.openxmlformats.org/drawingml/2006/main">
            <a:r>
              <a:t>답을 모르면 확인할 자료와 담당을 적습니다.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확인하지 않은 효과나 장비 성능을 자신 있게 말한다고 좋은 발표가 되지 않습니다. 가정은 가정이라고 말합니다.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짧은 발표에 근거·입력·결과·시험·미확정포함. 동료 질문은 구체 조건,답없으면담당/확인 방법기록.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수정 이력은무엇을 왜 바꿨고 어떤 항목에 영향이 있는지 남기는 기록입니다. 인수인계는 다음 사람이같은 입력과 판정 기준으로 일을 이어갈 수 있게 하는 자료입니다.</a:t>
            </a:r>
          </a:p>
          <a:p xmlns:a="http://schemas.openxmlformats.org/drawingml/2006/main">
            <a:r>
              <a:t>변경 전후와 이유를 남깁니다.</a:t>
            </a:r>
          </a:p>
          <a:p xmlns:a="http://schemas.openxmlformats.org/drawingml/2006/main">
            <a:r>
              <a:t>최신 기획·시험·입력을 묶습니다.</a:t>
            </a:r>
          </a:p>
          <a:p xmlns:a="http://schemas.openxmlformats.org/drawingml/2006/main">
            <a:r>
              <a:t>미실행 항목을 마지막으로 확인합니다.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보고서에 완료라고 썼다고 제품이 구현된 것은 아닙니다. 오늘 완료 범위는 기획 자료와 제공 비교 코드의 검증입니다.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누가, 언제, 무엇을 관찰하면 완료인지 한 사례로 말하게 합니다.</a:t>
            </a:r>
          </a:p>
          <a:p xmlns:a="http://schemas.openxmlformats.org/drawingml/2006/main">
            <a:r>
              <a:t>풀이: 기획서/데이터 계약/샘플/시험표/작업 계획/위험/변경 이력. 실제 제품·현장 효과 미검증 명시. 변경에 관련 요구와 시험 일치.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(프로젝트 기획)</a:t>
            </a:r>
          </a:p>
          <a:p xmlns:a="http://schemas.openxmlformats.org/drawingml/2006/main">
            <a:r>
              <a:t>examples: outputs/2026-10-30/examples/course/ (이번 수업의 자체 가상 입력과 완성 예)</a:t>
            </a:r>
          </a:p>
          <a:p xmlns:a="http://schemas.openxmlformats.org/drawingml/2006/main">
            <a:r>
              <a:t>requirements: https://www.nasa.gov/reference/4-2-technical-requirements-definition/ (검증 가능한 요구와 추적 관계의 개념 참고,2026-09-26 확인. 사례·점수·양식은 자체 제작.)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2e59a97bf4d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743775c9b84d1f" /><Relationship Type="http://schemas.openxmlformats.org/officeDocument/2006/relationships/slideLayout" Target="/ppt/slideLayouts/slideLayout1.xml" Id="R59c10b16266f47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10b16266f47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20f4da0b84d83" /><Relationship Type="http://schemas.openxmlformats.org/officeDocument/2006/relationships/notesSlide" Target="/ppt/notesSlides/notesSlide1.xml" Id="R7f1850ac3f5341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9c08e172c4d07" /><Relationship Type="http://schemas.openxmlformats.org/officeDocument/2006/relationships/notesSlide" Target="/ppt/notesSlides/notesSlide2.xml" Id="Rc8232ad4f6da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01d50ba2245f1" /><Relationship Type="http://schemas.openxmlformats.org/officeDocument/2006/relationships/notesSlide" Target="/ppt/notesSlides/notesSlide3.xml" Id="R88bf3764aecf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a1a80b1cc47b5" /><Relationship Type="http://schemas.openxmlformats.org/officeDocument/2006/relationships/notesSlide" Target="/ppt/notesSlides/notesSlide4.xml" Id="R1b105a3ef9c74b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c1a47bee74915" /><Relationship Type="http://schemas.openxmlformats.org/officeDocument/2006/relationships/notesSlide" Target="/ppt/notesSlides/notesSlide5.xml" Id="Ree46d6a44b274f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4a1af7abc4b84" /><Relationship Type="http://schemas.openxmlformats.org/officeDocument/2006/relationships/notesSlide" Target="/ppt/notesSlides/notesSlide6.xml" Id="R3665efa1329d43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f2ad22a854918" /><Relationship Type="http://schemas.openxmlformats.org/officeDocument/2006/relationships/notesSlide" Target="/ppt/notesSlides/notesSlide7.xml" Id="Rd7b5fe4409154a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f705a924d49c2" /><Relationship Type="http://schemas.openxmlformats.org/officeDocument/2006/relationships/notesSlide" Target="/ppt/notesSlides/notesSlide8.xml" Id="R0d673ea6c78d49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748f23e0b4165" /><Relationship Type="http://schemas.openxmlformats.org/officeDocument/2006/relationships/notesSlide" Target="/ppt/notesSlides/notesSlide9.xml" Id="R4d6b8404a19e42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d5de9c5f4176" /><Relationship Type="http://schemas.openxmlformats.org/officeDocument/2006/relationships/notesSlide" Target="/ppt/notesSlides/notesSlide10.xml" Id="R51e706ec238b4b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6d86400cf4ca5" /><Relationship Type="http://schemas.openxmlformats.org/officeDocument/2006/relationships/notesSlide" Target="/ppt/notesSlides/notesSlide11.xml" Id="R007dfb21980444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5b0934dd84c5f" /><Relationship Type="http://schemas.openxmlformats.org/officeDocument/2006/relationships/notesSlide" Target="/ppt/notesSlides/notesSlide12.xml" Id="Rebf2045bfa2b40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f55178a744069" /><Relationship Type="http://schemas.openxmlformats.org/officeDocument/2006/relationships/notesSlide" Target="/ppt/notesSlides/notesSlide13.xml" Id="R16d6941bfa0148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804d3574e4df4" /><Relationship Type="http://schemas.openxmlformats.org/officeDocument/2006/relationships/notesSlide" Target="/ppt/notesSlides/notesSlide14.xml" Id="Reefc75c270604b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667ef3ffd4bfa" /><Relationship Type="http://schemas.openxmlformats.org/officeDocument/2006/relationships/notesSlide" Target="/ppt/notesSlides/notesSlide15.xml" Id="R7d7af6ae413248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224b867724bbb" /><Relationship Type="http://schemas.openxmlformats.org/officeDocument/2006/relationships/notesSlide" Target="/ppt/notesSlides/notesSlide16.xml" Id="R5667ed22286142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656b296744430" /><Relationship Type="http://schemas.openxmlformats.org/officeDocument/2006/relationships/notesSlide" Target="/ppt/notesSlides/notesSlide17.xml" Id="R635803c4902a4f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08ee8fcca4e33" /><Relationship Type="http://schemas.openxmlformats.org/officeDocument/2006/relationships/notesSlide" Target="/ppt/notesSlides/notesSlide18.xml" Id="R38d366452a194f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a308c147b4346" /><Relationship Type="http://schemas.openxmlformats.org/officeDocument/2006/relationships/notesSlide" Target="/ppt/notesSlides/notesSlide19.xml" Id="R8ea7855da8b140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fd74e151642fb" /><Relationship Type="http://schemas.openxmlformats.org/officeDocument/2006/relationships/notesSlide" Target="/ppt/notesSlides/notesSlide20.xml" Id="R2b7882a6c4194b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4113754a74739" /><Relationship Type="http://schemas.openxmlformats.org/officeDocument/2006/relationships/notesSlide" Target="/ppt/notesSlides/notesSlide21.xml" Id="R3771c664a56b41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7954c6fb6457f" /><Relationship Type="http://schemas.openxmlformats.org/officeDocument/2006/relationships/notesSlide" Target="/ppt/notesSlides/notesSlide22.xml" Id="R404fd3dbd13f472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3b29dbd464adb" /><Relationship Type="http://schemas.openxmlformats.org/officeDocument/2006/relationships/notesSlide" Target="/ppt/notesSlides/notesSlide23.xml" Id="R5faf28cf687c43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32300b7374c09" /><Relationship Type="http://schemas.openxmlformats.org/officeDocument/2006/relationships/notesSlide" Target="/ppt/notesSlides/notesSlide24.xml" Id="R007db793735e41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6314faafa4907" /><Relationship Type="http://schemas.openxmlformats.org/officeDocument/2006/relationships/notesSlide" Target="/ppt/notesSlides/notesSlide25.xml" Id="R53fb1729d1ca40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8143a784c44d8" /><Relationship Type="http://schemas.openxmlformats.org/officeDocument/2006/relationships/notesSlide" Target="/ppt/notesSlides/notesSlide26.xml" Id="R9f48393ea8cc40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43ad7bada43d0" /><Relationship Type="http://schemas.openxmlformats.org/officeDocument/2006/relationships/notesSlide" Target="/ppt/notesSlides/notesSlide27.xml" Id="R4e13327a7ca24a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3b2b954b54efe" /><Relationship Type="http://schemas.openxmlformats.org/officeDocument/2006/relationships/notesSlide" Target="/ppt/notesSlides/notesSlide28.xml" Id="R01cfe3ebdcb948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2cc90415843a1" /><Relationship Type="http://schemas.openxmlformats.org/officeDocument/2006/relationships/notesSlide" Target="/ppt/notesSlides/notesSlide29.xml" Id="R14a58677be4149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7b1c1e6c14974" /><Relationship Type="http://schemas.openxmlformats.org/officeDocument/2006/relationships/notesSlide" Target="/ppt/notesSlides/notesSlide30.xml" Id="R7da24ae399c643a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f1e6058a247e5" /><Relationship Type="http://schemas.openxmlformats.org/officeDocument/2006/relationships/notesSlide" Target="/ppt/notesSlides/notesSlide31.xml" Id="Rcf0fdd26838f411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1b69a04754675" /><Relationship Type="http://schemas.openxmlformats.org/officeDocument/2006/relationships/notesSlide" Target="/ppt/notesSlides/notesSlide32.xml" Id="Re86b2e38c4cd476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3c89fc3cf4098" /><Relationship Type="http://schemas.openxmlformats.org/officeDocument/2006/relationships/notesSlide" Target="/ppt/notesSlides/notesSlide33.xml" Id="R3237852f193d422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03197e8e45c3" /><Relationship Type="http://schemas.openxmlformats.org/officeDocument/2006/relationships/notesSlide" Target="/ppt/notesSlides/notesSlide34.xml" Id="R7ec3d8cbdce844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f94c063c24d00" /><Relationship Type="http://schemas.openxmlformats.org/officeDocument/2006/relationships/notesSlide" Target="/ppt/notesSlides/notesSlide35.xml" Id="Rddd5702546e84d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94afebdd94c8b" /><Relationship Type="http://schemas.openxmlformats.org/officeDocument/2006/relationships/notesSlide" Target="/ppt/notesSlides/notesSlide36.xml" Id="Rfb6709f32d5349f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b72d9e05949b0" /><Relationship Type="http://schemas.openxmlformats.org/officeDocument/2006/relationships/notesSlide" Target="/ppt/notesSlides/notesSlide37.xml" Id="R03c859ba41c24b6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5c10ffc2d4baa" /><Relationship Type="http://schemas.openxmlformats.org/officeDocument/2006/relationships/notesSlide" Target="/ppt/notesSlides/notesSlide38.xml" Id="Rf6eacb6437aa444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ca17c5ee4409" /><Relationship Type="http://schemas.openxmlformats.org/officeDocument/2006/relationships/notesSlide" Target="/ppt/notesSlides/notesSlide39.xml" Id="Rd83cdd411f3444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15bcd270f4e60" /><Relationship Type="http://schemas.openxmlformats.org/officeDocument/2006/relationships/notesSlide" Target="/ppt/notesSlides/notesSlide40.xml" Id="Rd986b9bdb781489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13e0c0eb44faa" /><Relationship Type="http://schemas.openxmlformats.org/officeDocument/2006/relationships/notesSlide" Target="/ppt/notesSlides/notesSlide41.xml" Id="R22cc115a268e402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964534dc455a" /><Relationship Type="http://schemas.openxmlformats.org/officeDocument/2006/relationships/notesSlide" Target="/ppt/notesSlides/notesSlide42.xml" Id="R66aa6cebb3dd44c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a8a8685a4f97" /><Relationship Type="http://schemas.openxmlformats.org/officeDocument/2006/relationships/notesSlide" Target="/ppt/notesSlides/notesSlide43.xml" Id="Re4690b7b86814d8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811e272e14b56" /><Relationship Type="http://schemas.openxmlformats.org/officeDocument/2006/relationships/notesSlide" Target="/ppt/notesSlides/notesSlide44.xml" Id="Rc6d3813fc22e482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60734f8a748ce" /><Relationship Type="http://schemas.openxmlformats.org/officeDocument/2006/relationships/notesSlide" Target="/ppt/notesSlides/notesSlide45.xml" Id="R27063459b8b34f1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20d1e44594c9f" /><Relationship Type="http://schemas.openxmlformats.org/officeDocument/2006/relationships/notesSlide" Target="/ppt/notesSlides/notesSlide46.xml" Id="R52ecbcfbb4e74ed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d09cb69d4fc7" /><Relationship Type="http://schemas.openxmlformats.org/officeDocument/2006/relationships/notesSlide" Target="/ppt/notesSlides/notesSlide47.xml" Id="Rbfafc83b2534438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c2610afd94dac" /><Relationship Type="http://schemas.openxmlformats.org/officeDocument/2006/relationships/notesSlide" Target="/ppt/notesSlides/notesSlide48.xml" Id="R1a7bda63ef0e4e4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cc9f906ff4d89" /><Relationship Type="http://schemas.openxmlformats.org/officeDocument/2006/relationships/notesSlide" Target="/ppt/notesSlides/notesSlide49.xml" Id="R465b361e37bb477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3376a460c403e" /><Relationship Type="http://schemas.openxmlformats.org/officeDocument/2006/relationships/notesSlide" Target="/ppt/notesSlides/notesSlide50.xml" Id="Rd6181f26062b411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5368555e0499e" /><Relationship Type="http://schemas.openxmlformats.org/officeDocument/2006/relationships/notesSlide" Target="/ppt/notesSlides/notesSlide51.xml" Id="R1c0b484d0b09458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d93f367ba4d66" /><Relationship Type="http://schemas.openxmlformats.org/officeDocument/2006/relationships/notesSlide" Target="/ppt/notesSlides/notesSlide52.xml" Id="Rbe13cd5aac6b4e0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f39203b2f41f8" /><Relationship Type="http://schemas.openxmlformats.org/officeDocument/2006/relationships/notesSlide" Target="/ppt/notesSlides/notesSlide53.xml" Id="R06c444c9ed064b5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39687bb614070" /><Relationship Type="http://schemas.openxmlformats.org/officeDocument/2006/relationships/notesSlide" Target="/ppt/notesSlides/notesSlide54.xml" Id="Raa844a4601604eaa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b70d2e313464f" /><Relationship Type="http://schemas.openxmlformats.org/officeDocument/2006/relationships/notesSlide" Target="/ppt/notesSlides/notesSlide55.xml" Id="R2ffb3d0fc34340b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7913666ae49bd" /><Relationship Type="http://schemas.openxmlformats.org/officeDocument/2006/relationships/notesSlide" Target="/ppt/notesSlides/notesSlide56.xml" Id="Re78436fa905447d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3e6237284da0" /><Relationship Type="http://schemas.openxmlformats.org/officeDocument/2006/relationships/notesSlide" Target="/ppt/notesSlides/notesSlide57.xml" Id="R3d674f66400e497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ee5e9e9434ed6" /><Relationship Type="http://schemas.openxmlformats.org/officeDocument/2006/relationships/notesSlide" Target="/ppt/notesSlides/notesSlide58.xml" Id="Rfff8d078b1cc422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a52106e6b414d" /><Relationship Type="http://schemas.openxmlformats.org/officeDocument/2006/relationships/notesSlide" Target="/ppt/notesSlides/notesSlide59.xml" Id="R044ef3b288af465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40a4f30643e6" /><Relationship Type="http://schemas.openxmlformats.org/officeDocument/2006/relationships/notesSlide" Target="/ppt/notesSlides/notesSlide60.xml" Id="Rdb6bc23e319d46a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1001309654850" /><Relationship Type="http://schemas.openxmlformats.org/officeDocument/2006/relationships/notesSlide" Target="/ppt/notesSlides/notesSlide61.xml" Id="Re9c051d06234463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7161743ad4f11" /><Relationship Type="http://schemas.openxmlformats.org/officeDocument/2006/relationships/notesSlide" Target="/ppt/notesSlides/notesSlide62.xml" Id="Rdfc552d53ef14cb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6295c8fd849f8" /><Relationship Type="http://schemas.openxmlformats.org/officeDocument/2006/relationships/notesSlide" Target="/ppt/notesSlides/notesSlide63.xml" Id="Raaac0537e5fe4be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de6bc6d1f43aa" /><Relationship Type="http://schemas.openxmlformats.org/officeDocument/2006/relationships/notesSlide" Target="/ppt/notesSlides/notesSlide64.xml" Id="Rf66c62e9487b4cf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47f79c80b4964" /><Relationship Type="http://schemas.openxmlformats.org/officeDocument/2006/relationships/notesSlide" Target="/ppt/notesSlides/notesSlide65.xml" Id="Rfcbf6302f35d437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f999c58374d5e" /><Relationship Type="http://schemas.openxmlformats.org/officeDocument/2006/relationships/notesSlide" Target="/ppt/notesSlides/notesSlide66.xml" Id="R05b0841844674b6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654e315674a81" /><Relationship Type="http://schemas.openxmlformats.org/officeDocument/2006/relationships/notesSlide" Target="/ppt/notesSlides/notesSlide67.xml" Id="R9e9c882a521c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EBEDF-3C39-4063-A43A-7AD742BF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2026-10-30  프로젝트 기획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E05CE-73EA-418F-8768-593C1F2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프로젝트 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5F63C-39D3-44C0-8D96-CB23C03A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7752E-F9F4-43BB-A5AD-586CF425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79110-7766-4867-A2B6-E5E5007A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문제를 근거로 설명하고,</a:t>
            </a:r>
          </a:p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작은 프로젝트를 설계하기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33AC4-FCF0-401E-AC08-93EA1DBB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사용자·데이터·시험·실행 계획을 하나로 연결합니다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B424B-31AB-48E5-AE5B-67BCCBE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</p:spTree>
    <p:extLst>
      <p:ext uri="{BB962C8B-B14F-4D97-AF65-F5344CB8AC3E}">
        <p14:creationId xmlns:p14="http://schemas.microsoft.com/office/powerpoint/2010/main" val="139592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F62FC-F67E-4632-926A-B951CB5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2026-10-30  프로젝트 기획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C058A-C5C8-49C2-AE82-BA398D99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오늘의 입력과 확인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CA730-9762-4297-9398-3E7FD9D1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CAE25-90D2-4A07-9F4B-42C5C38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수업에서 확인할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실습실·가상 기록·가상 인터뷰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 결과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기획서·데이터 계약·시험·작업 계획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실행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점수·가상 관찰 비교 Python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미실행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 제품 구현·현장 효과·장비 시험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52E2E-E9D8-4770-9D08-40749B9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360분은 수업 제작 배정입니다. 실제 초심자 리허설과 장비 현장 검증은 별도로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157608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7D607-7D98-4324-9730-A94BF242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E54C3-EB74-4FBE-8119-79A74909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프로젝트는 문제와 결과의 약속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3D50B-F617-477A-ACC0-314830E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12FCB-1DBB-461F-A2D8-0B6540C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범위·자원 안에서 특정 결과를 만드는 활동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기술을 고르기 전에 해결할 문제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완성과 현장 효과 입증은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48E6A-B42E-41A4-8317-32DBEBCD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프로젝트 결과물과 사용자의 효과는 어떻게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564156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F5C22-FE0D-4DD3-BBCA-591C78D6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95E57-43AA-4315-B9BA-C97711B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프로젝트는 문제와 결과의 약속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DB4F3-7431-4592-A2A5-A9828A19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303E-ACCE-4979-A969-21F3C748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66919-2C61-4C23-B6B6-E3DA746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7027-B949-4BC4-B483-0896D0AB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가상 실습실: 반납 기록 확인이 늦음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기술 아이디어: 카메라·웹·센서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필요: 확인할 기록을 빠르게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68C1F-BF96-4B9A-8659-5DED6439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AF73D-2DC7-45BA-A941-BDEFC8DA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문제는 사용자의 어려움입니다.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기능은 그 어려움을 줄이는 방법입니다.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이번에는 기획과 시험 계획을 완성합니다.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78E60-8289-4191-A045-6BC52DB2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프로젝트 결과물과 사용자의 효과는 어떻게 다른가요?</a:t>
            </a:r>
          </a:p>
        </p:txBody>
      </p:sp>
    </p:spTree>
    <p:extLst>
      <p:ext uri="{BB962C8B-B14F-4D97-AF65-F5344CB8AC3E}">
        <p14:creationId xmlns:p14="http://schemas.microsoft.com/office/powerpoint/2010/main" val="848413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6E89A-B37A-4D7F-A37E-D0B2FE9D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522C-BDBD-4DC5-B614-15B474E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프로젝트는 문제와 결과의 약속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C533E-3E9A-452C-8EB5-71793D3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ECAAB-6D19-4552-9C7E-5F9F1591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ACC0B-B390-4D8C-AFF6-75544D9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24B7-F67E-4069-9CF8-70D10863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문제·기능·효과를 서로 다른 칸에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9AEF9-D2F8-4FAE-9778-3398FFE2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기술 이름을 빼고 문제를 한 문장으로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C8151-F052-430F-B3F1-4D108B2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오늘 만들 문서와 실제 구현을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8DA2F-5BE0-49DF-8F5A-6AA03B78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문제와 결과물 / 효과의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C659C-1BC9-4D0F-A0BB-56714455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프로젝트 결과물과 사용자의 효과는 어떻게 다른가요?</a:t>
            </a:r>
          </a:p>
        </p:txBody>
      </p:sp>
    </p:spTree>
    <p:extLst>
      <p:ext uri="{BB962C8B-B14F-4D97-AF65-F5344CB8AC3E}">
        <p14:creationId xmlns:p14="http://schemas.microsoft.com/office/powerpoint/2010/main" val="693169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46D97-FD42-49D7-B6A3-B9A3F822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60693-5B8B-45C0-84A2-B8CF1E7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사용자와 이해관계자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C210C-F166-4421-A5D2-3FEC3D89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ACF53-B275-45DE-B15A-3A679B5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사용자와 조건을 결정하는 사람을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누구의 어느 순간을 돕는지 정하기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인터뷰를 실제 확인된 요구로 쓰지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29595-D6E9-46ED-AB23-164E9F10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직접 사용자 한 명을 고르면 어떤 화면이 우선인가요?</a:t>
            </a:r>
          </a:p>
        </p:txBody>
      </p:sp>
    </p:spTree>
    <p:extLst>
      <p:ext uri="{BB962C8B-B14F-4D97-AF65-F5344CB8AC3E}">
        <p14:creationId xmlns:p14="http://schemas.microsoft.com/office/powerpoint/2010/main" val="1364686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FF92E-CB93-4A84-BA3D-9E12BEBF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82451-F3A8-4634-8D96-5EECF83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사용자와 이해관계자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B338E-75FD-4583-AF5E-6ED49E3E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4B1C4-8643-4E65-924E-58F8D74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442D6-E26B-4F5F-8949-815DD978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FAC8B-CA87-48E0-AEDF-2CB1BC88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직접 사용자: 반납 확인 담당자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참여자: 실습 학생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조건 확인자: 시설 담당자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C5038-0D42-49A4-95F8-45217A1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DDC39-EC9D-496C-BDF3-D6CF45F5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담당자는 미확인 기록을 찾습니다.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학생은 반납 사실을 알립니다.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시설 담당자는 장비·설치 조건을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D8FD2-2C17-4394-9FDB-F4B3C4B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직접 사용자 한 명을 고르면 어떤 화면이 우선인가요?</a:t>
            </a:r>
          </a:p>
        </p:txBody>
      </p:sp>
    </p:spTree>
    <p:extLst>
      <p:ext uri="{BB962C8B-B14F-4D97-AF65-F5344CB8AC3E}">
        <p14:creationId xmlns:p14="http://schemas.microsoft.com/office/powerpoint/2010/main" val="1069507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C1FF3-A146-4964-85C3-C63EA2F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573D5-36EA-45DA-9DD1-FE32E56E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사용자와 이해관계자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D6412-9B52-40E0-9107-F91BA00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89CE-2633-4ED1-9F07-A26B6F9C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816F1-C567-470D-BD94-7991CD8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08D97-0882-46C6-9AAB-0977AA3C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역할의 관심사를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1C8A3-5614-4BB6-9965-96689CF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담당자의 한 사용 상황을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4F337-7DA2-4DDB-9610-7CA3659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현장에 확인할 질문 두 개를 만듭니다.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2203A-8A60-46DF-A70A-9B8F228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사용자 상황 / 확인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1779D-92A0-444E-9FF9-3BAD8FA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직접 사용자 한 명을 고르면 어떤 화면이 우선인가요?</a:t>
            </a:r>
          </a:p>
        </p:txBody>
      </p:sp>
    </p:spTree>
    <p:extLst>
      <p:ext uri="{BB962C8B-B14F-4D97-AF65-F5344CB8AC3E}">
        <p14:creationId xmlns:p14="http://schemas.microsoft.com/office/powerpoint/2010/main" val="814465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D84E0-A330-4620-8B33-1DD5F1E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C1C23-EF3F-4111-9D4C-8907562C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관찰·해석·가정을 나누기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201A6-2B8A-4A30-B371-8A11748E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1A4C5-21EA-4559-BBBE-E2EC74E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자료의 사실·해석·미확인 전제를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근거에서 큰 결론으로 뛰지 않기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교육용 20%는 실제 기관의 비율이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A2A75-BFF0-4AB6-B8E5-67E89B9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지연 4건에서 바로 원인을 알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075049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408FE-CC33-49B8-8AF2-34224AAD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8C329-ABF0-49A0-A17A-1467F840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관찰·해석·가정을 나누기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E33E9-A6A1-4DEF-BCAD-8A31FF7B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C949D-5887-406A-947F-CD8B1EB8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A9A97-C51B-4033-8F3B-AAE56A0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DC2DE-2FE0-48C8-B8B5-5E60883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E01: 가상 대여 20건 중 기록 지연 4건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E02: 담당자는 미확인 목록을 원함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가정: 화면이 있으면 지연이 줄어듦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05A43-5B2E-42D3-870D-66FB9DA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25AA6-C6A2-45F5-AD5A-1903380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4/20=20%는 이 가상 표본의 비율입니다.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원인과 전체 기관의 비율은 확인되지 않았습니다.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9D0A6-B8A0-463D-9AE3-73FC2F0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지연 4건에서 바로 원인을 알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8752986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5C716-20F5-488B-9922-89BCC1A6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3A74F-0A6E-4588-80BB-DB861E4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관찰·해석·가정을 나누기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13409-8E61-4077-A312-647B0A4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40350-D88F-43F9-AB50-340864A6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F53A6-DD64-451B-9CC6-AA77B133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239B6-991B-44D4-9681-FA44319C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E01~E06을 읽고 관찰·해석·가정으로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90991-63B8-40EC-AA7B-4AC3D664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한 가정을 검증할 질문으로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B0811-B27B-48DB-BBD3-E320F7C5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표본과 실제 현장 경계를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A768B-8FCF-4F22-B366-EED241D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근거 분류 / 가정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9EE9B-6F50-44E0-9DF0-E4C2C0C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지연 4건에서 바로 원인을 알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7879174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B4123-E394-40A3-A4AC-C25CB4CD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8F347-CA78-4558-82B4-B837CF5F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후보를 같은 기준으로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AC1C1-32CC-4C4C-B32F-FAC817CE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4BFB6-1C38-4434-9C39-0DE164E0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기준·가중치로 대안의 판단 근거를 비교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필요성·실현성·검증성을 함께 보기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점수는 확률이나 객관적 정밀 측정값이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0C01-B028-45B8-8CC3-9E76CB7D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A가 높다는 결론은 어떤 가정에 의존하나요?</a:t>
            </a:r>
          </a:p>
        </p:txBody>
      </p:sp>
    </p:spTree>
    <p:extLst>
      <p:ext uri="{BB962C8B-B14F-4D97-AF65-F5344CB8AC3E}">
        <p14:creationId xmlns:p14="http://schemas.microsoft.com/office/powerpoint/2010/main" val="37671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B68C2-01D3-4E20-B33B-284ECF8C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3E775-BFF8-48BD-BCA7-EDFE3FC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후보를 같은 기준으로 비교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34DF4-C18B-4A05-9A88-6C051062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E70C-0CCB-416A-9F62-05EFA3AA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23AB-095E-42DE-9872-00E10536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FF6A4-56FC-4F98-A949-50F0873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 반납 기록 확인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 카메라 빈칸 검출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 온도 상태 표시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중요도: 0.40 /0.35 /0.25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1448-592F-4EAE-B421-357839A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8D629-43D8-4DFD-ACC9-18F8FFCE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제작 가정 점수: A4.65, B3.45, C3.85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 조건에서는 A를 우선 검토합니다.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점수의 이유를 반드시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44DB9-71E1-4CBE-A775-94922030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A가 높다는 결론은 어떤 가정에 의존하나요?</a:t>
            </a:r>
          </a:p>
        </p:txBody>
      </p:sp>
    </p:spTree>
    <p:extLst>
      <p:ext uri="{BB962C8B-B14F-4D97-AF65-F5344CB8AC3E}">
        <p14:creationId xmlns:p14="http://schemas.microsoft.com/office/powerpoint/2010/main" val="5062482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AAB83-6709-4778-A4A8-9A662C7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4C344-A67F-47BA-A4A5-560BEB1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01_compare_options.py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82C1D-7524-44F1-8C44-77933E9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31429-C57D-4D09-85A9-DA6C56FD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572AE-1506-4C91-B75C-5617E9AA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7518C-1DA1-4D19-837E-33AD5F2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root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plan = json.loads((root / "data" / "options.json").read_text(encoding="utf-8"))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weights = plan["weights"]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option in plan["options"]: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score = 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for criterion, weight in weights.items():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0FF64-2B70-489A-9EB9-9381FF4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628845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BAFC5-BC9F-4E66-A7FF-035B33C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01500-EC11-4BD5-B020-C6D33A6A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01_compare_options.py · 9~10줄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F829C-D618-4550-84FC-032069CA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7030F-8F56-4BA4-B93B-A06F0B89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10F91-E48D-44F6-B297-C756651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A747F-5A1A-48D2-A02D-CF06E2A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score = score + option[criterion] * weight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print(option["id"], round(score, 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09E29-A61E-4C34-8C7B-E77F38C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87023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B79BB-014F-4085-9E24-7D730CD6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71034-1533-4D33-B128-400A845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C8EA3-611E-4A89-A9AA-2838443A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40E81-E110-441B-86FE-A0362A4A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JSON을 읽는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경로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위치에서 course 폴더를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점수와 가중치 파일을 읽어 딕셔너리로 풉니다.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기준별 중요도를 꺼냅니다.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FE7B-E740-4234-9D1D-E0328681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387698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44DB9-D001-45D7-ADE0-53F990A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55ED8-52BB-4AA4-BCB3-29B9D95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B2E06-E22A-4364-9B1B-DFA5B83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B9E71-2694-4661-BB96-3608BBBF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하나씩 계산합니다.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후보의 합계를 0으로 시작합니다.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이름과 그 가중치를 한 쌍씩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점수×가중치를 더해 합계를 갱신합니다.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ID와 소수 둘째 자리까지의 합계를 출력합니다.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9A560-FD31-4196-AA1E-A2174C84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2455931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79B2D-08A4-411C-A8DB-FF97378C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1E0CA-7FCF-4487-9044-CBF42D7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후보를 같은 기준으로 비교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FE622-DC8B-4B49-B457-31218A2E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1B7C3-4CD6-43AF-8D1A-E3FD81FE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1727-B720-4A61-80AA-5B1F632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8B00E-E3C7-49E6-B64A-0362E30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options.json의 점수와 근거를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E9928-B134-4BE6-9623-4160942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손계산과 완성 코드 출력을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5C911-8E4A-4D82-B51A-6B42926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가중치가 같을 때 결과를 비교하고 선택 이유를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18F72-ED68-496F-9060-89264B0A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후보 비교 / 선택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18561-0DE6-4E24-A464-B420C18F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A가 높다는 결론은 어떤 가정에 의존하나요?</a:t>
            </a:r>
          </a:p>
        </p:txBody>
      </p:sp>
    </p:spTree>
    <p:extLst>
      <p:ext uri="{BB962C8B-B14F-4D97-AF65-F5344CB8AC3E}">
        <p14:creationId xmlns:p14="http://schemas.microsoft.com/office/powerpoint/2010/main" val="9024607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84F8F-56CB-4D60-B247-FA4FAE1B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038A0-618F-431B-826B-2B57C8F0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최소 범위와 제외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EEF5B-FCC4-48B6-9143-2B864096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5F99D-BA64-44FC-9A4F-A607CBE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이번에 만들고 시험할 경계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사용 흐름을 끝까지 확인할 크기로 정하기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 범위도 입력에서 결과까지 이어져야 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A2F1B-E7B3-4B31-B0C2-E4BB44E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최소 범위에서 빠지면 흐름이 끊기는 일은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9598169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6D091-9C64-4FC4-BAED-19F850B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BFD49-43F0-486B-95F6-98A89183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최소 범위와 제외 범위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3D9B3-85DB-4805-B805-31127D04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1FEB9-7F91-475F-B235-0AEE55D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031AE-EA49-4810-8023-21C485BD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26A51-DF62-4CFD-8A54-3CA0036B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포함: CSV 읽기·상태 목록·검수 표시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제외: 사람 인식·실시간 카메라·자동 잠금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자료: 가상 3건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사용자: 반납 확인 담당자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15D3E-B212-4259-ABE3-61F6D11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37A70-FA1C-441F-A466-A1F4310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파일을 읽어 세 기록과 미확인을 보여줍니다.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센서·카메라는 후속 후보입니다.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3448B-24AD-494F-B2D8-3ECF8F2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최소 범위에서 빠지면 흐름이 끊기는 일은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6630212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173AA-B9F4-429D-8AB4-55F2E888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F63EB-F796-451F-8D86-5186B6ED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최소 범위와 제외 범위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3D176-3243-4CD6-9848-6F795EF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1608B-8BEB-4E96-88B6-7A3869AF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C67C6-9450-4A69-87D6-28BCBCEF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441A9-FEF8-4D70-9DFA-16C7320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포함·제외를 각각 세 개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C2313-4EBA-4C9F-9EE3-466CD698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한 입력이 최종 화면까지 가는 경로를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C40FE-5C09-40BC-8B3F-83748EB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추가 요청의 우선순위를 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8387B-CF51-4408-AAC9-12CDB13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범위 선언 / 추가 요청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82A05-042B-481E-ABD2-6716CA0A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최소 범위에서 빠지면 흐름이 끊기는 일은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5309959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03F0E-EDDB-4584-81EB-19500BAD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41B5E-3F4A-4BF4-970B-596206DE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요구를 관찰 가능한 문장으로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B7143-7636-487A-82A0-97878F06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2154-287C-49BA-A787-015EA1F1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입력·조건·관찰 결과로 쓰는 완료 조건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구현자와 검수자가 같은 기준을 사용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모호한 형용사나 근거 없는 목표 수치는 피함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5752A-89FE-40D3-96E1-58A6740B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R02를 시험하려면 어떤 입력을 준비해야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6571295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A6C08-599F-4153-8314-C99877A5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9AA63-3BAF-4538-95CC-86DE096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요구를 관찰 가능한 문장으로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7C68E-BB3A-48C8-9239-72E1DF2B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B470C-AAC0-4D04-8461-1C7BA50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185FD-5534-4EF3-BE39-0888B098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51FDF-E59B-4385-884F-3AD3421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모호함: 기록을 잘 보여준다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R01: 정상 3건을 3행으로 표시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R02: 시간 없음은 검토 필요로 표시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R03: 중복 대여 ID는 읽기 거부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9C2D-3A7B-4C8A-B5E4-CFB272A4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2DBED-9F25-41D1-B8BA-BC236B8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입력·조건·출력에 이름을 붙입니다.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속도 목표는 환경과 측정 방법을 함께 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92DEF-D8A5-4E62-8DF3-5EB26A5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R02를 시험하려면 어떤 입력을 준비해야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1347819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A155C-8E57-4CEB-9D8C-5EC592A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03117-7B10-4D10-B4AF-35FAF0A3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요구를 관찰 가능한 문장으로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5354A-0994-4CAE-AE21-85D95373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36002-D0C0-48C7-B1EE-19AF99F9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EBD5F-0AFD-4240-8F9B-B229A667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F1AF9-05A1-49C7-B130-E4BB8364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모호한 요구 두 개를 고칩니다.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02D18-F36D-41B7-B0EC-666D9AC8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R01~R04와 입력 조건을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0AB37-5898-4DFE-8D79-E77867AE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합의되지 않은 조건을 가정으로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8EB49-634E-4588-820D-98D6FFF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요구 문장 / 확인 방법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9B690-C164-4DEB-9B7D-CD043E2F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R02를 시험하려면 어떤 입력을 준비해야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21318801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FEBC3-3530-4A1D-BFEB-06785C8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17077-E621-4406-9CA6-B1C5D78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데이터부터 약속하기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87933-94B9-4123-B5A6-210855E3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24505-1E0C-4F96-A629-01A9C81A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필드·타입·허용값·키·누락 처리의 약속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사람이 만든 입출력을 연결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 ID의 반복과 대여 ID 중복은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86530-201B-44D6-AE8D-1976C67D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물품 ID와 대여 ID를 왜 나누나요?</a:t>
            </a:r>
          </a:p>
        </p:txBody>
      </p:sp>
    </p:spTree>
    <p:extLst>
      <p:ext uri="{BB962C8B-B14F-4D97-AF65-F5344CB8AC3E}">
        <p14:creationId xmlns:p14="http://schemas.microsoft.com/office/powerpoint/2010/main" val="5238078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62F29-3813-4A08-B9C6-05E1747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AB01C-E288-4980-B6ED-C2A70D02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데이터부터 약속하기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E8CD3-5D52-4AFC-8CE0-E742D24A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B334D-E4F8-4F2E-8874-9891CAE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01D1E-74BD-4994-B64C-3DC6EF36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0CF6E-F80A-4685-9CF6-C0FA4656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loan_id: 대여 기록 키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item_id: 물품 식별자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status: checked_out/returned/unknown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updated_at, review_note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D6DF9-1621-4293-8742-E3B0F990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B6D6D-B4DD-401C-A19B-B5BFF073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물품의 여러 대여는 가능하지만 대여 ID는 중복되지 않습니다.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CSV에서 식별자는 문자열로 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9BEE-0BF2-49BE-A2EB-D2EB96FF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물품 ID와 대여 ID를 왜 나누나요?</a:t>
            </a:r>
          </a:p>
        </p:txBody>
      </p:sp>
    </p:spTree>
    <p:extLst>
      <p:ext uri="{BB962C8B-B14F-4D97-AF65-F5344CB8AC3E}">
        <p14:creationId xmlns:p14="http://schemas.microsoft.com/office/powerpoint/2010/main" val="2491647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CE82E-F2A1-497F-A808-9502DF9A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B4D7D-2F61-4F76-8037-8263819C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데이터부터 약속하기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D1F92-1070-4011-8C07-8FE79B7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74CEC-EFCC-4C12-A80E-1859472E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C6039-CFB8-464B-8471-20BD610F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C3624-C92C-4F6B-9397-022E34D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행에서 키와 허용 상태를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62AF5-E4CB-43BC-85C2-2B02B6F2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누락 시간의 처리 정책을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0F0B0-3221-4144-A511-CBE7BED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중복 키와 같은 물품의 다른 대여를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DD100-A8F0-4BEE-86BB-F3664DA0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데이터 계약 / 키와 오류 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C8854-8613-4C2C-98CA-D8A3233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물품 ID와 대여 ID를 왜 나누나요?</a:t>
            </a:r>
          </a:p>
        </p:txBody>
      </p:sp>
    </p:spTree>
    <p:extLst>
      <p:ext uri="{BB962C8B-B14F-4D97-AF65-F5344CB8AC3E}">
        <p14:creationId xmlns:p14="http://schemas.microsoft.com/office/powerpoint/2010/main" val="4692242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67C00-C6C2-41E1-90E5-49549AB1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1614-0F62-4C17-A640-48C4B0B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입력·처리·출력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CD6E3-4910-41DD-9C04-D8A45BA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687BC-6E1B-4BD1-B6E7-26A6B34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값이 들어와 처리되어 나가는 단계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결과와 실패 원인을 구분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파싱 성공과 내용 정상은 별개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EECAC-A74A-417B-872D-4352623C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어느 단계에서 어떤 오류를 관찰하나요?</a:t>
            </a:r>
          </a:p>
        </p:txBody>
      </p:sp>
    </p:spTree>
    <p:extLst>
      <p:ext uri="{BB962C8B-B14F-4D97-AF65-F5344CB8AC3E}">
        <p14:creationId xmlns:p14="http://schemas.microsoft.com/office/powerpoint/2010/main" val="6910460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2B152-20BF-4E82-A599-65352ECB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392EB-1D0E-4362-B844-E560D3EC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입력·처리·출력 흐름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ADD0-52EF-46E0-B5FD-FCAAE3D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B6E26-2671-4885-A87E-DD925A58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36FA6-1D57-497C-B161-A615393B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BFF76-ECD5-4267-813B-85B485F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CSV 파일 → 파싱 → 계약 검사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→ 표시용 목록 → 담당자 확인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→ 이유 표시·원문 보존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FC665-25AD-4A0F-9616-115AF984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ECF4B-00F5-474C-99F8-89F08B2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파싱과 내용 검수는 다릅니다.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검수 결과를 화면 상태로 연결합니다.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외부 전송은 기본 범위에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D3051-178B-47AE-9CFB-878C8D46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어느 단계에서 어떤 오류를 관찰하나요?</a:t>
            </a:r>
          </a:p>
        </p:txBody>
      </p:sp>
    </p:spTree>
    <p:extLst>
      <p:ext uri="{BB962C8B-B14F-4D97-AF65-F5344CB8AC3E}">
        <p14:creationId xmlns:p14="http://schemas.microsoft.com/office/powerpoint/2010/main" val="12012620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F0867-0383-4041-B4A1-2FE633A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D6CDC-012A-4E3B-AD35-21D6A7E9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값과 실패가 이동하는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A68BE-1BF3-4E8B-9DA0-3F5AAA61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0E5CA-18F2-4B70-9447-7200739D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결과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실패·확인 결과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읽기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 행 목록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파일·문법 오류 안내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검사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허용값·키 일치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review 또는 reject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기록과 상태 표시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이유·확인 대기 표시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 추가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추정하여 원문 수정 금지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6BEE1-A61D-47D4-B182-622F57F5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 표는 기획 흐름입니다. 실제 제품 구현·실행 결과가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1960067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69668-A438-4BB4-8DE2-C513EA1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EB393-3A3C-4FF8-B661-8F50624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입력·처리·출력 흐름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86AEF-4066-4E97-BADB-6FF3E33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7C16E-2398-4CB9-AF2D-0AA77ED0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1B151-D78E-4EDE-A2A7-2C6B9990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4BAC0-F16F-4E20-A5CF-4EB761CB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다섯 단계와 책임을 화살표로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591B8-9CD6-4A10-84DB-04083A31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중복 키 오류가 나오는 위치를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14195-122C-46C4-B405-4A21FADB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정상 0건과 읽기 실패의 출력을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F0BE1-9771-49A2-8401-C20CDAAE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흐름도 / 실패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064AA-7EA2-4634-80D4-1AF69272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어느 단계에서 어떤 오류를 관찰하나요?</a:t>
            </a:r>
          </a:p>
        </p:txBody>
      </p:sp>
    </p:spTree>
    <p:extLst>
      <p:ext uri="{BB962C8B-B14F-4D97-AF65-F5344CB8AC3E}">
        <p14:creationId xmlns:p14="http://schemas.microsoft.com/office/powerpoint/2010/main" val="2826350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2A9C2-B585-4F90-A42B-8C71F6D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5417C-3C31-45AF-A87D-628BBDD1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화면과 인터페이스를 그리기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F6EF4-7F1A-441B-978A-6E8ED096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21226-4F8C-4EC8-8445-55C98FE7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사용자와 프로그램이 만나는 접점의 설계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표시할 정보와 다음 행동을 먼저 정하기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장식이나 색만으로 오류 상태를 숨기지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F5A2B-2873-4337-B23B-8128B29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검토 필요와 반납 완료는 어떻게 다르게 보여야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7025672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43097-0F37-4AB4-8BC8-31FE1305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5E42-3DEC-45B7-A588-DECE4213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화면과 인터페이스를 그리기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5A59E-FEDC-423A-9294-30DB818D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9C215-C629-417F-B962-D43913D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6DA96-02E4-4B44-8690-A1001A8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B4978-75FA-4C05-9263-FA1AB24E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상단: 입력 파일명·검수 상태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목록: 대여 ID·물품 ID·상태·갱신 시각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검토 필요: 이유·확인 대기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빈 목록/오류도 별도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7C2B9-3886-4448-A8D2-C62D897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DC9CB-94AA-493B-9D69-3CEE29B1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정상·검토 필요·실패 화면을 따로 그립니다.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자동 반납 확정 버튼은 기본 범위에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3F565-3932-4F36-A511-7AAAF87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검토 필요와 반납 완료는 어떻게 다르게 보여야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4079404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65CC1-1951-4DCE-9B17-3B01FC97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83AC9-8E20-4EE8-9596-3BE222A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화면과 인터페이스를 그리기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5D63E-DD4A-41EE-97E0-175E9B8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0D48F-0908-4659-9D42-C49FF8AA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DFE6A-AEC5-4528-8102-0B8BDB57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B761C-0BB4-4065-B72D-217DBCFD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정상·검토·실패 화면을 종이에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928C2-9ACA-4839-B05A-22BC200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필드 이름을 데이터 계약과 대조합니다.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EDBD4-F6C2-468C-B0F7-88EE307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사용자의 다음 행동을 한 문장으로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6F316-A9A7-4F65-AE82-2D43B4FB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화면 세 상태 / 다음 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F6BF4-1CE9-43F5-A44F-E5BEC14B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검토 필요와 반납 완료는 어떻게 다르게 보여야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1713069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BDB1E-67CC-44A7-BFBC-06C1704F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BC95-7E34-41E0-A914-873BCD4E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인수 기준과 시험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7F863-1C7A-4C18-A20B-A5126D5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9B3B4-26CB-452D-BBF0-0E63BC77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요구를 확인할 입력·절차·기대값의 묶음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판단을 미리 합의하고 누락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몇 개 시험의 통과가 제품 전체 보장은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026F7-A878-48BB-A96D-894C6B87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시험 네 개면 왜 전체 제품이 완벽하다고 말할 수 없나요?</a:t>
            </a:r>
          </a:p>
        </p:txBody>
      </p:sp>
    </p:spTree>
    <p:extLst>
      <p:ext uri="{BB962C8B-B14F-4D97-AF65-F5344CB8AC3E}">
        <p14:creationId xmlns:p14="http://schemas.microsoft.com/office/powerpoint/2010/main" val="5813474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F4522-F257-492D-9BAD-1329DC2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97EA1-356A-4CE6-8403-33FE189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인수 기준과 시험 사례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AB2C7-BF3A-4D88-8239-846560E1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411EA-E66E-4272-9065-C7D3378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42EA7-8990-44C8-8B8E-EFBF1146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54208-617D-4996-91F7-63A0ED3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R01→T01 정상 3행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R02→T02 누락 시간 review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R03→T03 중복 키 reject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R04→T04 원문 불변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07F49-34CE-40DA-8B26-F369B363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D5705-9F66-4702-BB3D-E356496A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시험에 입력과 기대값을 먼저 적습니다.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실행 전이면 NOT_RUN입니다.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실패 결과도 그대로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7C134-BB3D-4D2A-9CFE-89ABEA2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시험 네 개면 왜 전체 제품이 완벽하다고 말할 수 없나요?</a:t>
            </a:r>
          </a:p>
        </p:txBody>
      </p:sp>
    </p:spTree>
    <p:extLst>
      <p:ext uri="{BB962C8B-B14F-4D97-AF65-F5344CB8AC3E}">
        <p14:creationId xmlns:p14="http://schemas.microsoft.com/office/powerpoint/2010/main" val="13719709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3648B-E4FC-45C3-A47A-5811409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3FC64-B0C8-47D2-8CF9-37874FE0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인수 기준과 시험 사례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93605-448A-4EFD-8C7F-C3F9FDB1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AB9CA-8FD4-439A-A1B8-87865F58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C1733-1055-484D-9157-3735006A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A4C95-0406-481F-A1B4-749AD77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요구 네 개와 시험 네 개를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6BBF2-8A6C-4A3C-A957-1327C42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누락·중복 입력 파일을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6BA37-DE45-4AF8-9F36-CAA60BCE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범위 밖성능·현장 효과 시험을 별도로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D308A-F764-445A-9416-7BD438DA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추적 표 / 시험 입력·기대값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97F9C-A299-43F0-96EB-8A036D3A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시험 네 개면 왜 전체 제품이 완벽하다고 말할 수 없나요?</a:t>
            </a:r>
          </a:p>
        </p:txBody>
      </p:sp>
    </p:spTree>
    <p:extLst>
      <p:ext uri="{BB962C8B-B14F-4D97-AF65-F5344CB8AC3E}">
        <p14:creationId xmlns:p14="http://schemas.microsoft.com/office/powerpoint/2010/main" val="10614880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42D72-0677-462F-820C-D2B6F74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C4AF5-D5EB-457C-BB07-F16A1F76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통과·실패·미실행을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13934-F782-4AE1-8CB5-B3AEBB95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1F03D-2951-41E6-8EF5-07E49C7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기대·관찰을 비교하고 미관찰은 따로 남김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검증했다는 주장의 범위를 정확히 쓰기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관찰표 수정은 실제 제품 수정을 뜻하지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6FE6C-CCCA-4509-9494-EC7ADBB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 Python 실행으로 실제 확인한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0012322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96627-6A34-4011-B190-2F24288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2DC64-9A46-4054-A63C-0929F946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통과·실패·미실행을 구분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E1A16-21F7-4127-A107-ED6D476B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2D54B-97B4-4177-8138-A4EEB95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5BE6B-3C3D-4D48-9140-0FF86CF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A5BD6-9821-4726-92F4-B4D649C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가상 관찰: T01=3 / T02=normal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T03=null / T04=true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기대:3 /review /reject /true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F43B4-FBA3-4303-B57E-C294803F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38C7A-F781-4A61-AABE-89CCBA1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결과: PASS /FAIL /NOT_RUN /PASS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2/4는 이 관찰표의 통과 건수입니다.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제품 시연은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C889A-3D62-4D12-BCCA-A9F077A0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 Python 실행으로 실제 확인한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4800818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5623E-1911-4C2A-9572-9DE40F8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E7EC9-CE5E-4B0E-B0CA-B6D710C7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02_check_evidence.py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73D4-BA95-4C66-924C-B3C5D5DC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1B081-38C4-4183-9459-CCC0B0ED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B627C-3EF8-4472-8668-EECD3ADD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EA24A-8C56-4571-A695-AC30638B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root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cases = json.loads((root / "data" / "test_observations.json").read_text(encoding="utf-8"))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passed = 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case in cases: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actual = case["actual"]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actual is None: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CFC2A-E642-4CF6-81DF-3F66F5D3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6384533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224FE-1213-4164-B764-3E540F3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EEE01-D893-428F-8FEF-6696CF0B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02_check_evidence.py · 9~16줄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C1766-FEC7-47B9-8AE7-8087570D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12CB3-DF38-443D-A8E0-810125E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28033-098A-45F2-B7F3-8C6AF0A9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98939-639B-4083-9F4C-F7AE43F0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result = "NOT_RUN"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elif actual == case["expected"]: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result = "PASS"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passed = passed + 1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else: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result = "FAIL"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print(case["id"], result)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print("passed:", passed, "/", len(cases))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D7541-6CD6-4EA4-8FBA-88FFDCFE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3430586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67A64-397B-40EB-97A0-72BD741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22F5E-184C-4A0D-94ED-1ADD393D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1F619-2E38-4E31-89C1-035BE42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BE2BE-E017-48EF-BCD6-FB4807A1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JSON을 읽는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경로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course 폴더를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가상의 시험 관찰 기록을 읽습니다. 실제 제품을 실행하는 줄은 없습니다.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 수를 0으로 시작합니다.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C0DE4-37D5-43B9-9577-E5D4AB80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3711028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6CA32-A7C2-4BB5-BE53-BCF1C48F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24CA5-0D77-4CBF-87AC-8174B499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8FEC8-0EEB-4E7A-8A5F-A0D1E231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9EC6-D3B1-4097-968E-9CC3835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기록을 한 건씩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결과 actual을 꺼냅니다.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None이면 관찰값이 없는 미실행으로 구분합니다.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미실행 상태 이름을 정합니다.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관찰값과 미리 정한 기대값이 같은지 비교합니다.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1D5C8-EAC0-456C-B300-155968E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29264163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7B399-05A1-4CB7-9914-C71F52A4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F48A7-FFF0-41BC-9458-F33A09D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CB28E-1026-407C-9402-B3DA22D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A942E-C6D8-48E1-B07E-60796BB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같으면 통과 상태 이름을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 수를 하나 늘립니다.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값은 있지만 기대값과 다를 때입니다.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상태 이름을 정합니다.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ID와 판단을 출력합니다.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93C4E-ED9F-4976-BC22-5542005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94742756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E99C8-3920-44BA-88F0-5963E356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C7FD2-9C1A-4167-A8DB-9594305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16~16줄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876C0-09B4-41D9-8DCE-FA9FBEF0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E0D1B-1A80-4C88-8E8A-92CF604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204787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204787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 수와 전체 건수를 출력합니다.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DD13F-D5DF-4A26-83C8-B223D1D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62636609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1EDDA-F08C-44C5-86AE-8D1FE614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72DA3-A519-40FD-B955-DCA5E86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통과·실패·미실행을 구분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CA9C8-FEC5-4BFC-9027-DBFBD7E2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4164D-A9F3-4A12-9438-72612D95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81D85-4C54-4640-B779-67A5B993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81425-1277-44F5-9DD0-C7E09F30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관찰표의 네 상태를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8E8CA-C01B-4BBF-A526-4E41E84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완성 코드와 제공 출력을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8163D-6522-48CF-A91D-B344CA64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재시험 가상표와 실제 제품 검증을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B0CB4-22ED-4281-B67E-F2146B6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시험 결과표 / 검증 주장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20463-D077-46E2-B017-43020F1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 Python 실행으로 실제 확인한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2951494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F837E-1792-4475-80C2-5ADE15D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D5B67-F25A-4A80-8D6B-3170839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위험과 대체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A408B-B9E6-44BB-BE64-AA43A38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09B60-70C5-4590-AC35-99CA206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가능 사건·징후·대응·담당을 기록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불확실한 조건에서도 핵심 흐름을 진행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주의한다만 적으면 실행 가능한 대응이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4A533-03DD-41D7-8BB7-63DE24D9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징후가 발생하면 누가 어떤 결정을 하나요?</a:t>
            </a:r>
          </a:p>
        </p:txBody>
      </p:sp>
    </p:spTree>
    <p:extLst>
      <p:ext uri="{BB962C8B-B14F-4D97-AF65-F5344CB8AC3E}">
        <p14:creationId xmlns:p14="http://schemas.microsoft.com/office/powerpoint/2010/main" val="19812488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1B59B-2CCB-424F-A864-CAB9443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7715F-ECC5-44FC-979B-D4A4FED9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위험과 대체 경로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8F162-8988-4890-9B1A-C922AEB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7FEE6-1E5F-4D90-A3A1-87BA56A8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88927-FE70-4898-B2B0-FFDFF1B5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E8085-15D1-44EC-BAD3-28BC64F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위험: 카메라 확보 지연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징후: 착수 전까지 모델 미정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대안: 고정 파일 검증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기본 범위: 카메라 제외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A0550-6FBE-48BB-9E31-A0567E18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11A09-8CD9-402D-95EC-645A7C1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장비가 없어도 파일 경로는 진행합니다.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요청이면 일정·시험 영향을 함께 검토합니다.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1C5FA-017A-41D9-B443-44B4BF4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징후가 발생하면 누가 어떤 결정을 하나요?</a:t>
            </a:r>
          </a:p>
        </p:txBody>
      </p:sp>
    </p:spTree>
    <p:extLst>
      <p:ext uri="{BB962C8B-B14F-4D97-AF65-F5344CB8AC3E}">
        <p14:creationId xmlns:p14="http://schemas.microsoft.com/office/powerpoint/2010/main" val="110099491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F897C-3ABB-4D79-B354-58D3A3EE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F80D8-AA79-40AF-AE59-CB9AF290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위험과 대체 경로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5DC40-32BC-4C97-8898-7397AEC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3276A-B4C4-4993-9BF7-36344CAA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781BF-B436-4006-AC38-6E8B50E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BCDFD-1ACF-4E5E-943F-8006C4F6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위험 세 개의 징후와 영향을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88FAF-638E-4113-8CB8-F0A4843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하나마다 담당·대안을 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31DC2-D3AB-4707-932D-1B4F1A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기본 범위와 추가 경로를 나눕니다.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515E1-542B-441F-A7EC-E01A878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위험표 / 대체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34700-1005-454E-8291-317C335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징후가 발생하면 누가 어떤 결정을 하나요?</a:t>
            </a:r>
          </a:p>
        </p:txBody>
      </p:sp>
    </p:spTree>
    <p:extLst>
      <p:ext uri="{BB962C8B-B14F-4D97-AF65-F5344CB8AC3E}">
        <p14:creationId xmlns:p14="http://schemas.microsoft.com/office/powerpoint/2010/main" val="20247581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94050-679F-4F10-9535-385E5662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21C4B-E851-4B1C-A779-BA580A23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작업을 결과물로 나누기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2E3E8-238B-4444-A8CA-4A2E21E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1C485-992C-4EDE-8859-94DFA7A4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결과를 검토 가능한 작은 결과물로 나누기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담당과 완료 근거를 명확히 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 수로 나눈 시간이 곧 완료 기간은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EDD09-B1C1-499B-8974-51B32F35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W2가 끝났다는 것을 어떤 파일로 확인하나요?</a:t>
            </a:r>
          </a:p>
        </p:txBody>
      </p:sp>
    </p:spTree>
    <p:extLst>
      <p:ext uri="{BB962C8B-B14F-4D97-AF65-F5344CB8AC3E}">
        <p14:creationId xmlns:p14="http://schemas.microsoft.com/office/powerpoint/2010/main" val="7158287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B0149-A8BD-414D-B209-81CACCB2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16A5A-5613-4A67-9B8A-473FE3AB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작업을 결과물로 나누기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A75C4-B47D-4AB6-AC29-C3C7F39C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5D831-8AF7-4E3D-9C8B-C996BE86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9214A-777D-44F4-B721-23DCD136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72DA-0460-4ABE-9CCB-60F739EA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W1 데이터 계약·샘플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W2 읽기·검수 결과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W3 세 상태 화면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W4 시험·설명·인수인계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8CED3-D5F5-409F-A3B6-7ACA373B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35956-84A4-4847-A7EC-4C4992EF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작업에 담당 역할과 완료 증거를 붙입니다.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총기간은 팀 정보 확인 후 조정합니다.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29BDA-5BCF-466E-A9D6-4CBA2D3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W2가 끝났다는 것을 어떤 파일로 확인하나요?</a:t>
            </a:r>
          </a:p>
        </p:txBody>
      </p:sp>
    </p:spTree>
    <p:extLst>
      <p:ext uri="{BB962C8B-B14F-4D97-AF65-F5344CB8AC3E}">
        <p14:creationId xmlns:p14="http://schemas.microsoft.com/office/powerpoint/2010/main" val="169299799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2EB9B-AC7F-4D1D-BD89-9EE12629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8F4FE-D543-4C29-A74D-BD2D41EB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작업을 결과물로 나누기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02646-F35C-47C2-B1D0-F9BB9EB7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C289F-B1E7-4228-B9C8-7D6A31B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093CF-352A-42D5-8397-1708E206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7A178-4B10-4219-9D56-C4A1635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작업 네 개를 결과물로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3DF69-DE20-4E5A-BF0E-A9DE51CD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역할과 완료 증거를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3DBD9-C318-495F-A028-D072A9DE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누락된 통합·검수 작업을 추가합니다.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9A19F-9727-4A71-8671-4349034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작업 분해 / 담당·완료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D509E-ECF5-4A2A-AC02-5D76820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W2가 끝났다는 것을 어떤 파일로 확인하나요?</a:t>
            </a:r>
          </a:p>
        </p:txBody>
      </p:sp>
    </p:spTree>
    <p:extLst>
      <p:ext uri="{BB962C8B-B14F-4D97-AF65-F5344CB8AC3E}">
        <p14:creationId xmlns:p14="http://schemas.microsoft.com/office/powerpoint/2010/main" val="167242812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09167-EE4C-4897-AD0B-3F862A9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7D67B-86C7-4F06-B67E-8E2AD50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선행 관계와 점검 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7A274-0587-48CE-BF60-B7EC49D2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90F7-A652-4935-BC9C-92A6114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결과와 중간 검토 시점을 연결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늦은 통합 실패를 줄이기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 경과와 결과 완료는 별개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7E9AD-7576-4DC7-837B-81416810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M2가 없으면 마지막 날 어떤 위험이 커지나요?</a:t>
            </a:r>
          </a:p>
        </p:txBody>
      </p:sp>
    </p:spTree>
    <p:extLst>
      <p:ext uri="{BB962C8B-B14F-4D97-AF65-F5344CB8AC3E}">
        <p14:creationId xmlns:p14="http://schemas.microsoft.com/office/powerpoint/2010/main" val="57022343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2E3BB-E78C-44C9-BC5E-9EDFD89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08491-4FC4-46E3-9042-DFE18520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선행 관계와 점검 시점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56587-F809-4264-AADE-73EEA7EE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E6D1F-A86F-4B1F-969D-C6EE07C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032B7-F5B6-460B-863B-7B8B3F7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BE13B-D0A9-4551-A16F-F061B4CC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M1 계약·샘플 합의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M2 파일→검수→화면 한 흐름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M3 정상·오류 시험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M4 한계와 재현 설명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8BBAA-19A1-4487-94C2-D74449DF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9CDEF-FBE3-4DBB-8555-DAD12A0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W1 뒤 W2·W3을 계약 기준으로 진행합니다.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둘을 합쳐 M2를 확인합니다.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M3 미통과면 미완료 항목을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E06E0-228E-461B-85A2-B751771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M2가 없으면 마지막 날 어떤 위험이 커지나요?</a:t>
            </a:r>
          </a:p>
        </p:txBody>
      </p:sp>
    </p:spTree>
    <p:extLst>
      <p:ext uri="{BB962C8B-B14F-4D97-AF65-F5344CB8AC3E}">
        <p14:creationId xmlns:p14="http://schemas.microsoft.com/office/powerpoint/2010/main" val="209354790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22617-765F-462F-9A95-0686CE2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0589F-3A12-49E2-B1CA-2F85079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선행 관계와 점검 시점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D7FD8-24C2-45EC-841B-5F07D767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0CEC2-55B8-420F-8A21-21E91B34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220C-D13A-413B-B29E-36916AC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DEA75-4AEF-4697-9050-7A443368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선행 관계를 화살표로 잇습니다.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BDD94-4F5F-4DC9-ADAB-F28C8338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각 마일스톤의 파일·화면 증거를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D2CEB-DBB4-4F51-925A-85F9650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지연 시 범위를 줄이는 결정점을 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899D5-E22D-498F-8A32-91407DBE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의존 관계 / 점검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C307B-6A7D-4825-9FB9-47A1AD6D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M2가 없으면 마지막 날 어떤 위험이 커지나요?</a:t>
            </a:r>
          </a:p>
        </p:txBody>
      </p:sp>
    </p:spTree>
    <p:extLst>
      <p:ext uri="{BB962C8B-B14F-4D97-AF65-F5344CB8AC3E}">
        <p14:creationId xmlns:p14="http://schemas.microsoft.com/office/powerpoint/2010/main" val="173507877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418BC-4DA2-4137-B842-639AD53A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8C153-E9C4-4565-88D6-84661B52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루브릭으로 기획을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8A77D-A872-4591-8C82-6AFF8BC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4F120-2E5B-4DA8-9C80-DC22A316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관점과 수준별 증거로 평가하는 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취향 대신 관찰 가능한 근거로 검토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 외형이 요구·시험의 빈칸을 대신하지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9F0AE-2113-427F-BB5A-B4D9083A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근거 있는 피드백은 어떤 문장인가요?</a:t>
            </a:r>
          </a:p>
        </p:txBody>
      </p:sp>
    </p:spTree>
    <p:extLst>
      <p:ext uri="{BB962C8B-B14F-4D97-AF65-F5344CB8AC3E}">
        <p14:creationId xmlns:p14="http://schemas.microsoft.com/office/powerpoint/2010/main" val="54437874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435FA-1BDF-4306-B307-815CF94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9FE1-1C0F-474F-8713-CEAF13FB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루브릭으로 기획을 검토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66EF-E570-42BD-A672-6AFBB5F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0DEAF-DB1E-4070-86B9-E9A2ED0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E12C2-C2C8-4FD4-804D-00A9A0C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60EEC-F978-4CFB-896F-5D23C3EF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관점 5개×20점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 없는 주장0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일부 연결10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근거·결정·확인 일치20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879E7-59A1-4CC9-82A8-FE16143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42131-50B6-420E-AEBA-9DE9C818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기획을 같은 기준으로 채점합니다.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점수보다 다음 수정 한 가지를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04770-3A7C-4A57-9647-B396B8FC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근거 있는 피드백은 어떤 문장인가요?</a:t>
            </a:r>
          </a:p>
        </p:txBody>
      </p:sp>
    </p:spTree>
    <p:extLst>
      <p:ext uri="{BB962C8B-B14F-4D97-AF65-F5344CB8AC3E}">
        <p14:creationId xmlns:p14="http://schemas.microsoft.com/office/powerpoint/2010/main" val="83212926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1FE8C-84B7-4CD8-B025-F2773E56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59C1A-AA46-4093-803F-A2622FDC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루브릭으로 기획을 검토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AD4F6-1329-4F20-AD02-E74A816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6262E-7DF5-4449-8559-C07187E2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7D7BC-9C60-42C0-8875-7BBCB714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B0E53-569E-4E4D-A89B-41F190A9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완성 예를 루브릭으로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20030-7ABC-4B3C-9317-01913AFA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의도적으로 빠진 검토본을 채점합니다.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10D03-FF42-445A-A481-89BC5E7A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가장 중요한 수정 요청한 개를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58D64-3151-414A-98B7-D1F50505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루브릭 채점 / 우선 피드백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3E781-46DD-498A-A343-250D7447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근거 있는 피드백은 어떤 문장인가요?</a:t>
            </a:r>
          </a:p>
        </p:txBody>
      </p:sp>
    </p:spTree>
    <p:extLst>
      <p:ext uri="{BB962C8B-B14F-4D97-AF65-F5344CB8AC3E}">
        <p14:creationId xmlns:p14="http://schemas.microsoft.com/office/powerpoint/2010/main" val="61445565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1899-38CE-40B5-801B-B940B86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BC22-D17B-4779-9D11-1F24459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장 기획서로 통합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B803-A079-4E91-A7A2-2122C789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26AC2-2AED-4BDB-9113-EE40343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문제부터 시험·실행 계획까지 잇는 결정 문서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따로 쓴 항목의 모순을 찾아 고치기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변경 시 데이터·시험·위험도 함께 바뀜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A29FA-21EF-488C-A659-E32D5EF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기획서의 어느 두 항목이 서로 모순되는지 찾을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7680873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05A99-7DF9-4ECD-AC1A-2BF1A73D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E6C30-CA02-4914-BD52-EC28309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장 기획서로 통합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D4EA-6643-4033-84E1-F45DF63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D070B-D0BB-480E-A08C-E09B36D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DD611-72BF-4793-96BB-55E8597F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DB957-7CB8-4316-AF55-B9B6DCA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기본안: 반납 기록 확인 도구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사용자: 실습실 담당자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파일: 가상 CSV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핵심: 미확인 표시와 원문 보존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7B4D-98D9-4271-853D-9A21BCB1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ACCE1-BF07-4148-9E81-A48D0919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 ID→요구 ID→시험 ID를 이어 읽습니다.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미확정은 가정·확인 질문으로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ACDE9-1B42-4A2B-94BC-43B672E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기획서의 어느 두 항목이 서로 모순되는지 찾을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38166308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F752A-6959-4600-AFB6-9C0272A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AD95F-D961-4A30-A1B0-4E2CE2B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장 기획서로 통합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5ABB0-9FF9-46A6-99E9-4B19C7D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  /  이 화면의 학생 작업 11분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A4FC-ED26-4A25-9EF2-D4748591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51288-6125-4483-8781-1EE9B098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03B3D-7709-4E3F-9DE1-3F077E9F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work/project-charter.md를 앞선 결정으로 채웁니다.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87D8E-F8F3-4335-959B-153207B6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요구·입력·시험 값을 대조합니다.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0AA0F-6555-43FE-8303-72FD8D3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미확정 질문과 제외 범위를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EF4E0-26E9-43B2-BA04-BC68A1B4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통합 기획서 / 교차 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C343E-87C9-4C93-AB34-77A7DD79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기획서의 어느 두 항목이 서로 모순되는지 찾을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8480952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D2B87-D2C5-49E2-AD01-6554CA68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77470-7854-44A7-B745-AD98266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짧은 발표와 동료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E3AE6-BE27-43D1-A9A5-C25D6900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529C8-26B2-4E5F-B3D9-D4EDA87C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결정과 질문을 돕는 짧은 근거 설명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설명과 질문으로 모호한 조건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미확정 성능을 확정 효과로 말하지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C88D7-322C-4574-A488-E558888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질문을 받았을 때 모르는 조건을 어떻게 기록하나요?</a:t>
            </a:r>
          </a:p>
        </p:txBody>
      </p:sp>
    </p:spTree>
    <p:extLst>
      <p:ext uri="{BB962C8B-B14F-4D97-AF65-F5344CB8AC3E}">
        <p14:creationId xmlns:p14="http://schemas.microsoft.com/office/powerpoint/2010/main" val="4144492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8CD2D-ED94-4E84-9F50-E4A51FCB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69561-8584-4072-8DEC-6E81656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짧은 발표와 동료 질문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7A4E-49A0-499E-8EE1-8D8F776D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20F7E-5975-4C2D-A16D-B56DCE1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0D2D9-9A98-4177-956F-C7660A9F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899E7-7144-4E80-9F44-F9E80DF1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2분 발표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30초 문제·근거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40초 입력→결과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30초 시험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20초 미확정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45885-A3CB-469B-8CF2-86D1A43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10776-FC17-4183-91FF-98B2EEBA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질문자는 장점 한 개와 확인 질문 한 개를 남깁니다.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답을 모르면 확인할 자료와 담당을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27C26-6F25-44F2-AA22-E046613A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질문을 받았을 때 모르는 조건을 어떻게 기록하나요?</a:t>
            </a:r>
          </a:p>
        </p:txBody>
      </p:sp>
    </p:spTree>
    <p:extLst>
      <p:ext uri="{BB962C8B-B14F-4D97-AF65-F5344CB8AC3E}">
        <p14:creationId xmlns:p14="http://schemas.microsoft.com/office/powerpoint/2010/main" val="126932416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EF4D9-11D6-4052-90A1-D68A83BA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1DA8D-01BD-4023-A909-2A10F39A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짧은 발표와 동료 질문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12CF-1BC5-40B5-ADDD-037F781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5F1DC-A62B-4D04-8F88-BABC30F9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8F9C3-3CE2-4B4D-A2A8-9BAD9B66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1FCBF-2B72-48B5-B800-E1A2DED5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2분 발표문을 네 부분으로 작성합니다.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57920-D0E3-4D3D-9CB2-6FEEDF0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짝 또는 자기 질문으로 모호한 조건을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CE999-88B4-411B-94DB-C734F6A5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답변·보류·다음 확인을 기록합니다.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32AC4-5BAA-4047-8248-C440FBE6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발표문 / 질문·답변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547AB-37F9-485F-802A-7FC0D1B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질문을 받았을 때 모르는 조건을 어떻게 기록하나요?</a:t>
            </a:r>
          </a:p>
        </p:txBody>
      </p:sp>
    </p:spTree>
    <p:extLst>
      <p:ext uri="{BB962C8B-B14F-4D97-AF65-F5344CB8AC3E}">
        <p14:creationId xmlns:p14="http://schemas.microsoft.com/office/powerpoint/2010/main" val="74446561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0D1F6-5FC2-44C5-BEBA-429FF72F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2D21A-5FBD-4C30-9667-9D9D2C4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이력과 인수인계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5589E-B78E-4B45-9A75-1A1A0A7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5CC74-F291-4988-BAA0-25E0364B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이유·영향과 다음 작업 근거를 남기기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요구와 새 시험의 불일치를 방지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 자료 완료와 실제 제품 구현은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D9067-5787-474F-A083-99B4613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다음 팀에게 바로 넘길 수 있는 최소 묶음은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64563585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B73EC-7245-4D62-B2F7-ED48E50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8C5C6-9AB9-4689-9F61-B7376C0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이력과 인수인계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E8C80-B061-42CF-A895-54B83E73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A3269-9740-4307-B513-398CD656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4D57A-B0CA-49EB-B97B-4BD70F7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사례와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51682-B42F-428C-A83C-7969147F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변경예: 실시간 카메라 요청 보류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이유: 모델·성능 근거 없음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영향: 범위·위험·시험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유지: 파일 입력 기본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CCA55-D32E-4FC9-84AF-DC34978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판단과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2EE96-5B85-4919-A962-C44C11F6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 전후와 이유를 남깁니다.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최신 기획·시험·입력을 묶습니다.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미실행 항목을 마지막으로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0CB35-86F6-4740-AA83-9ED539CF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다음 팀에게 바로 넘길 수 있는 최소 묶음은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70615879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6C658-1467-41A0-B855-3A17CF8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76B6D-9709-47E9-8D4B-1354FD85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이력과 인수인계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44025-12B3-4AF6-9C30-A96D94BB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DB139-39F8-41E4-996D-E187B124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4D54E-C003-4494-8508-35B94956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B3DD5-6215-4472-B6C4-E29D0CA1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피드백 하나를 관련 문서에 반영합니다.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CDA29-6C31-40E1-8114-65A29BC4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변경 이력에 이유·영향·미결을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1F6E9-38BB-41C6-99F8-046EEE0E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최종 기획·입력·시험·미확인을 인수인계합니다.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8A7F6-8774-42F3-8EDC-EEBD726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수정 이력 / 최종 인수인계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8C426-F136-4703-AFB4-95C965C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다음 팀에게 바로 넘길 수 있는 최소 묶음은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231001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2026-09-25T16:46:21.4400000Z</dcterms:created>
  <dcterms:modified xsi:type="dcterms:W3CDTF">2026-09-25T16:46:21.4400000Z</dcterms:modified>
</coreProperties>
</file>