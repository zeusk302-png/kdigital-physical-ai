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46357df9d447f5" /><Relationship Type="http://schemas.openxmlformats.org/officeDocument/2006/relationships/extended-properties" Target="/docProps/app.xml" Id="R1fe34fbe8bd24ce7" /><Relationship Type="http://schemas.openxmlformats.org/officeDocument/2006/relationships/officeDocument" Target="/ppt/presentation.xml" Id="R99b6d8d4839c40f7" /></Relationships>
</file>

<file path=ppt/presentation.xml><?xml version="1.0" encoding="utf-8"?>
<p:presentation xmlns:p="http://schemas.openxmlformats.org/presentationml/2006/main">
  <p:sldMasterIdLst>
    <p:sldMasterId xmlns:r="http://schemas.openxmlformats.org/officeDocument/2006/relationships" id="2147483648" r:id="R06d3e868dc934179"/>
  </p:sldMasterIdLst>
  <p:notesMasterIdLst>
    <p:notesMasterId xmlns:r="http://schemas.openxmlformats.org/officeDocument/2006/relationships" r:id="R2bcc3f2ef4414a24"/>
  </p:notesMasterIdLst>
  <p:sldIdLst>
    <p:sldId xmlns:r="http://schemas.openxmlformats.org/officeDocument/2006/relationships" id="256" r:id="R6ecb7111b2ba44ec"/>
    <p:sldId xmlns:r="http://schemas.openxmlformats.org/officeDocument/2006/relationships" id="257" r:id="Rebb143813edb45a1"/>
    <p:sldId xmlns:r="http://schemas.openxmlformats.org/officeDocument/2006/relationships" id="258" r:id="Rc4ae0b0375274dad"/>
    <p:sldId xmlns:r="http://schemas.openxmlformats.org/officeDocument/2006/relationships" id="259" r:id="R4e154df02b6f4bf2"/>
    <p:sldId xmlns:r="http://schemas.openxmlformats.org/officeDocument/2006/relationships" id="260" r:id="R4a0eecaf12674e96"/>
    <p:sldId xmlns:r="http://schemas.openxmlformats.org/officeDocument/2006/relationships" id="261" r:id="R90d3c8bed8384295"/>
    <p:sldId xmlns:r="http://schemas.openxmlformats.org/officeDocument/2006/relationships" id="262" r:id="Rf2576c31c3c0486c"/>
    <p:sldId xmlns:r="http://schemas.openxmlformats.org/officeDocument/2006/relationships" id="263" r:id="Rf1d7f2bb797f4960"/>
    <p:sldId xmlns:r="http://schemas.openxmlformats.org/officeDocument/2006/relationships" id="264" r:id="Rb6f7da6b409d4ac6"/>
    <p:sldId xmlns:r="http://schemas.openxmlformats.org/officeDocument/2006/relationships" id="265" r:id="R73ff35b5909e4bc6"/>
    <p:sldId xmlns:r="http://schemas.openxmlformats.org/officeDocument/2006/relationships" id="266" r:id="R710698f5876a46ca"/>
    <p:sldId xmlns:r="http://schemas.openxmlformats.org/officeDocument/2006/relationships" id="267" r:id="R125710b2c50e4347"/>
    <p:sldId xmlns:r="http://schemas.openxmlformats.org/officeDocument/2006/relationships" id="268" r:id="R59243d27ef434743"/>
    <p:sldId xmlns:r="http://schemas.openxmlformats.org/officeDocument/2006/relationships" id="269" r:id="Re83041fd94764928"/>
    <p:sldId xmlns:r="http://schemas.openxmlformats.org/officeDocument/2006/relationships" id="270" r:id="R3cc3b8617c184a23"/>
    <p:sldId xmlns:r="http://schemas.openxmlformats.org/officeDocument/2006/relationships" id="271" r:id="R0841d3c8120e4469"/>
    <p:sldId xmlns:r="http://schemas.openxmlformats.org/officeDocument/2006/relationships" id="272" r:id="R2395bbb3e64b4dc4"/>
    <p:sldId xmlns:r="http://schemas.openxmlformats.org/officeDocument/2006/relationships" id="273" r:id="R606f79b6947248cc"/>
    <p:sldId xmlns:r="http://schemas.openxmlformats.org/officeDocument/2006/relationships" id="274" r:id="R46c27e8078434836"/>
    <p:sldId xmlns:r="http://schemas.openxmlformats.org/officeDocument/2006/relationships" id="275" r:id="R70863d79d6324c26"/>
    <p:sldId xmlns:r="http://schemas.openxmlformats.org/officeDocument/2006/relationships" id="276" r:id="Rf892cabf8d454b3f"/>
    <p:sldId xmlns:r="http://schemas.openxmlformats.org/officeDocument/2006/relationships" id="277" r:id="R597794188ddb44a0"/>
    <p:sldId xmlns:r="http://schemas.openxmlformats.org/officeDocument/2006/relationships" id="278" r:id="R6af7bbf8b1704783"/>
    <p:sldId xmlns:r="http://schemas.openxmlformats.org/officeDocument/2006/relationships" id="279" r:id="Rb0a3aa1dda65405c"/>
    <p:sldId xmlns:r="http://schemas.openxmlformats.org/officeDocument/2006/relationships" id="280" r:id="R116a45a8ce444020"/>
    <p:sldId xmlns:r="http://schemas.openxmlformats.org/officeDocument/2006/relationships" id="281" r:id="R92d5daee75774e17"/>
    <p:sldId xmlns:r="http://schemas.openxmlformats.org/officeDocument/2006/relationships" id="282" r:id="R33db118455e244dd"/>
    <p:sldId xmlns:r="http://schemas.openxmlformats.org/officeDocument/2006/relationships" id="283" r:id="R92d49e9f04bc4cf3"/>
    <p:sldId xmlns:r="http://schemas.openxmlformats.org/officeDocument/2006/relationships" id="284" r:id="R257de5d8039c47aa"/>
    <p:sldId xmlns:r="http://schemas.openxmlformats.org/officeDocument/2006/relationships" id="285" r:id="R957b6416ccee4eed"/>
    <p:sldId xmlns:r="http://schemas.openxmlformats.org/officeDocument/2006/relationships" id="286" r:id="R5ecb50b684794a68"/>
    <p:sldId xmlns:r="http://schemas.openxmlformats.org/officeDocument/2006/relationships" id="287" r:id="Re7e6171886e44d6a"/>
    <p:sldId xmlns:r="http://schemas.openxmlformats.org/officeDocument/2006/relationships" id="288" r:id="R47e5dfeb0a864aeb"/>
    <p:sldId xmlns:r="http://schemas.openxmlformats.org/officeDocument/2006/relationships" id="289" r:id="R4616df2b72ef4644"/>
    <p:sldId xmlns:r="http://schemas.openxmlformats.org/officeDocument/2006/relationships" id="290" r:id="R70872499945b4170"/>
    <p:sldId xmlns:r="http://schemas.openxmlformats.org/officeDocument/2006/relationships" id="291" r:id="R8205565d0c6e4917"/>
    <p:sldId xmlns:r="http://schemas.openxmlformats.org/officeDocument/2006/relationships" id="292" r:id="Rfe470527adf148e8"/>
    <p:sldId xmlns:r="http://schemas.openxmlformats.org/officeDocument/2006/relationships" id="293" r:id="R263454733732412f"/>
    <p:sldId xmlns:r="http://schemas.openxmlformats.org/officeDocument/2006/relationships" id="294" r:id="R8529bbc683094fbc"/>
    <p:sldId xmlns:r="http://schemas.openxmlformats.org/officeDocument/2006/relationships" id="295" r:id="Rd5ccb9bc219d4302"/>
    <p:sldId xmlns:r="http://schemas.openxmlformats.org/officeDocument/2006/relationships" id="296" r:id="R76861d3e73a3406a"/>
    <p:sldId xmlns:r="http://schemas.openxmlformats.org/officeDocument/2006/relationships" id="297" r:id="Rbfdcef9cf04945ea"/>
    <p:sldId xmlns:r="http://schemas.openxmlformats.org/officeDocument/2006/relationships" id="298" r:id="R009a679e5066412e"/>
    <p:sldId xmlns:r="http://schemas.openxmlformats.org/officeDocument/2006/relationships" id="299" r:id="Rfd1d6bdc46b24761"/>
    <p:sldId xmlns:r="http://schemas.openxmlformats.org/officeDocument/2006/relationships" id="300" r:id="R9177f7315d6f41cb"/>
    <p:sldId xmlns:r="http://schemas.openxmlformats.org/officeDocument/2006/relationships" id="301" r:id="R1869da45a48f44d7"/>
    <p:sldId xmlns:r="http://schemas.openxmlformats.org/officeDocument/2006/relationships" id="302" r:id="Re1ca93a472b54ee0"/>
    <p:sldId xmlns:r="http://schemas.openxmlformats.org/officeDocument/2006/relationships" id="303" r:id="R18931800605347a2"/>
    <p:sldId xmlns:r="http://schemas.openxmlformats.org/officeDocument/2006/relationships" id="304" r:id="Rea237b62d9074232"/>
    <p:sldId xmlns:r="http://schemas.openxmlformats.org/officeDocument/2006/relationships" id="305" r:id="R5014e87e2e5a4b05"/>
    <p:sldId xmlns:r="http://schemas.openxmlformats.org/officeDocument/2006/relationships" id="306" r:id="R67c11c43e66f404c"/>
    <p:sldId xmlns:r="http://schemas.openxmlformats.org/officeDocument/2006/relationships" id="307" r:id="R5a91b6fba54c46fc"/>
    <p:sldId xmlns:r="http://schemas.openxmlformats.org/officeDocument/2006/relationships" id="308" r:id="R305a5ec5ffca448d"/>
    <p:sldId xmlns:r="http://schemas.openxmlformats.org/officeDocument/2006/relationships" id="309" r:id="R783672fbf1b8474b"/>
    <p:sldId xmlns:r="http://schemas.openxmlformats.org/officeDocument/2006/relationships" id="310" r:id="Racee13e3c30e421c"/>
    <p:sldId xmlns:r="http://schemas.openxmlformats.org/officeDocument/2006/relationships" id="311" r:id="Rde4c41cbdc024aec"/>
    <p:sldId xmlns:r="http://schemas.openxmlformats.org/officeDocument/2006/relationships" id="312" r:id="R28658a62cee447e2"/>
    <p:sldId xmlns:r="http://schemas.openxmlformats.org/officeDocument/2006/relationships" id="313" r:id="R5f1b0430692e4ee9"/>
    <p:sldId xmlns:r="http://schemas.openxmlformats.org/officeDocument/2006/relationships" id="314" r:id="Rc1bcd2636b034c36"/>
    <p:sldId xmlns:r="http://schemas.openxmlformats.org/officeDocument/2006/relationships" id="315" r:id="Rec13732baa9c488a"/>
    <p:sldId xmlns:r="http://schemas.openxmlformats.org/officeDocument/2006/relationships" id="316" r:id="Rf919b3fe9ae04beb"/>
    <p:sldId xmlns:r="http://schemas.openxmlformats.org/officeDocument/2006/relationships" id="317" r:id="R0392af9eca6b4efc"/>
    <p:sldId xmlns:r="http://schemas.openxmlformats.org/officeDocument/2006/relationships" id="318" r:id="Re0f894d7c7c2410c"/>
    <p:sldId xmlns:r="http://schemas.openxmlformats.org/officeDocument/2006/relationships" id="319" r:id="Rc959ec36ea854517"/>
    <p:sldId xmlns:r="http://schemas.openxmlformats.org/officeDocument/2006/relationships" id="320" r:id="Rd21f38efa2a14b00"/>
    <p:sldId xmlns:r="http://schemas.openxmlformats.org/officeDocument/2006/relationships" id="321" r:id="R1bb15452706a4ba8"/>
    <p:sldId xmlns:r="http://schemas.openxmlformats.org/officeDocument/2006/relationships" id="322" r:id="Re23249bc1d714a55"/>
    <p:sldId xmlns:r="http://schemas.openxmlformats.org/officeDocument/2006/relationships" id="323" r:id="R7c5c4bfa1e404087"/>
    <p:sldId xmlns:r="http://schemas.openxmlformats.org/officeDocument/2006/relationships" id="324" r:id="Re7b4436cf46140d7"/>
    <p:sldId xmlns:r="http://schemas.openxmlformats.org/officeDocument/2006/relationships" id="325" r:id="R92520ac937924d1a"/>
    <p:sldId xmlns:r="http://schemas.openxmlformats.org/officeDocument/2006/relationships" id="326" r:id="Rd5e6ec513d154159"/>
    <p:sldId xmlns:r="http://schemas.openxmlformats.org/officeDocument/2006/relationships" id="327" r:id="R99b09937a3ac4bf9"/>
    <p:sldId xmlns:r="http://schemas.openxmlformats.org/officeDocument/2006/relationships" id="328" r:id="Rd8cb3bb0c72643ff"/>
    <p:sldId xmlns:r="http://schemas.openxmlformats.org/officeDocument/2006/relationships" id="329" r:id="Reb43fc15124a4314"/>
    <p:sldId xmlns:r="http://schemas.openxmlformats.org/officeDocument/2006/relationships" id="330" r:id="Rf1464d5b62ed45f3"/>
    <p:sldId xmlns:r="http://schemas.openxmlformats.org/officeDocument/2006/relationships" id="331" r:id="Rfe960f701cdc4b81"/>
    <p:sldId xmlns:r="http://schemas.openxmlformats.org/officeDocument/2006/relationships" id="332" r:id="R8c238412181b4b86"/>
    <p:sldId xmlns:r="http://schemas.openxmlformats.org/officeDocument/2006/relationships" id="333" r:id="R870ac24381fb46e7"/>
    <p:sldId xmlns:r="http://schemas.openxmlformats.org/officeDocument/2006/relationships" id="334" r:id="R277c01fd04b74a4b"/>
    <p:sldId xmlns:r="http://schemas.openxmlformats.org/officeDocument/2006/relationships" id="335" r:id="Rdce551a9eaea46b2"/>
    <p:sldId xmlns:r="http://schemas.openxmlformats.org/officeDocument/2006/relationships" id="336" r:id="Rceb4c86659c24732"/>
    <p:sldId xmlns:r="http://schemas.openxmlformats.org/officeDocument/2006/relationships" id="337" r:id="R0796579d76f54430"/>
    <p:sldId xmlns:r="http://schemas.openxmlformats.org/officeDocument/2006/relationships" id="338" r:id="Ra8e8142430d041ba"/>
    <p:sldId xmlns:r="http://schemas.openxmlformats.org/officeDocument/2006/relationships" id="339" r:id="Rfecbcfcb650043ec"/>
    <p:sldId xmlns:r="http://schemas.openxmlformats.org/officeDocument/2006/relationships" id="340" r:id="R15bcbc5814f541d9"/>
    <p:sldId xmlns:r="http://schemas.openxmlformats.org/officeDocument/2006/relationships" id="341" r:id="Rf4d5a4d1ae364fbe"/>
    <p:sldId xmlns:r="http://schemas.openxmlformats.org/officeDocument/2006/relationships" id="342" r:id="R11ba4f4c30864b37"/>
    <p:sldId xmlns:r="http://schemas.openxmlformats.org/officeDocument/2006/relationships" id="343" r:id="R4e8e6eea69db41eb"/>
    <p:sldId xmlns:r="http://schemas.openxmlformats.org/officeDocument/2006/relationships" id="344" r:id="Rf676a1db70494c6f"/>
    <p:sldId xmlns:r="http://schemas.openxmlformats.org/officeDocument/2006/relationships" id="345" r:id="R40358e4e3cf34ed4"/>
    <p:sldId xmlns:r="http://schemas.openxmlformats.org/officeDocument/2006/relationships" id="346" r:id="Rd9084db20ad8483a"/>
    <p:sldId xmlns:r="http://schemas.openxmlformats.org/officeDocument/2006/relationships" id="347" r:id="R3bfeda3477b642fc"/>
    <p:sldId xmlns:r="http://schemas.openxmlformats.org/officeDocument/2006/relationships" id="348" r:id="Rea4cf52af2314706"/>
    <p:sldId xmlns:r="http://schemas.openxmlformats.org/officeDocument/2006/relationships" id="349" r:id="R7e874ced91824707"/>
    <p:sldId xmlns:r="http://schemas.openxmlformats.org/officeDocument/2006/relationships" id="350" r:id="R31ef700a224a4ed1"/>
    <p:sldId xmlns:r="http://schemas.openxmlformats.org/officeDocument/2006/relationships" id="351" r:id="R6009dc0c350e48a0"/>
    <p:sldId xmlns:r="http://schemas.openxmlformats.org/officeDocument/2006/relationships" id="352" r:id="R995337e01e5441e5"/>
    <p:sldId xmlns:r="http://schemas.openxmlformats.org/officeDocument/2006/relationships" id="353" r:id="R449c32f33fd0493d"/>
    <p:sldId xmlns:r="http://schemas.openxmlformats.org/officeDocument/2006/relationships" id="354" r:id="Rc3efa7b4e56f4d36"/>
    <p:sldId xmlns:r="http://schemas.openxmlformats.org/officeDocument/2006/relationships" id="355" r:id="Rcee3223d50224a33"/>
    <p:sldId xmlns:r="http://schemas.openxmlformats.org/officeDocument/2006/relationships" id="356" r:id="R3f837338cc074287"/>
    <p:sldId xmlns:r="http://schemas.openxmlformats.org/officeDocument/2006/relationships" id="357" r:id="R6304ef40284b41fd"/>
    <p:sldId xmlns:r="http://schemas.openxmlformats.org/officeDocument/2006/relationships" id="358" r:id="Ra43fc50de6fe4087"/>
    <p:sldId xmlns:r="http://schemas.openxmlformats.org/officeDocument/2006/relationships" id="359" r:id="Rfd26dee5dec74b34"/>
    <p:sldId xmlns:r="http://schemas.openxmlformats.org/officeDocument/2006/relationships" id="360" r:id="Rf1b38d3622e24e2d"/>
    <p:sldId xmlns:r="http://schemas.openxmlformats.org/officeDocument/2006/relationships" id="361" r:id="Rfc8c3ce8351c4ebd"/>
    <p:sldId xmlns:r="http://schemas.openxmlformats.org/officeDocument/2006/relationships" id="362" r:id="R2dffa3dc021c48b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d5cb951b4d444c" /><Relationship Type="http://schemas.openxmlformats.org/officeDocument/2006/relationships/slideMaster" Target="/ppt/slideMasters/slideMaster1.xml" Id="R06d3e868dc934179" /><Relationship Type="http://schemas.openxmlformats.org/officeDocument/2006/relationships/notesMaster" Target="/ppt/notesMasters/notesMaster1.xml" Id="R2bcc3f2ef4414a24" /><Relationship Type="http://schemas.openxmlformats.org/officeDocument/2006/relationships/presProps" Target="/ppt/presProps.xml" Id="R81979e1e06d04f85" /><Relationship Type="http://schemas.openxmlformats.org/officeDocument/2006/relationships/tableStyles" Target="/ppt/tableStyles.xml" Id="R67a5fc8274034038" /><Relationship Type="http://schemas.openxmlformats.org/officeDocument/2006/relationships/slide" Target="/ppt/slides/slide1.xml" Id="R6ecb7111b2ba44ec" /><Relationship Type="http://schemas.openxmlformats.org/officeDocument/2006/relationships/slide" Target="/ppt/slides/slide2.xml" Id="Rebb143813edb45a1" /><Relationship Type="http://schemas.openxmlformats.org/officeDocument/2006/relationships/slide" Target="/ppt/slides/slide3.xml" Id="Rc4ae0b0375274dad" /><Relationship Type="http://schemas.openxmlformats.org/officeDocument/2006/relationships/slide" Target="/ppt/slides/slide4.xml" Id="R4e154df02b6f4bf2" /><Relationship Type="http://schemas.openxmlformats.org/officeDocument/2006/relationships/slide" Target="/ppt/slides/slide5.xml" Id="R4a0eecaf12674e96" /><Relationship Type="http://schemas.openxmlformats.org/officeDocument/2006/relationships/slide" Target="/ppt/slides/slide6.xml" Id="R90d3c8bed8384295" /><Relationship Type="http://schemas.openxmlformats.org/officeDocument/2006/relationships/slide" Target="/ppt/slides/slide7.xml" Id="Rf2576c31c3c0486c" /><Relationship Type="http://schemas.openxmlformats.org/officeDocument/2006/relationships/slide" Target="/ppt/slides/slide8.xml" Id="Rf1d7f2bb797f4960" /><Relationship Type="http://schemas.openxmlformats.org/officeDocument/2006/relationships/slide" Target="/ppt/slides/slide9.xml" Id="Rb6f7da6b409d4ac6" /><Relationship Type="http://schemas.openxmlformats.org/officeDocument/2006/relationships/slide" Target="/ppt/slides/slide10.xml" Id="R73ff35b5909e4bc6" /><Relationship Type="http://schemas.openxmlformats.org/officeDocument/2006/relationships/slide" Target="/ppt/slides/slide11.xml" Id="R710698f5876a46ca" /><Relationship Type="http://schemas.openxmlformats.org/officeDocument/2006/relationships/slide" Target="/ppt/slides/slide12.xml" Id="R125710b2c50e4347" /><Relationship Type="http://schemas.openxmlformats.org/officeDocument/2006/relationships/slide" Target="/ppt/slides/slide13.xml" Id="R59243d27ef434743" /><Relationship Type="http://schemas.openxmlformats.org/officeDocument/2006/relationships/slide" Target="/ppt/slides/slide14.xml" Id="Re83041fd94764928" /><Relationship Type="http://schemas.openxmlformats.org/officeDocument/2006/relationships/slide" Target="/ppt/slides/slide15.xml" Id="R3cc3b8617c184a23" /><Relationship Type="http://schemas.openxmlformats.org/officeDocument/2006/relationships/slide" Target="/ppt/slides/slide16.xml" Id="R0841d3c8120e4469" /><Relationship Type="http://schemas.openxmlformats.org/officeDocument/2006/relationships/slide" Target="/ppt/slides/slide17.xml" Id="R2395bbb3e64b4dc4" /><Relationship Type="http://schemas.openxmlformats.org/officeDocument/2006/relationships/slide" Target="/ppt/slides/slide18.xml" Id="R606f79b6947248cc" /><Relationship Type="http://schemas.openxmlformats.org/officeDocument/2006/relationships/slide" Target="/ppt/slides/slide19.xml" Id="R46c27e8078434836" /><Relationship Type="http://schemas.openxmlformats.org/officeDocument/2006/relationships/slide" Target="/ppt/slides/slide20.xml" Id="R70863d79d6324c26" /><Relationship Type="http://schemas.openxmlformats.org/officeDocument/2006/relationships/slide" Target="/ppt/slides/slide21.xml" Id="Rf892cabf8d454b3f" /><Relationship Type="http://schemas.openxmlformats.org/officeDocument/2006/relationships/slide" Target="/ppt/slides/slide22.xml" Id="R597794188ddb44a0" /><Relationship Type="http://schemas.openxmlformats.org/officeDocument/2006/relationships/slide" Target="/ppt/slides/slide23.xml" Id="R6af7bbf8b1704783" /><Relationship Type="http://schemas.openxmlformats.org/officeDocument/2006/relationships/slide" Target="/ppt/slides/slide24.xml" Id="Rb0a3aa1dda65405c" /><Relationship Type="http://schemas.openxmlformats.org/officeDocument/2006/relationships/slide" Target="/ppt/slides/slide25.xml" Id="R116a45a8ce444020" /><Relationship Type="http://schemas.openxmlformats.org/officeDocument/2006/relationships/slide" Target="/ppt/slides/slide26.xml" Id="R92d5daee75774e17" /><Relationship Type="http://schemas.openxmlformats.org/officeDocument/2006/relationships/slide" Target="/ppt/slides/slide27.xml" Id="R33db118455e244dd" /><Relationship Type="http://schemas.openxmlformats.org/officeDocument/2006/relationships/slide" Target="/ppt/slides/slide28.xml" Id="R92d49e9f04bc4cf3" /><Relationship Type="http://schemas.openxmlformats.org/officeDocument/2006/relationships/slide" Target="/ppt/slides/slide29.xml" Id="R257de5d8039c47aa" /><Relationship Type="http://schemas.openxmlformats.org/officeDocument/2006/relationships/slide" Target="/ppt/slides/slide30.xml" Id="R957b6416ccee4eed" /><Relationship Type="http://schemas.openxmlformats.org/officeDocument/2006/relationships/slide" Target="/ppt/slides/slide31.xml" Id="R5ecb50b684794a68" /><Relationship Type="http://schemas.openxmlformats.org/officeDocument/2006/relationships/slide" Target="/ppt/slides/slide32.xml" Id="Re7e6171886e44d6a" /><Relationship Type="http://schemas.openxmlformats.org/officeDocument/2006/relationships/slide" Target="/ppt/slides/slide33.xml" Id="R47e5dfeb0a864aeb" /><Relationship Type="http://schemas.openxmlformats.org/officeDocument/2006/relationships/slide" Target="/ppt/slides/slide34.xml" Id="R4616df2b72ef4644" /><Relationship Type="http://schemas.openxmlformats.org/officeDocument/2006/relationships/slide" Target="/ppt/slides/slide35.xml" Id="R70872499945b4170" /><Relationship Type="http://schemas.openxmlformats.org/officeDocument/2006/relationships/slide" Target="/ppt/slides/slide36.xml" Id="R8205565d0c6e4917" /><Relationship Type="http://schemas.openxmlformats.org/officeDocument/2006/relationships/slide" Target="/ppt/slides/slide37.xml" Id="Rfe470527adf148e8" /><Relationship Type="http://schemas.openxmlformats.org/officeDocument/2006/relationships/slide" Target="/ppt/slides/slide38.xml" Id="R263454733732412f" /><Relationship Type="http://schemas.openxmlformats.org/officeDocument/2006/relationships/slide" Target="/ppt/slides/slide39.xml" Id="R8529bbc683094fbc" /><Relationship Type="http://schemas.openxmlformats.org/officeDocument/2006/relationships/slide" Target="/ppt/slides/slide40.xml" Id="Rd5ccb9bc219d4302" /><Relationship Type="http://schemas.openxmlformats.org/officeDocument/2006/relationships/slide" Target="/ppt/slides/slide41.xml" Id="R76861d3e73a3406a" /><Relationship Type="http://schemas.openxmlformats.org/officeDocument/2006/relationships/slide" Target="/ppt/slides/slide42.xml" Id="Rbfdcef9cf04945ea" /><Relationship Type="http://schemas.openxmlformats.org/officeDocument/2006/relationships/slide" Target="/ppt/slides/slide43.xml" Id="R009a679e5066412e" /><Relationship Type="http://schemas.openxmlformats.org/officeDocument/2006/relationships/slide" Target="/ppt/slides/slide44.xml" Id="Rfd1d6bdc46b24761" /><Relationship Type="http://schemas.openxmlformats.org/officeDocument/2006/relationships/slide" Target="/ppt/slides/slide45.xml" Id="R9177f7315d6f41cb" /><Relationship Type="http://schemas.openxmlformats.org/officeDocument/2006/relationships/slide" Target="/ppt/slides/slide46.xml" Id="R1869da45a48f44d7" /><Relationship Type="http://schemas.openxmlformats.org/officeDocument/2006/relationships/slide" Target="/ppt/slides/slide47.xml" Id="Re1ca93a472b54ee0" /><Relationship Type="http://schemas.openxmlformats.org/officeDocument/2006/relationships/slide" Target="/ppt/slides/slide48.xml" Id="R18931800605347a2" /><Relationship Type="http://schemas.openxmlformats.org/officeDocument/2006/relationships/slide" Target="/ppt/slides/slide49.xml" Id="Rea237b62d9074232" /><Relationship Type="http://schemas.openxmlformats.org/officeDocument/2006/relationships/slide" Target="/ppt/slides/slide50.xml" Id="R5014e87e2e5a4b05" /><Relationship Type="http://schemas.openxmlformats.org/officeDocument/2006/relationships/slide" Target="/ppt/slides/slide51.xml" Id="R67c11c43e66f404c" /><Relationship Type="http://schemas.openxmlformats.org/officeDocument/2006/relationships/slide" Target="/ppt/slides/slide52.xml" Id="R5a91b6fba54c46fc" /><Relationship Type="http://schemas.openxmlformats.org/officeDocument/2006/relationships/slide" Target="/ppt/slides/slide53.xml" Id="R305a5ec5ffca448d" /><Relationship Type="http://schemas.openxmlformats.org/officeDocument/2006/relationships/slide" Target="/ppt/slides/slide54.xml" Id="R783672fbf1b8474b" /><Relationship Type="http://schemas.openxmlformats.org/officeDocument/2006/relationships/slide" Target="/ppt/slides/slide55.xml" Id="Racee13e3c30e421c" /><Relationship Type="http://schemas.openxmlformats.org/officeDocument/2006/relationships/slide" Target="/ppt/slides/slide56.xml" Id="Rde4c41cbdc024aec" /><Relationship Type="http://schemas.openxmlformats.org/officeDocument/2006/relationships/slide" Target="/ppt/slides/slide57.xml" Id="R28658a62cee447e2" /><Relationship Type="http://schemas.openxmlformats.org/officeDocument/2006/relationships/slide" Target="/ppt/slides/slide58.xml" Id="R5f1b0430692e4ee9" /><Relationship Type="http://schemas.openxmlformats.org/officeDocument/2006/relationships/slide" Target="/ppt/slides/slide59.xml" Id="Rc1bcd2636b034c36" /><Relationship Type="http://schemas.openxmlformats.org/officeDocument/2006/relationships/slide" Target="/ppt/slides/slide60.xml" Id="Rec13732baa9c488a" /><Relationship Type="http://schemas.openxmlformats.org/officeDocument/2006/relationships/slide" Target="/ppt/slides/slide61.xml" Id="Rf919b3fe9ae04beb" /><Relationship Type="http://schemas.openxmlformats.org/officeDocument/2006/relationships/slide" Target="/ppt/slides/slide62.xml" Id="R0392af9eca6b4efc" /><Relationship Type="http://schemas.openxmlformats.org/officeDocument/2006/relationships/slide" Target="/ppt/slides/slide63.xml" Id="Re0f894d7c7c2410c" /><Relationship Type="http://schemas.openxmlformats.org/officeDocument/2006/relationships/slide" Target="/ppt/slides/slide64.xml" Id="Rc959ec36ea854517" /><Relationship Type="http://schemas.openxmlformats.org/officeDocument/2006/relationships/slide" Target="/ppt/slides/slide65.xml" Id="Rd21f38efa2a14b00" /><Relationship Type="http://schemas.openxmlformats.org/officeDocument/2006/relationships/slide" Target="/ppt/slides/slide66.xml" Id="R1bb15452706a4ba8" /><Relationship Type="http://schemas.openxmlformats.org/officeDocument/2006/relationships/slide" Target="/ppt/slides/slide67.xml" Id="Re23249bc1d714a55" /><Relationship Type="http://schemas.openxmlformats.org/officeDocument/2006/relationships/slide" Target="/ppt/slides/slide68.xml" Id="R7c5c4bfa1e404087" /><Relationship Type="http://schemas.openxmlformats.org/officeDocument/2006/relationships/slide" Target="/ppt/slides/slide69.xml" Id="Re7b4436cf46140d7" /><Relationship Type="http://schemas.openxmlformats.org/officeDocument/2006/relationships/slide" Target="/ppt/slides/slide70.xml" Id="R92520ac937924d1a" /><Relationship Type="http://schemas.openxmlformats.org/officeDocument/2006/relationships/slide" Target="/ppt/slides/slide71.xml" Id="Rd5e6ec513d154159" /><Relationship Type="http://schemas.openxmlformats.org/officeDocument/2006/relationships/slide" Target="/ppt/slides/slide72.xml" Id="R99b09937a3ac4bf9" /><Relationship Type="http://schemas.openxmlformats.org/officeDocument/2006/relationships/slide" Target="/ppt/slides/slide73.xml" Id="Rd8cb3bb0c72643ff" /><Relationship Type="http://schemas.openxmlformats.org/officeDocument/2006/relationships/slide" Target="/ppt/slides/slide74.xml" Id="Reb43fc15124a4314" /><Relationship Type="http://schemas.openxmlformats.org/officeDocument/2006/relationships/slide" Target="/ppt/slides/slide75.xml" Id="Rf1464d5b62ed45f3" /><Relationship Type="http://schemas.openxmlformats.org/officeDocument/2006/relationships/slide" Target="/ppt/slides/slide76.xml" Id="Rfe960f701cdc4b81" /><Relationship Type="http://schemas.openxmlformats.org/officeDocument/2006/relationships/slide" Target="/ppt/slides/slide77.xml" Id="R8c238412181b4b86" /><Relationship Type="http://schemas.openxmlformats.org/officeDocument/2006/relationships/slide" Target="/ppt/slides/slide78.xml" Id="R870ac24381fb46e7" /><Relationship Type="http://schemas.openxmlformats.org/officeDocument/2006/relationships/slide" Target="/ppt/slides/slide79.xml" Id="R277c01fd04b74a4b" /><Relationship Type="http://schemas.openxmlformats.org/officeDocument/2006/relationships/slide" Target="/ppt/slides/slide80.xml" Id="Rdce551a9eaea46b2" /><Relationship Type="http://schemas.openxmlformats.org/officeDocument/2006/relationships/slide" Target="/ppt/slides/slide81.xml" Id="Rceb4c86659c24732" /><Relationship Type="http://schemas.openxmlformats.org/officeDocument/2006/relationships/slide" Target="/ppt/slides/slide82.xml" Id="R0796579d76f54430" /><Relationship Type="http://schemas.openxmlformats.org/officeDocument/2006/relationships/slide" Target="/ppt/slides/slide83.xml" Id="Ra8e8142430d041ba" /><Relationship Type="http://schemas.openxmlformats.org/officeDocument/2006/relationships/slide" Target="/ppt/slides/slide84.xml" Id="Rfecbcfcb650043ec" /><Relationship Type="http://schemas.openxmlformats.org/officeDocument/2006/relationships/slide" Target="/ppt/slides/slide85.xml" Id="R15bcbc5814f541d9" /><Relationship Type="http://schemas.openxmlformats.org/officeDocument/2006/relationships/slide" Target="/ppt/slides/slide86.xml" Id="Rf4d5a4d1ae364fbe" /><Relationship Type="http://schemas.openxmlformats.org/officeDocument/2006/relationships/slide" Target="/ppt/slides/slide87.xml" Id="R11ba4f4c30864b37" /><Relationship Type="http://schemas.openxmlformats.org/officeDocument/2006/relationships/slide" Target="/ppt/slides/slide88.xml" Id="R4e8e6eea69db41eb" /><Relationship Type="http://schemas.openxmlformats.org/officeDocument/2006/relationships/slide" Target="/ppt/slides/slide89.xml" Id="Rf676a1db70494c6f" /><Relationship Type="http://schemas.openxmlformats.org/officeDocument/2006/relationships/slide" Target="/ppt/slides/slide90.xml" Id="R40358e4e3cf34ed4" /><Relationship Type="http://schemas.openxmlformats.org/officeDocument/2006/relationships/slide" Target="/ppt/slides/slide91.xml" Id="Rd9084db20ad8483a" /><Relationship Type="http://schemas.openxmlformats.org/officeDocument/2006/relationships/slide" Target="/ppt/slides/slide92.xml" Id="R3bfeda3477b642fc" /><Relationship Type="http://schemas.openxmlformats.org/officeDocument/2006/relationships/slide" Target="/ppt/slides/slide93.xml" Id="Rea4cf52af2314706" /><Relationship Type="http://schemas.openxmlformats.org/officeDocument/2006/relationships/slide" Target="/ppt/slides/slide94.xml" Id="R7e874ced91824707" /><Relationship Type="http://schemas.openxmlformats.org/officeDocument/2006/relationships/slide" Target="/ppt/slides/slide95.xml" Id="R31ef700a224a4ed1" /><Relationship Type="http://schemas.openxmlformats.org/officeDocument/2006/relationships/slide" Target="/ppt/slides/slide96.xml" Id="R6009dc0c350e48a0" /><Relationship Type="http://schemas.openxmlformats.org/officeDocument/2006/relationships/slide" Target="/ppt/slides/slide97.xml" Id="R995337e01e5441e5" /><Relationship Type="http://schemas.openxmlformats.org/officeDocument/2006/relationships/slide" Target="/ppt/slides/slide98.xml" Id="R449c32f33fd0493d" /><Relationship Type="http://schemas.openxmlformats.org/officeDocument/2006/relationships/slide" Target="/ppt/slides/slide99.xml" Id="Rc3efa7b4e56f4d36" /><Relationship Type="http://schemas.openxmlformats.org/officeDocument/2006/relationships/slide" Target="/ppt/slides/slide100.xml" Id="Rcee3223d50224a33" /><Relationship Type="http://schemas.openxmlformats.org/officeDocument/2006/relationships/slide" Target="/ppt/slides/slide101.xml" Id="R3f837338cc074287" /><Relationship Type="http://schemas.openxmlformats.org/officeDocument/2006/relationships/slide" Target="/ppt/slides/slide102.xml" Id="R6304ef40284b41fd" /><Relationship Type="http://schemas.openxmlformats.org/officeDocument/2006/relationships/slide" Target="/ppt/slides/slide103.xml" Id="Ra43fc50de6fe4087" /><Relationship Type="http://schemas.openxmlformats.org/officeDocument/2006/relationships/slide" Target="/ppt/slides/slide104.xml" Id="Rfd26dee5dec74b34" /><Relationship Type="http://schemas.openxmlformats.org/officeDocument/2006/relationships/slide" Target="/ppt/slides/slide105.xml" Id="Rf1b38d3622e24e2d" /><Relationship Type="http://schemas.openxmlformats.org/officeDocument/2006/relationships/slide" Target="/ppt/slides/slide106.xml" Id="Rfc8c3ce8351c4ebd" /><Relationship Type="http://schemas.openxmlformats.org/officeDocument/2006/relationships/slide" Target="/ppt/slides/slide107.xml" Id="R2dffa3dc021c48b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d1756abe39412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d40248e1f943a2" /><Relationship Type="http://schemas.openxmlformats.org/officeDocument/2006/relationships/notesMaster" Target="/ppt/notesMasters/notesMaster1.xml" Id="R05a860c55d0e41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0c958142b647b1" /><Relationship Type="http://schemas.openxmlformats.org/officeDocument/2006/relationships/notesMaster" Target="/ppt/notesMasters/notesMaster1.xml" Id="R86e53789793846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7191da73c8e48d2" /><Relationship Type="http://schemas.openxmlformats.org/officeDocument/2006/relationships/notesMaster" Target="/ppt/notesMasters/notesMaster1.xml" Id="R33ba733af53e4e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7c3056498146e8" /><Relationship Type="http://schemas.openxmlformats.org/officeDocument/2006/relationships/notesMaster" Target="/ppt/notesMasters/notesMaster1.xml" Id="Rd2d8b6e1c50044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9290e9377a24670" /><Relationship Type="http://schemas.openxmlformats.org/officeDocument/2006/relationships/notesMaster" Target="/ppt/notesMasters/notesMaster1.xml" Id="Rd2f462cc365d4c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3f663e8ccb4c70" /><Relationship Type="http://schemas.openxmlformats.org/officeDocument/2006/relationships/notesMaster" Target="/ppt/notesMasters/notesMaster1.xml" Id="Raf2a49838f8c48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c0e25a048a4284" /><Relationship Type="http://schemas.openxmlformats.org/officeDocument/2006/relationships/notesMaster" Target="/ppt/notesMasters/notesMaster1.xml" Id="Ra972a5db160240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d32d98fadf4333" /><Relationship Type="http://schemas.openxmlformats.org/officeDocument/2006/relationships/notesMaster" Target="/ppt/notesMasters/notesMaster1.xml" Id="R6cbd854713a942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7ca4198a6f49a7" /><Relationship Type="http://schemas.openxmlformats.org/officeDocument/2006/relationships/notesMaster" Target="/ppt/notesMasters/notesMaster1.xml" Id="R625baf1a17b847a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2f996915fb4ddf" /><Relationship Type="http://schemas.openxmlformats.org/officeDocument/2006/relationships/notesMaster" Target="/ppt/notesMasters/notesMaster1.xml" Id="R2d94fe23163d4a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08918f45c540bb" /><Relationship Type="http://schemas.openxmlformats.org/officeDocument/2006/relationships/notesMaster" Target="/ppt/notesMasters/notesMaster1.xml" Id="Rf3716fb1206f4d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97dee106744892" /><Relationship Type="http://schemas.openxmlformats.org/officeDocument/2006/relationships/notesMaster" Target="/ppt/notesMasters/notesMaster1.xml" Id="Rda1ea326f3f74aa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4cfdd2dbe9a43d1" /><Relationship Type="http://schemas.openxmlformats.org/officeDocument/2006/relationships/notesMaster" Target="/ppt/notesMasters/notesMaster1.xml" Id="R74e0cadb505f45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6ea952f8864552" /><Relationship Type="http://schemas.openxmlformats.org/officeDocument/2006/relationships/notesMaster" Target="/ppt/notesMasters/notesMaster1.xml" Id="R7c04e748b3d748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d2207da0bc24525" /><Relationship Type="http://schemas.openxmlformats.org/officeDocument/2006/relationships/notesMaster" Target="/ppt/notesMasters/notesMaster1.xml" Id="Rf673ac02ce0147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779059fe8654abb" /><Relationship Type="http://schemas.openxmlformats.org/officeDocument/2006/relationships/notesMaster" Target="/ppt/notesMasters/notesMaster1.xml" Id="R1d4c22606c6d45d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052197bdf54599" /><Relationship Type="http://schemas.openxmlformats.org/officeDocument/2006/relationships/notesMaster" Target="/ppt/notesMasters/notesMaster1.xml" Id="Rcc40e1277db44f6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e9798cfc244db1" /><Relationship Type="http://schemas.openxmlformats.org/officeDocument/2006/relationships/notesMaster" Target="/ppt/notesMasters/notesMaster1.xml" Id="R25b8e8521fd34e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6045b4ea5e43e7" /><Relationship Type="http://schemas.openxmlformats.org/officeDocument/2006/relationships/notesMaster" Target="/ppt/notesMasters/notesMaster1.xml" Id="R641f7de6014842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bd7f0ba69fb462a" /><Relationship Type="http://schemas.openxmlformats.org/officeDocument/2006/relationships/notesMaster" Target="/ppt/notesMasters/notesMaster1.xml" Id="Rc3e8d2a2db9a40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876b89b92ef47c2" /><Relationship Type="http://schemas.openxmlformats.org/officeDocument/2006/relationships/notesMaster" Target="/ppt/notesMasters/notesMaster1.xml" Id="R3c60b878627e431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c91365c61c046fb" /><Relationship Type="http://schemas.openxmlformats.org/officeDocument/2006/relationships/notesMaster" Target="/ppt/notesMasters/notesMaster1.xml" Id="R94cffd4971754e2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3ae564896e34a4b" /><Relationship Type="http://schemas.openxmlformats.org/officeDocument/2006/relationships/notesMaster" Target="/ppt/notesMasters/notesMaster1.xml" Id="R58104226b8d143c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73ab6f7d7e64576" /><Relationship Type="http://schemas.openxmlformats.org/officeDocument/2006/relationships/notesMaster" Target="/ppt/notesMasters/notesMaster1.xml" Id="R52d1c187a97d4b5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b0662d7e2d41c4" /><Relationship Type="http://schemas.openxmlformats.org/officeDocument/2006/relationships/notesMaster" Target="/ppt/notesMasters/notesMaster1.xml" Id="R55825db3875343a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79e8d44c781414c" /><Relationship Type="http://schemas.openxmlformats.org/officeDocument/2006/relationships/notesMaster" Target="/ppt/notesMasters/notesMaster1.xml" Id="R3dff908a1fee47f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81c4d8b00aa4551" /><Relationship Type="http://schemas.openxmlformats.org/officeDocument/2006/relationships/notesMaster" Target="/ppt/notesMasters/notesMaster1.xml" Id="Rdd05b15f762d40a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c312c49dd234748" /><Relationship Type="http://schemas.openxmlformats.org/officeDocument/2006/relationships/notesMaster" Target="/ppt/notesMasters/notesMaster1.xml" Id="Rdc546cfa954c475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f243aef4ea24041" /><Relationship Type="http://schemas.openxmlformats.org/officeDocument/2006/relationships/notesMaster" Target="/ppt/notesMasters/notesMaster1.xml" Id="R2b6322cdda4a4d1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3b0b0ce24fa4b23" /><Relationship Type="http://schemas.openxmlformats.org/officeDocument/2006/relationships/notesMaster" Target="/ppt/notesMasters/notesMaster1.xml" Id="R953de91d7c4440f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2de0e37e927477a" /><Relationship Type="http://schemas.openxmlformats.org/officeDocument/2006/relationships/notesMaster" Target="/ppt/notesMasters/notesMaster1.xml" Id="R62c8b029f9814d3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c7d47c6b8d24cac" /><Relationship Type="http://schemas.openxmlformats.org/officeDocument/2006/relationships/notesMaster" Target="/ppt/notesMasters/notesMaster1.xml" Id="Rb0ed3fce9f084d8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191831183c342eb" /><Relationship Type="http://schemas.openxmlformats.org/officeDocument/2006/relationships/notesMaster" Target="/ppt/notesMasters/notesMaster1.xml" Id="Rff27913716ab4cd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80b4fd073004425" /><Relationship Type="http://schemas.openxmlformats.org/officeDocument/2006/relationships/notesMaster" Target="/ppt/notesMasters/notesMaster1.xml" Id="Rb4c333385b284bc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dc5e9165c264e21" /><Relationship Type="http://schemas.openxmlformats.org/officeDocument/2006/relationships/notesMaster" Target="/ppt/notesMasters/notesMaster1.xml" Id="Rd178786f0b5a408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b20714f968e470a" /><Relationship Type="http://schemas.openxmlformats.org/officeDocument/2006/relationships/notesMaster" Target="/ppt/notesMasters/notesMaster1.xml" Id="R1a5d38fbbaef468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0740acbff7c40cc" /><Relationship Type="http://schemas.openxmlformats.org/officeDocument/2006/relationships/notesMaster" Target="/ppt/notesMasters/notesMaster1.xml" Id="R3594665891814fe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ed27ddfad064587" /><Relationship Type="http://schemas.openxmlformats.org/officeDocument/2006/relationships/notesMaster" Target="/ppt/notesMasters/notesMaster1.xml" Id="R4674310a835049f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9d0bfc363d242d9" /><Relationship Type="http://schemas.openxmlformats.org/officeDocument/2006/relationships/notesMaster" Target="/ppt/notesMasters/notesMaster1.xml" Id="Re97025eefc46422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777ba2e72544654" /><Relationship Type="http://schemas.openxmlformats.org/officeDocument/2006/relationships/notesMaster" Target="/ppt/notesMasters/notesMaster1.xml" Id="R61280f351ffc441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808669ee48f4e0c" /><Relationship Type="http://schemas.openxmlformats.org/officeDocument/2006/relationships/notesMaster" Target="/ppt/notesMasters/notesMaster1.xml" Id="R2a64b28d99b143d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ae4bf6272134397" /><Relationship Type="http://schemas.openxmlformats.org/officeDocument/2006/relationships/notesMaster" Target="/ppt/notesMasters/notesMaster1.xml" Id="R29e44865d3a94c7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22db32b61cc482a" /><Relationship Type="http://schemas.openxmlformats.org/officeDocument/2006/relationships/notesMaster" Target="/ppt/notesMasters/notesMaster1.xml" Id="Rf80714532327444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6e353a83d41441a" /><Relationship Type="http://schemas.openxmlformats.org/officeDocument/2006/relationships/notesMaster" Target="/ppt/notesMasters/notesMaster1.xml" Id="R06e06f002fa9453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e082c3b08454aa8" /><Relationship Type="http://schemas.openxmlformats.org/officeDocument/2006/relationships/notesMaster" Target="/ppt/notesMasters/notesMaster1.xml" Id="R31663900b37446a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657751a57b74d0a" /><Relationship Type="http://schemas.openxmlformats.org/officeDocument/2006/relationships/notesMaster" Target="/ppt/notesMasters/notesMaster1.xml" Id="R5f178d5d42d94e0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9ee033eb0da4216" /><Relationship Type="http://schemas.openxmlformats.org/officeDocument/2006/relationships/notesMaster" Target="/ppt/notesMasters/notesMaster1.xml" Id="Rfb94ac66b3284cc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ff7312fa1c34100" /><Relationship Type="http://schemas.openxmlformats.org/officeDocument/2006/relationships/notesMaster" Target="/ppt/notesMasters/notesMaster1.xml" Id="Rf3ad004511f7492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154e5188f7d4e97" /><Relationship Type="http://schemas.openxmlformats.org/officeDocument/2006/relationships/notesMaster" Target="/ppt/notesMasters/notesMaster1.xml" Id="R2b620892cb074cf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5aad75db28d4c3b" /><Relationship Type="http://schemas.openxmlformats.org/officeDocument/2006/relationships/notesMaster" Target="/ppt/notesMasters/notesMaster1.xml" Id="R758cf7fd31e5421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84a61eb37164574" /><Relationship Type="http://schemas.openxmlformats.org/officeDocument/2006/relationships/notesMaster" Target="/ppt/notesMasters/notesMaster1.xml" Id="R31af14f23dda4d2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5eb61767baf4058" /><Relationship Type="http://schemas.openxmlformats.org/officeDocument/2006/relationships/notesMaster" Target="/ppt/notesMasters/notesMaster1.xml" Id="R344c1ced98bc4e1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a5f4ca9d7fe4851" /><Relationship Type="http://schemas.openxmlformats.org/officeDocument/2006/relationships/notesMaster" Target="/ppt/notesMasters/notesMaster1.xml" Id="R97c5a855b8654a6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3fb5976953b480a" /><Relationship Type="http://schemas.openxmlformats.org/officeDocument/2006/relationships/notesMaster" Target="/ppt/notesMasters/notesMaster1.xml" Id="R9c4788e153ec462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383ec8d34bf4caa" /><Relationship Type="http://schemas.openxmlformats.org/officeDocument/2006/relationships/notesMaster" Target="/ppt/notesMasters/notesMaster1.xml" Id="R3d0b7727a6de419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5661b439ca74ea2" /><Relationship Type="http://schemas.openxmlformats.org/officeDocument/2006/relationships/notesMaster" Target="/ppt/notesMasters/notesMaster1.xml" Id="R841ce88c371645e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1402f17f57d40d0" /><Relationship Type="http://schemas.openxmlformats.org/officeDocument/2006/relationships/notesMaster" Target="/ppt/notesMasters/notesMaster1.xml" Id="Rdbce27151227485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6e70abcb63f4097" /><Relationship Type="http://schemas.openxmlformats.org/officeDocument/2006/relationships/notesMaster" Target="/ppt/notesMasters/notesMaster1.xml" Id="Rdea62ff0f805499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df73f1a01bf4d51" /><Relationship Type="http://schemas.openxmlformats.org/officeDocument/2006/relationships/notesMaster" Target="/ppt/notesMasters/notesMaster1.xml" Id="R2894e7ac8f8f415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dbcc13f5b34488e" /><Relationship Type="http://schemas.openxmlformats.org/officeDocument/2006/relationships/notesMaster" Target="/ppt/notesMasters/notesMaster1.xml" Id="Rbfe610d6ba8c4ad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3b2138f2c5d4449" /><Relationship Type="http://schemas.openxmlformats.org/officeDocument/2006/relationships/notesMaster" Target="/ppt/notesMasters/notesMaster1.xml" Id="R7ad5523482e4451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ea04c83771c4d9a" /><Relationship Type="http://schemas.openxmlformats.org/officeDocument/2006/relationships/notesMaster" Target="/ppt/notesMasters/notesMaster1.xml" Id="Rc5dfea8d26d0498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a690efdaf764a9c" /><Relationship Type="http://schemas.openxmlformats.org/officeDocument/2006/relationships/notesMaster" Target="/ppt/notesMasters/notesMaster1.xml" Id="Rf74938b8faae4a0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fffde00a50e4c6e" /><Relationship Type="http://schemas.openxmlformats.org/officeDocument/2006/relationships/notesMaster" Target="/ppt/notesMasters/notesMaster1.xml" Id="R7ea8700607004b2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2e240a59e8f434f" /><Relationship Type="http://schemas.openxmlformats.org/officeDocument/2006/relationships/notesMaster" Target="/ppt/notesMasters/notesMaster1.xml" Id="R5f7d7defd1e64225"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b47efd236a54cf4" /><Relationship Type="http://schemas.openxmlformats.org/officeDocument/2006/relationships/notesMaster" Target="/ppt/notesMasters/notesMaster1.xml" Id="R4aeb8e4fead9462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ed3760a2e7141ed" /><Relationship Type="http://schemas.openxmlformats.org/officeDocument/2006/relationships/notesMaster" Target="/ppt/notesMasters/notesMaster1.xml" Id="Rb63285b32d4b4f8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3ed1b02659849c4" /><Relationship Type="http://schemas.openxmlformats.org/officeDocument/2006/relationships/notesMaster" Target="/ppt/notesMasters/notesMaster1.xml" Id="Rd8c9c552fe1743d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2b5b011a1484292" /><Relationship Type="http://schemas.openxmlformats.org/officeDocument/2006/relationships/notesMaster" Target="/ppt/notesMasters/notesMaster1.xml" Id="R7559424bbd174f5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3223dadbd6949a1" /><Relationship Type="http://schemas.openxmlformats.org/officeDocument/2006/relationships/notesMaster" Target="/ppt/notesMasters/notesMaster1.xml" Id="R101ffbb1a4e147e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c17d47ec84348cb" /><Relationship Type="http://schemas.openxmlformats.org/officeDocument/2006/relationships/notesMaster" Target="/ppt/notesMasters/notesMaster1.xml" Id="R27551f765ec84f4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50d3095c3004cdb" /><Relationship Type="http://schemas.openxmlformats.org/officeDocument/2006/relationships/notesMaster" Target="/ppt/notesMasters/notesMaster1.xml" Id="R68e838e9e7cb4f5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823de181e114770" /><Relationship Type="http://schemas.openxmlformats.org/officeDocument/2006/relationships/notesMaster" Target="/ppt/notesMasters/notesMaster1.xml" Id="R3953f30c11864ca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f06b2ec5f5949be" /><Relationship Type="http://schemas.openxmlformats.org/officeDocument/2006/relationships/notesMaster" Target="/ppt/notesMasters/notesMaster1.xml" Id="R433ee0d259894a8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2ae0f206a1b45aa" /><Relationship Type="http://schemas.openxmlformats.org/officeDocument/2006/relationships/notesMaster" Target="/ppt/notesMasters/notesMaster1.xml" Id="R8c6290f636fb481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a55ede114e44109" /><Relationship Type="http://schemas.openxmlformats.org/officeDocument/2006/relationships/notesMaster" Target="/ppt/notesMasters/notesMaster1.xml" Id="R8e99ebb20d3c462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fb561c4eadb4b0e" /><Relationship Type="http://schemas.openxmlformats.org/officeDocument/2006/relationships/notesMaster" Target="/ppt/notesMasters/notesMaster1.xml" Id="R677b59f62c9f489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86ab1e4e88b49e5" /><Relationship Type="http://schemas.openxmlformats.org/officeDocument/2006/relationships/notesMaster" Target="/ppt/notesMasters/notesMaster1.xml" Id="R34196435baeb4c1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c326dc03a7047d8" /><Relationship Type="http://schemas.openxmlformats.org/officeDocument/2006/relationships/notesMaster" Target="/ppt/notesMasters/notesMaster1.xml" Id="R0649b5d8ddc3418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12aa8f015a44482" /><Relationship Type="http://schemas.openxmlformats.org/officeDocument/2006/relationships/notesMaster" Target="/ppt/notesMasters/notesMaster1.xml" Id="R275ea04320694d8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9f84bed92564060" /><Relationship Type="http://schemas.openxmlformats.org/officeDocument/2006/relationships/notesMaster" Target="/ppt/notesMasters/notesMaster1.xml" Id="R13e62884014e4b7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292bd72755747ea" /><Relationship Type="http://schemas.openxmlformats.org/officeDocument/2006/relationships/notesMaster" Target="/ppt/notesMasters/notesMaster1.xml" Id="R0c0d1d5e14ea4e5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7d04328088f45b2" /><Relationship Type="http://schemas.openxmlformats.org/officeDocument/2006/relationships/notesMaster" Target="/ppt/notesMasters/notesMaster1.xml" Id="R781d81abf406414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99738babeab4bf0" /><Relationship Type="http://schemas.openxmlformats.org/officeDocument/2006/relationships/notesMaster" Target="/ppt/notesMasters/notesMaster1.xml" Id="Ra0414a5833ca445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eaceec1e8744a64" /><Relationship Type="http://schemas.openxmlformats.org/officeDocument/2006/relationships/notesMaster" Target="/ppt/notesMasters/notesMaster1.xml" Id="Rf7b5fbe2cb8240a4"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2cf50c9f51d4522" /><Relationship Type="http://schemas.openxmlformats.org/officeDocument/2006/relationships/notesMaster" Target="/ppt/notesMasters/notesMaster1.xml" Id="R12b2118964034d1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e886f2bceb04979" /><Relationship Type="http://schemas.openxmlformats.org/officeDocument/2006/relationships/notesMaster" Target="/ppt/notesMasters/notesMaster1.xml" Id="Ra6308fb8b202452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2cea01a07a44a71" /><Relationship Type="http://schemas.openxmlformats.org/officeDocument/2006/relationships/notesMaster" Target="/ppt/notesMasters/notesMaster1.xml" Id="Recab8c5d21654a7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b63072341804221" /><Relationship Type="http://schemas.openxmlformats.org/officeDocument/2006/relationships/notesMaster" Target="/ppt/notesMasters/notesMaster1.xml" Id="R523423a4e11c4fd9"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39c24babe544a8e" /><Relationship Type="http://schemas.openxmlformats.org/officeDocument/2006/relationships/notesMaster" Target="/ppt/notesMasters/notesMaster1.xml" Id="Ra80c5a1496ea479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043941384bf40f6" /><Relationship Type="http://schemas.openxmlformats.org/officeDocument/2006/relationships/notesMaster" Target="/ppt/notesMasters/notesMaster1.xml" Id="R91ba75267dd8413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7abfce823de4175" /><Relationship Type="http://schemas.openxmlformats.org/officeDocument/2006/relationships/notesMaster" Target="/ppt/notesMasters/notesMaster1.xml" Id="R34d2eb9d11d8436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b316d1f86814108" /><Relationship Type="http://schemas.openxmlformats.org/officeDocument/2006/relationships/notesMaster" Target="/ppt/notesMasters/notesMaster1.xml" Id="R3e3472d3c43a406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3e264956d8148d9" /><Relationship Type="http://schemas.openxmlformats.org/officeDocument/2006/relationships/notesMaster" Target="/ppt/notesMasters/notesMaster1.xml" Id="Rbaba4dcf618b4e5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c9ca568b3d744e88" /><Relationship Type="http://schemas.openxmlformats.org/officeDocument/2006/relationships/notesMaster" Target="/ppt/notesMasters/notesMaster1.xml" Id="Re616d088be0d40f8"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2f95102e6df446fe" /><Relationship Type="http://schemas.openxmlformats.org/officeDocument/2006/relationships/notesMaster" Target="/ppt/notesMasters/notesMaster1.xml" Id="Ref0c63d82d024d6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45361cf62a684733" /><Relationship Type="http://schemas.openxmlformats.org/officeDocument/2006/relationships/notesMaster" Target="/ppt/notesMasters/notesMaster1.xml" Id="Rbeb12822e515424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0f624c639f74649" /><Relationship Type="http://schemas.openxmlformats.org/officeDocument/2006/relationships/notesMaster" Target="/ppt/notesMasters/notesMaster1.xml" Id="Rcd5fd9adc0e04501"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99e4af20c324faa" /><Relationship Type="http://schemas.openxmlformats.org/officeDocument/2006/relationships/notesMaster" Target="/ppt/notesMasters/notesMaster1.xml" Id="R91234e02cbe94e3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f1ca3caa11294686" /><Relationship Type="http://schemas.openxmlformats.org/officeDocument/2006/relationships/notesMaster" Target="/ppt/notesMasters/notesMaster1.xml" Id="R01fb730777004ede"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414d0ccf3a0411e" /><Relationship Type="http://schemas.openxmlformats.org/officeDocument/2006/relationships/notesMaster" Target="/ppt/notesMasters/notesMaster1.xml" Id="Rfa318b62abfd4a00"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5372edd042f748bc" /><Relationship Type="http://schemas.openxmlformats.org/officeDocument/2006/relationships/notesMaster" Target="/ppt/notesMasters/notesMaster1.xml" Id="R273608db68d54826"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1ff561a32e394dcd" /><Relationship Type="http://schemas.openxmlformats.org/officeDocument/2006/relationships/notesMaster" Target="/ppt/notesMasters/notesMaster1.xml" Id="R3d32920de6924209"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bbd6385c25f443c3" /><Relationship Type="http://schemas.openxmlformats.org/officeDocument/2006/relationships/notesMaster" Target="/ppt/notesMasters/notesMaster1.xml" Id="Rc5e71eaf39e542e9"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0a0a0f09ac3d4b58" /><Relationship Type="http://schemas.openxmlformats.org/officeDocument/2006/relationships/notesMaster" Target="/ppt/notesMasters/notesMaster1.xml" Id="R95d40fb905e64bb5"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31861026994c4d92" /><Relationship Type="http://schemas.openxmlformats.org/officeDocument/2006/relationships/notesMaster" Target="/ppt/notesMasters/notesMaster1.xml" Id="R3cc78f703c424c52"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bf497553f52a41cf" /><Relationship Type="http://schemas.openxmlformats.org/officeDocument/2006/relationships/notesMaster" Target="/ppt/notesMasters/notesMaster1.xml" Id="Ree66a25a86924d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2026-10-21 가상 자료로 개념과 결과를 확인합니다. 50분 수업 6교시로 진행합니다.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실행·강사 관찰·수동 추적을 적습니다. 입력과 예상 결과를 먼저 씁니다. 실제 결과와 다음 확인을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추가 문제는 필수 결과 확인 뒤 사용합니다. 모든 장의 50분 완수를 보장하지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웹 문서의 내용입니다.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파일 이름·탭 이름·본문 제목을 구별합니다. 버튼 표시와 클릭 동작도 따로 확인합니다.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파일과 브라우저의 관계</a:t>
            </a:r>
          </a:p>
          <a:p xmlns:a="http://schemas.openxmlformats.org/drawingml/2006/main">
            <a:r>
              <a:t/>
            </a:r>
          </a:p>
          <a:p xmlns:a="http://schemas.openxmlformats.org/drawingml/2006/main">
            <a:r>
              <a:t>#### 사례로 이해하기 · 문서의 의미와 화면 표시를 분리하기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작업장 안내판의 제목을 바꿨는데 브라우저 탭 이름은 예전대로입니다. 파일 이름도 달라지지 않았습니다. 제목이라는 말이 세 곳에 쓰이지만 파일 이름, 탭 이름, 본문 제목은 각각 다른 정보입니다. 어디를 바꿨고 어떤 결과를 기대했는지 먼저 정해야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HTML은 문서 내용과 의미를 표시하는 글입니다. 태그는 내용을 감싸며 역할을 붙이는 표시입니다. h1은 본문의 큰 제목 역할이고 title은 브라우저 탭의 이름입니다. 속성은 태그에 붙이는 추가 정보이며 id는 프로그램이 특정 요소를 찾는 이름입니다. 편집기는 글을 고치는 곳, 브라우저는 문서를 읽어 화면으로 보여 주는 곳입니다. 확장자 .html은 파일 종류를 나타내며 .html.txt와 구별합니다.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아래 문서를 안내.html로 저장합니다. 꺾쇠와 닫는 태그를 유지하고 한글 내용만 읽습니다.</a:t>
            </a:r>
          </a:p>
          <a:p xmlns:a="http://schemas.openxmlformats.org/drawingml/2006/main">
            <a:r>
              <a:t/>
            </a:r>
          </a:p>
          <a:p xmlns:a="http://schemas.openxmlformats.org/drawingml/2006/main">
            <a:r>
              <a:t>```html</a:t>
            </a:r>
          </a:p>
          <a:p xmlns:a="http://schemas.openxmlformats.org/drawingml/2006/main">
            <a:r>
              <a:t>&lt;!doctype html&gt;</a:t>
            </a:r>
          </a:p>
          <a:p xmlns:a="http://schemas.openxmlformats.org/drawingml/2006/main">
            <a:r>
              <a:t>&lt;html lang="ko"&gt;&lt;head&gt;&lt;meta charset="utf-8"&gt;&lt;title&gt;작업장&lt;/title&gt;&lt;/head&gt;</a:t>
            </a:r>
          </a:p>
          <a:p xmlns:a="http://schemas.openxmlformats.org/drawingml/2006/main">
            <a:r>
              <a:t>&lt;body&gt;&lt;h1&gt;센서 안내&lt;/h1&gt;&lt;button id="check"&gt;값 확인&lt;/button&gt;&lt;/body&gt;&lt;/html&gt;</a:t>
            </a:r>
          </a:p>
          <a:p xmlns:a="http://schemas.openxmlformats.org/drawingml/2006/main">
            <a:r>
              <a:t>```</a:t>
            </a:r>
          </a:p>
          <a:p xmlns:a="http://schemas.openxmlformats.org/drawingml/2006/main">
            <a:r>
              <a:t/>
            </a:r>
          </a:p>
          <a:p xmlns:a="http://schemas.openxmlformats.org/drawingml/2006/main">
            <a:r>
              <a:t>첫 줄은 HTML 문서 형식, lang은 한국어 정보, charset은 한글을 읽는 문자 규칙입니다. head는 문서 정보, body는 보이는 내용입니다. 브라우저에서 탭은 작업장, 본문은 센서 안내, 버튼은 값 확인으로 보입니다. 버튼은 아직 동작 코드가 없으므로 누른다고 센서 값을 읽지 않습니다. 저장한 같은 파일을 열고 수정 뒤 새로고침합니다.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탭은 “공장 A”, 본문 제목은 “온도 확인”, 버튼은 “기록 조회”로 작성하되 버튼 id는 check를 유지하세요. 이어서 id까지 바꾸면 뒤의 JavaScript 연결에 어떤 확인이 필요한지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title과 h1과 버튼 사이 글자를 각각 바꾸며 id는 유지합니다. “글자 크기가 같으면 제목 역할도 같다”는 답은 의미와 모양을 혼동합니다. “버튼이 보이면 데이터 연결도 됐다”는 답에는 동작 확인이 빠졌습니다.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저장만 하면 화면이 자동 갱신되나요? 제공 정적 파일은 새로고침이 필요합니다. ② id는 사용자 문구인가요? 내부에서 찾는 이름입니다. ③ 한글이 깨지면 무엇을 확인하나요? 파일 저장 인코딩과 charset, 실제 열린 경로를 확인합니다.</a:t>
            </a:r>
          </a:p>
          <a:p xmlns:a="http://schemas.openxmlformats.org/drawingml/2006/main">
            <a:r>
              <a:t/>
            </a:r>
          </a:p>
          <a:p xmlns:a="http://schemas.openxmlformats.org/drawingml/2006/main">
            <a:r>
              <a:t>**뜻과 비유.** 브라우저는 HTML 문서를 읽어 화면으로 보여 주는 프로그램입니다. 파일을 편집하는 창과 결과를 보는 창은 역할이 다릅니다.</a:t>
            </a:r>
          </a:p>
          <a:p xmlns:a="http://schemas.openxmlformats.org/drawingml/2006/main">
            <a:r>
              <a:t/>
            </a:r>
          </a:p>
          <a:p xmlns:a="http://schemas.openxmlformats.org/drawingml/2006/main">
            <a:r>
              <a:t>**왜 필요한가.** 어디에 썼는지와 무엇을 열었는지를 구분해야 저장한 변경을 다시 확인할 수 있습니다.</a:t>
            </a:r>
          </a:p>
          <a:p xmlns:a="http://schemas.openxmlformats.org/drawingml/2006/main">
            <a:r>
              <a:t/>
            </a:r>
          </a:p>
          <a:p xmlns:a="http://schemas.openxmlformats.org/drawingml/2006/main">
            <a:r>
              <a:t>**예를 따라 읽기.** work/static/index.html을 편집하고 같은 파일을 브라우저로 열면 제공 안내판을 볼 수 있습니다.</a:t>
            </a:r>
          </a:p>
          <a:p xmlns:a="http://schemas.openxmlformats.org/drawingml/2006/main">
            <a:r>
              <a:t/>
            </a:r>
          </a:p>
          <a:p xmlns:a="http://schemas.openxmlformats.org/drawingml/2006/main">
            <a:r>
              <a:t>**헷갈리는 반례.** 코드 편집기에 글자를 바꾼 것만으로 이미 열린 화면이 자동 갱신되는 것은 아닙니다.</a:t>
            </a:r>
          </a:p>
          <a:p xmlns:a="http://schemas.openxmlformats.org/drawingml/2006/main">
            <a:r>
              <a:t/>
            </a:r>
          </a:p>
          <a:p xmlns:a="http://schemas.openxmlformats.org/drawingml/2006/main">
            <a:r>
              <a:t>**직접 적용.** course 폴더를 압축 풀기 → work/static/index.html 경로 적기 → 브라우저에서 안내판 열기 → 편집·저장·새로고침 순서를 말하기</a:t>
            </a:r>
          </a:p>
          <a:p xmlns:a="http://schemas.openxmlformats.org/drawingml/2006/main">
            <a:r>
              <a:t/>
            </a:r>
          </a:p>
          <a:p xmlns:a="http://schemas.openxmlformats.org/drawingml/2006/main">
            <a:r>
              <a:t>**설명할 질문.** 편집 창과 브라우저 화면은 어떻게 다른가요?</a:t>
            </a:r>
          </a:p>
          <a:p xmlns:a="http://schemas.openxmlformats.org/drawingml/2006/main">
            <a:r>
              <a:t/>
            </a:r>
          </a:p>
          <a:p xmlns:a="http://schemas.openxmlformats.org/drawingml/2006/main">
            <a:r>
              <a:t>**막혔을 때.** 확장자가.txt로 붙었으면 파일 이름과 종류를 확인합니다. ZIP 안의 미리 보기에서 편집하지 않습니다.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work/static/index.html을 엽니다. 저장 후 같은 화면을 새로고침합니다.</a:t>
            </a:r>
          </a:p>
          <a:p xmlns:a="http://schemas.openxmlformats.org/drawingml/2006/main">
            <a:r>
              <a:t/>
            </a:r>
          </a:p>
          <a:p xmlns:a="http://schemas.openxmlformats.org/drawingml/2006/main">
            <a:r>
              <a:t>표와 문장을 읽는 방법: 편집기는 파일 내용을 고칩니다. 브라우저는 HTML을 읽어 화면으로 보여 줍니다.</a:t>
            </a:r>
          </a:p>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판단 해설: 저장 여부·실제 파일 경로·브라우저에서 연 파일·새로고침을 확인합니다. 실행 환경이 없으면 강사 화면과 원문을 대조하고 개인 실행 미수행을 기록합니다.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개념과 연결: 편집기는 파일 내용을 고칩니다. 브라우저는 HTML을 읽어 화면으로 보여 줍니다.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저장 여부·실제 파일 경로·브라우저에서 연 파일·새로고침을 확인합니다. 실행 환경이 없으면 강사 화면과 원문을 대조하고 개인 실행 미수행을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문장을 고쳤는데 화면은 그대로입니다. 어떤 순서로 확인하나요?</a:t>
            </a:r>
          </a:p>
          <a:p xmlns:a="http://schemas.openxmlformats.org/drawingml/2006/main">
            <a:r>
              <a:t/>
            </a:r>
          </a:p>
          <a:p xmlns:a="http://schemas.openxmlformats.org/drawingml/2006/main">
            <a:r>
              <a:t>정답과 풀이: 저장 여부·실제 파일 경로·브라우저에서 연 파일·새로고침을 확인합니다. 실행 환경이 없으면 강사 화면과 원문을 대조하고 개인 실행 미수행을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HTML 태그와 문서 의미</a:t>
            </a:r>
          </a:p>
          <a:p xmlns:a="http://schemas.openxmlformats.org/drawingml/2006/main">
            <a:r>
              <a:t/>
            </a:r>
          </a:p>
          <a:p xmlns:a="http://schemas.openxmlformats.org/drawingml/2006/main">
            <a:r>
              <a:t>**뜻과 비유.** HTML은 제목·문단·버튼 같은 내용의 의미를 표시하는 문서 형식입니다. 여는 태그와 닫는 태그 사이의 내용이 하나의 요소가 됩니다.</a:t>
            </a:r>
          </a:p>
          <a:p xmlns:a="http://schemas.openxmlformats.org/drawingml/2006/main">
            <a:r>
              <a:t/>
            </a:r>
          </a:p>
          <a:p xmlns:a="http://schemas.openxmlformats.org/drawingml/2006/main">
            <a:r>
              <a:t>**왜 필요한가.** 보기에 큰 글자를 만드는 것과 문서의 제목이라는 의미를 주는 것을 구별해야 내용 구조를 읽을 수 있습니다.</a:t>
            </a:r>
          </a:p>
          <a:p xmlns:a="http://schemas.openxmlformats.org/drawingml/2006/main">
            <a:r>
              <a:t/>
            </a:r>
          </a:p>
          <a:p xmlns:a="http://schemas.openxmlformats.org/drawingml/2006/main">
            <a:r>
              <a:t>**예를 따라 읽기.** `&lt;h1&gt;입구 센서 안내판&lt;/h1&gt;`에서 h1은 주요 제목, 안의 글자는 화면 내용입니다.</a:t>
            </a:r>
          </a:p>
          <a:p xmlns:a="http://schemas.openxmlformats.org/drawingml/2006/main">
            <a:r>
              <a:t/>
            </a:r>
          </a:p>
          <a:p xmlns:a="http://schemas.openxmlformats.org/drawingml/2006/main">
            <a:r>
              <a:t>**헷갈리는 반례.** 모든 글자를 h1으로 만들면 크기가 같아질 수 있어도 제목과 설명의 관계가 흐려집니다.</a:t>
            </a:r>
          </a:p>
          <a:p xmlns:a="http://schemas.openxmlformats.org/drawingml/2006/main">
            <a:r>
              <a:t/>
            </a:r>
          </a:p>
          <a:p xmlns:a="http://schemas.openxmlformats.org/drawingml/2006/main">
            <a:r>
              <a:t>**직접 적용.** 전체 HTML에서 h1·p·button 찾기 → 여는 태그와 닫는 태그 짝 표시하기 → 제목 글자만 창고 센서 안내판으로 바꾸기 → 저장 후 어떤 내용이 바뀌었는지 확인하기</a:t>
            </a:r>
          </a:p>
          <a:p xmlns:a="http://schemas.openxmlformats.org/drawingml/2006/main">
            <a:r>
              <a:t/>
            </a:r>
          </a:p>
          <a:p xmlns:a="http://schemas.openxmlformats.org/drawingml/2006/main">
            <a:r>
              <a:t>**설명할 질문.** h1과 CSS 글자 크기는 왜 같은 역할이 아닌가요?</a:t>
            </a:r>
          </a:p>
          <a:p xmlns:a="http://schemas.openxmlformats.org/drawingml/2006/main">
            <a:r>
              <a:t/>
            </a:r>
          </a:p>
          <a:p xmlns:a="http://schemas.openxmlformats.org/drawingml/2006/main">
            <a:r>
              <a:t>**막혔을 때.** 태그 꺾쇠를 지웠다면 원본의 해당 줄과 비교합니다. 제목 문구와 title 탭 이름은 다른 위치입니다.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HTML의 의미의 예</a:t>
            </a:r>
          </a:p>
          <a:p xmlns:a="http://schemas.openxmlformats.org/drawingml/2006/main">
            <a:r>
              <a:t>짧은 완성 HTML. 안내.html로 저장합니다.</a:t>
            </a:r>
          </a:p>
          <a:p xmlns:a="http://schemas.openxmlformats.org/drawingml/2006/main">
            <a:r>
              <a:t/>
            </a:r>
          </a:p>
          <a:p xmlns:a="http://schemas.openxmlformats.org/drawingml/2006/main">
            <a:r>
              <a:t>&lt;!doctype html&gt;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&lt;html lang="ko"&gt;&lt;head&gt;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&lt;meta charset="utf-8"&gt;&lt;title&gt;작업장&lt;/title&gt;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&lt;/head&gt;&lt;body&gt;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&lt;h1&gt;센서 안내&lt;/h1&gt;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&lt;button id="check"&gt;값 확인&lt;/button&gt;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&lt;/body&gt;&lt;/html&gt;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탭은 작업장, 본문 제목은 센서 안내입니다. 버튼에는 아직 동작 코드가 없습니다.</a:t>
            </a:r>
          </a:p>
          <a:p xmlns:a="http://schemas.openxmlformats.org/drawingml/2006/main">
            <a:r>
              <a:t>판단 해설: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&lt;!doctype html&gt;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&lt;html lang="ko"&gt;&lt;head&gt;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&lt;meta charset="utf-8"&gt;&lt;title&gt;작업장&lt;/title&gt;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&lt;/head&gt;&lt;body&gt;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&lt;h1&gt;센서 안내&lt;/h1&gt;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&lt;button id="check"&gt;값 확인&lt;/button&gt;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&lt;/body&gt;&lt;/html&gt;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탭은 작업장, 본문 제목은 센서 안내입니다. 버튼에는 아직 동작 코드가 없습니다.</a:t>
            </a:r>
          </a:p>
          <a:p xmlns:a="http://schemas.openxmlformats.org/drawingml/2006/main">
            <a:r>
              <a:t/>
            </a:r>
          </a:p>
          <a:p xmlns:a="http://schemas.openxmlformats.org/drawingml/2006/main">
            <a:r>
              <a:t>개념과 연결: 태그는 문서 내용의 역할을 표시합니다. 탭 이름과 본문 제목은 다른 위치입니다.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title과 h1 사이 문구를 각각 바꿉니다. button의 글자와 내부 id는 구별합니다. 처음 문서는 내용 표시만 하므로 센서 호출이 생기지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탭은 공장 A, 본문은 온도 확인으로 쓰세요. 버튼 id는 check를 유지하세요.</a:t>
            </a:r>
          </a:p>
          <a:p xmlns:a="http://schemas.openxmlformats.org/drawingml/2006/main">
            <a:r>
              <a:t/>
            </a:r>
          </a:p>
          <a:p xmlns:a="http://schemas.openxmlformats.org/drawingml/2006/main">
            <a:r>
              <a:t>정답과 풀이: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속성·연결·접근성</a:t>
            </a:r>
          </a:p>
          <a:p xmlns:a="http://schemas.openxmlformats.org/drawingml/2006/main">
            <a:r>
              <a:t/>
            </a:r>
          </a:p>
          <a:p xmlns:a="http://schemas.openxmlformats.org/drawingml/2006/main">
            <a:r>
              <a:t>**뜻과 비유.** 속성은 요소에 추가 정보를 붙이는 이름과 값입니다. lang은 문서 언어, id 는 특정 요소를 찾는 이름, type은 버튼 동작 종류를 설명합니다.</a:t>
            </a:r>
          </a:p>
          <a:p xmlns:a="http://schemas.openxmlformats.org/drawingml/2006/main">
            <a:r>
              <a:t/>
            </a:r>
          </a:p>
          <a:p xmlns:a="http://schemas.openxmlformats.org/drawingml/2006/main">
            <a:r>
              <a:t>**왜 필요한가.** 사람이 보는 문구와 프로그램이 찾는 이름을 구분해야 버튼 연결을 끊지 않고 내용을 수정할 수 있습니다.</a:t>
            </a:r>
          </a:p>
          <a:p xmlns:a="http://schemas.openxmlformats.org/drawingml/2006/main">
            <a:r>
              <a:t/>
            </a:r>
          </a:p>
          <a:p xmlns:a="http://schemas.openxmlformats.org/drawingml/2006/main">
            <a:r>
              <a:t>**예를 따라 읽기.** id ="check"는 JavaScript가 버튼을 찾는 기준이고 버튼 안 글자는 사용자에게 보이는 안내입니다.</a:t>
            </a:r>
          </a:p>
          <a:p xmlns:a="http://schemas.openxmlformats.org/drawingml/2006/main">
            <a:r>
              <a:t/>
            </a:r>
          </a:p>
          <a:p xmlns:a="http://schemas.openxmlformats.org/drawingml/2006/main">
            <a:r>
              <a:t>**헷갈리는 반례.** id를 임의로 바꾸고 연결 코드를 그대로 두면 화면은 보여도 버튼 반응이 사라질 수 있습니다.</a:t>
            </a:r>
          </a:p>
          <a:p xmlns:a="http://schemas.openxmlformats.org/drawingml/2006/main">
            <a:r>
              <a:t/>
            </a:r>
          </a:p>
          <a:p xmlns:a="http://schemas.openxmlformats.org/drawingml/2006/main">
            <a:r>
              <a:t>**직접 적용.** lang·id·type 속성 찾기 → 보이는 글자와 내부 이름 나누기 → 버튼 문구만 값 다시 확인으로 바꾸기 → Tab 키로 버튼에 이동해 테두리 보기</a:t>
            </a:r>
          </a:p>
          <a:p xmlns:a="http://schemas.openxmlformats.org/drawingml/2006/main">
            <a:r>
              <a:t/>
            </a:r>
          </a:p>
          <a:p xmlns:a="http://schemas.openxmlformats.org/drawingml/2006/main">
            <a:r>
              <a:t>**설명할 질문.** 사용자에게 보이는 이름과 코드가 찾는 이름은 왜 구분하나요?</a:t>
            </a:r>
          </a:p>
          <a:p xmlns:a="http://schemas.openxmlformats.org/drawingml/2006/main">
            <a:r>
              <a:t/>
            </a:r>
          </a:p>
          <a:p xmlns:a="http://schemas.openxmlformats.org/drawingml/2006/main">
            <a:r>
              <a:t>**막혔을 때.** 버튼 반응이 없으면 id와 선택자 #check가 같은지 봅니다. 화면 문구를 바꾸려면 태그 사이를 고칩니다.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속성과 내부 연결의 예</a:t>
            </a:r>
          </a:p>
          <a:p xmlns:a="http://schemas.openxmlformats.org/drawingml/2006/main">
            <a:r>
              <a:t>발췌: HTML id와 선택자를 연결합니다.</a:t>
            </a:r>
          </a:p>
          <a:p xmlns:a="http://schemas.openxmlformats.org/drawingml/2006/main">
            <a:r>
              <a:t/>
            </a:r>
          </a:p>
          <a:p xmlns:a="http://schemas.openxmlformats.org/drawingml/2006/main">
            <a:r>
              <a:t>const button = document.querySelector("#check");</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예상과 확인: 버튼 id와 선택자가 일치해야 합니다. Tab으로 버튼 초점도 확인합니다.</a:t>
            </a:r>
          </a:p>
          <a:p xmlns:a="http://schemas.openxmlformats.org/drawingml/2006/main">
            <a:r>
              <a:t>판단 해설: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버튼 id와 선택자가 일치해야 합니다. Tab으로 버튼 초점도 확인합니다.</a:t>
            </a:r>
          </a:p>
          <a:p xmlns:a="http://schemas.openxmlformats.org/drawingml/2006/main">
            <a:r>
              <a:t/>
            </a:r>
          </a:p>
          <a:p xmlns:a="http://schemas.openxmlformats.org/drawingml/2006/main">
            <a:r>
              <a:t>개념과 연결: id는 코드가 요소를 찾는 이름입니다. 사용자에게 보이는 문구와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태그 사이 문구만 바꾸고 id를 유지하면 내부 연결은 유지됩니다. id까지 바꾸면 JavaScript 선택자도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글자만 바꾸면 #check도 바꾸나요?</a:t>
            </a:r>
          </a:p>
          <a:p xmlns:a="http://schemas.openxmlformats.org/drawingml/2006/main">
            <a:r>
              <a:t/>
            </a:r>
          </a:p>
          <a:p xmlns:a="http://schemas.openxmlformats.org/drawingml/2006/main">
            <a:r>
              <a:t>정답과 풀이: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CSS의 모양과 읽기입니다.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상자 안팎을 보고 간격을 고릅니다. 색 외에 상태 문구와 초점을 제공합니다.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CSS 선택자와 선언</a:t>
            </a:r>
          </a:p>
          <a:p xmlns:a="http://schemas.openxmlformats.org/drawingml/2006/main">
            <a:r>
              <a:t/>
            </a:r>
          </a:p>
          <a:p xmlns:a="http://schemas.openxmlformats.org/drawingml/2006/main">
            <a:r>
              <a:t>#### 사례로 이해하기 · 선택자와 상자 모델로 읽기 편한 화면 만들기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카드의 글자가 테두리에 붙어 읽기 어렵습니다. 카드 사이 간격도 좁습니다. 글자만 띄우려다가 페이지 전체를 오른쪽으로 밀면 작은 화면에서 내용이 잘립니다. 어떤 상자의 어느 공간을 바꾸는지 먼저 그려 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CSS는 문서의 모양을 정하는 규칙입니다. 선택자는 꾸밀 대상을 고르는 이름이고 선언은 속성과 값의 짝입니다. 중괄호 안의 `color: teal;`은 글자색을 청록으로 정합니다. 세미콜론은 선언의 끝입니다. 상자에서 content는 내용, padding은 내용과 테두리 사이, border는 테두리, margin은 다른 상자와의 바깥 간격입니다. 색과 여백은 온도 데이터의 의미를 바꾸지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앞 문서의 head 안에 style 태그로 아래 규칙을 넣습니다.</a:t>
            </a:r>
          </a:p>
          <a:p xmlns:a="http://schemas.openxmlformats.org/drawingml/2006/main">
            <a:r>
              <a:t/>
            </a:r>
          </a:p>
          <a:p xmlns:a="http://schemas.openxmlformats.org/drawingml/2006/main">
            <a:r>
              <a:t>```css</a:t>
            </a:r>
          </a:p>
          <a:p xmlns:a="http://schemas.openxmlformats.org/drawingml/2006/main">
            <a:r>
              <a:t>body { margin: 16px; font-family: sans-serif; }</a:t>
            </a:r>
          </a:p>
          <a:p xmlns:a="http://schemas.openxmlformats.org/drawingml/2006/main">
            <a:r>
              <a:t>h1 { color: teal; }</a:t>
            </a:r>
          </a:p>
          <a:p xmlns:a="http://schemas.openxmlformats.org/drawingml/2006/main">
            <a:r>
              <a:t>button { padding: 12px; margin-top: 8px; }</a:t>
            </a:r>
          </a:p>
          <a:p xmlns:a="http://schemas.openxmlformats.org/drawingml/2006/main">
            <a:r>
              <a:t>button:focus-visible { outline: 3px solid black; }</a:t>
            </a:r>
          </a:p>
          <a:p xmlns:a="http://schemas.openxmlformats.org/drawingml/2006/main">
            <a:r>
              <a:t>```</a:t>
            </a:r>
          </a:p>
          <a:p xmlns:a="http://schemas.openxmlformats.org/drawingml/2006/main">
            <a:r>
              <a:t/>
            </a:r>
          </a:p>
          <a:p xmlns:a="http://schemas.openxmlformats.org/drawingml/2006/main">
            <a:r>
              <a:t>body 규칙은 전체 가장자리와 글꼴, h1 규칙은 제목만, button 규칙은 버튼 안팎 공간을 조절합니다. 마지막 규칙은 키보드로 이동할 때 초점을 표시합니다. 저장 후 새로고침하고 Tab 키로 버튼에 이동합니다. 초점은 지금 키보드로 조작할 대상이며 색 표시만으로 정상 상태를 전달하지 않듯 초점도 보이게 제공합니다. 별도 style.css를 쓰면 HTML의 link 경로가 같은 파일을 가리키는지도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버튼 글자 주변 공간만 늘리고 버튼과 제목 사이 공간은 유지하려면 어떤 속성을 바꾸나요? 다음으로 정상 상태를 녹색 원 하나로만 보여 주는 화면을 글자와 함께 표현하는 문장을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안쪽 공간은 padding입니다. 상태 문장은 “정상: 제공된 가상 온도가 기준 미만입니다”처럼 뜻을 적습니다. margin을 늘리는 답은 바깥 공간을 바꿉니다. “색을 더 진하게 하면 의미가 전달된다”는 답은 색을 구별하기 어려운 상황을 해결하지 못합니다.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 변경으로 센서값이 변하나요? 표시 모양만 달라집니다. ② 적용이 안 되면 무엇부터 보나요? 저장·경로·선택자·새로고침을 확인합니다. ③ 좁은 화면도 확인하는 이유는 무엇인가요? 읽기 폭과 넘침은 큰 화면에서 보이지 않을 수 있습니다.</a:t>
            </a:r>
          </a:p>
          <a:p xmlns:a="http://schemas.openxmlformats.org/drawingml/2006/main">
            <a:r>
              <a:t/>
            </a:r>
          </a:p>
          <a:p xmlns:a="http://schemas.openxmlformats.org/drawingml/2006/main">
            <a:r>
              <a:t>**뜻과 비유.** CSS는 어떤 요소에 어떤 모양을 적용할지 쓰는 규칙입니다. 선택자는 대상을 고르고, 속성과 값은 색·크기·간격을 정합니다.</a:t>
            </a:r>
          </a:p>
          <a:p xmlns:a="http://schemas.openxmlformats.org/drawingml/2006/main">
            <a:r>
              <a:t/>
            </a:r>
          </a:p>
          <a:p xmlns:a="http://schemas.openxmlformats.org/drawingml/2006/main">
            <a:r>
              <a:t>**왜 필요한가.** 내용과 모양을 나누면 같은 제목을 유지하면서 여러 화면 크기에 맞게 조정할 수 있습니다.</a:t>
            </a:r>
          </a:p>
          <a:p xmlns:a="http://schemas.openxmlformats.org/drawingml/2006/main">
            <a:r>
              <a:t/>
            </a:r>
          </a:p>
          <a:p xmlns:a="http://schemas.openxmlformats.org/drawingml/2006/main">
            <a:r>
              <a:t>**예를 따라 읽기.** h1 { color: #126d65; }는 제목 글자의 색을 정합니다. #126d65는 색을 나타내는 표기입니다.</a:t>
            </a:r>
          </a:p>
          <a:p xmlns:a="http://schemas.openxmlformats.org/drawingml/2006/main">
            <a:r>
              <a:t/>
            </a:r>
          </a:p>
          <a:p xmlns:a="http://schemas.openxmlformats.org/drawingml/2006/main">
            <a:r>
              <a:t>**헷갈리는 반례.** 색을 바꿔도 센서 온도의 데이터 값이 바뀌는 것은 아닙니다.</a:t>
            </a:r>
          </a:p>
          <a:p xmlns:a="http://schemas.openxmlformats.org/drawingml/2006/main">
            <a:r>
              <a:t/>
            </a:r>
          </a:p>
          <a:p xmlns:a="http://schemas.openxmlformats.org/drawingml/2006/main">
            <a:r>
              <a:t>**직접 적용.** style.css에서 h1 규칙 찾기 → color와 값의 경계 표시하기 → 색을 #75421b로 바꾸기 → 같은 제목 내용이 유지되는지 비교하기</a:t>
            </a:r>
          </a:p>
          <a:p xmlns:a="http://schemas.openxmlformats.org/drawingml/2006/main">
            <a:r>
              <a:t/>
            </a:r>
          </a:p>
          <a:p xmlns:a="http://schemas.openxmlformats.org/drawingml/2006/main">
            <a:r>
              <a:t>**설명할 질문.** CSS 값을 바꿨을 때 무엇이 유지돼야하나요?</a:t>
            </a:r>
          </a:p>
          <a:p xmlns:a="http://schemas.openxmlformats.org/drawingml/2006/main">
            <a:r>
              <a:t/>
            </a:r>
          </a:p>
          <a:p xmlns:a="http://schemas.openxmlformats.org/drawingml/2006/main">
            <a:r>
              <a:t>**막혔을 때.** CSS가 적용되지 않으면 HTML의 href와 파일 이름이 일치하는지 먼저 확인합니다.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CSS의 선택과 선언의 예</a:t>
            </a:r>
          </a:p>
          <a:p xmlns:a="http://schemas.openxmlformats.org/drawingml/2006/main">
            <a:r>
              <a:t>발췌: style 태그 또는 style.css에 넣습니다.</a:t>
            </a:r>
          </a:p>
          <a:p xmlns:a="http://schemas.openxmlformats.org/drawingml/2006/main">
            <a:r>
              <a:t/>
            </a:r>
          </a:p>
          <a:p xmlns:a="http://schemas.openxmlformats.org/drawingml/2006/main">
            <a:r>
              <a:t>h1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color: teal;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제목 색이 청록으로 바뀝니다. 제목 문구와 온도 데이터는 유지됩니다.</a:t>
            </a:r>
          </a:p>
          <a:p xmlns:a="http://schemas.openxmlformats.org/drawingml/2006/main">
            <a:r>
              <a:t>판단 해설: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h1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color: teal;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제목 색이 청록으로 바뀝니다. 제목 문구와 온도 데이터는 유지됩니다.</a:t>
            </a:r>
          </a:p>
          <a:p xmlns:a="http://schemas.openxmlformats.org/drawingml/2006/main">
            <a:r>
              <a:t/>
            </a:r>
          </a:p>
          <a:p xmlns:a="http://schemas.openxmlformats.org/drawingml/2006/main">
            <a:r>
              <a:t>개념과 연결: 선택자는 꾸밀 대상을 고릅니다. 속성과 값으로 모양을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저장·HTML의 link 경로·style.css 파일 이름·선택자·브라우저 새로고침을 확인합니다. 코드의 콜론·세미콜론·중괄호 뜻을 각각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CSS 색이 그대로라면 무엇을 확인하나요?</a:t>
            </a:r>
          </a:p>
          <a:p xmlns:a="http://schemas.openxmlformats.org/drawingml/2006/main">
            <a:r>
              <a:t/>
            </a:r>
          </a:p>
          <a:p xmlns:a="http://schemas.openxmlformats.org/drawingml/2006/main">
            <a:r>
              <a:t>정답과 풀이: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상자·여백·읽기 폭</a:t>
            </a:r>
          </a:p>
          <a:p xmlns:a="http://schemas.openxmlformats.org/drawingml/2006/main">
            <a:r>
              <a:t/>
            </a:r>
          </a:p>
          <a:p xmlns:a="http://schemas.openxmlformats.org/drawingml/2006/main">
            <a:r>
              <a:t>**뜻과 비유.** 브라우저의 요소는 화면 공간을 차지하는 상자로 배치됩니다. padding은 안쪽 간격, margin 은 바깥 간격이며 max-width 는 너무 넓어지지 않게 제한합니다.</a:t>
            </a:r>
          </a:p>
          <a:p xmlns:a="http://schemas.openxmlformats.org/drawingml/2006/main">
            <a:r>
              <a:t/>
            </a:r>
          </a:p>
          <a:p xmlns:a="http://schemas.openxmlformats.org/drawingml/2006/main">
            <a:r>
              <a:t>**왜 필요한가.** 문장이 화면 끝까지 길어지거나 요소가 붙어 있으면 내용을 읽기 어렵습니다. 간격도 정보 전달에 영향을 줍니다.</a:t>
            </a:r>
          </a:p>
          <a:p xmlns:a="http://schemas.openxmlformats.org/drawingml/2006/main">
            <a:r>
              <a:t/>
            </a:r>
          </a:p>
          <a:p xmlns:a="http://schemas.openxmlformats.org/drawingml/2006/main">
            <a:r>
              <a:t>**예를 따라 읽기.** main의 padding:24px을 32px로 바꾸면 안내판 내용과 바깥 영역 사이의 안쪽 간격이 커집니다.</a:t>
            </a:r>
          </a:p>
          <a:p xmlns:a="http://schemas.openxmlformats.org/drawingml/2006/main">
            <a:r>
              <a:t/>
            </a:r>
          </a:p>
          <a:p xmlns:a="http://schemas.openxmlformats.org/drawingml/2006/main">
            <a:r>
              <a:t>**헷갈리는 반례.** 글자를 작게 줄여 모든 것을 한 화면에 넣는 방식은 초심자의 읽기를 어렵게 할 수 있습니다.</a:t>
            </a:r>
          </a:p>
          <a:p xmlns:a="http://schemas.openxmlformats.org/drawingml/2006/main">
            <a:r>
              <a:t/>
            </a:r>
          </a:p>
          <a:p xmlns:a="http://schemas.openxmlformats.org/drawingml/2006/main">
            <a:r>
              <a:t>**직접 적용.** main의 세 배치 규칙 찾기 → padding과 margin 을 그림으로 구분하기 → padding 한 값을 바꿔 비교하기 → 글자 크기와 읽기 폭의 영향을 설명하기</a:t>
            </a:r>
          </a:p>
          <a:p xmlns:a="http://schemas.openxmlformats.org/drawingml/2006/main">
            <a:r>
              <a:t/>
            </a:r>
          </a:p>
          <a:p xmlns:a="http://schemas.openxmlformats.org/drawingml/2006/main">
            <a:r>
              <a:t>**설명할 질문.** 안쪽 여백과 바깥 여백은 어떻게 구분하나요?</a:t>
            </a:r>
          </a:p>
          <a:p xmlns:a="http://schemas.openxmlformats.org/drawingml/2006/main">
            <a:r>
              <a:t/>
            </a:r>
          </a:p>
          <a:p xmlns:a="http://schemas.openxmlformats.org/drawingml/2006/main">
            <a:r>
              <a:t>**막혔을 때.** 차이가 안 보이면 같은 파일을 저장했는지와 브라우저 새로고침 여부를 확인합니다.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상자의 안쪽과 바깥의 예</a:t>
            </a:r>
          </a:p>
          <a:p xmlns:a="http://schemas.openxmlformats.org/drawingml/2006/main">
            <a:r>
              <a:t>발췌: button의 CSS 규칙</a:t>
            </a:r>
          </a:p>
          <a:p xmlns:a="http://schemas.openxmlformats.org/drawingml/2006/main">
            <a:r>
              <a:t/>
            </a:r>
          </a:p>
          <a:p xmlns:a="http://schemas.openxmlformats.org/drawingml/2006/main">
            <a:r>
              <a:t>button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padding: 12px;</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margin-top: 8px;</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글자 주변을 넓히려면 padding을 바꿉니다. 값과 상태의 의미는 그대로입니다.</a:t>
            </a:r>
          </a:p>
          <a:p xmlns:a="http://schemas.openxmlformats.org/drawingml/2006/main">
            <a:r>
              <a:t>판단 해설: padding입니다. margin은 바깥 위치 관계를 바꿉니다. 줄어든 화면에서 넘침이 생기는지도 따로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padding: 12px;</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margin-top: 8px;</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글자 주변을 넓히려면 padding을 바꿉니다. 값과 상태의 의미는 그대로입니다.</a:t>
            </a:r>
          </a:p>
          <a:p xmlns:a="http://schemas.openxmlformats.org/drawingml/2006/main">
            <a:r>
              <a:t/>
            </a:r>
          </a:p>
          <a:p xmlns:a="http://schemas.openxmlformats.org/drawingml/2006/main">
            <a:r>
              <a:t>개념과 연결: padding은 내용 안쪽 공간입니다. margin은 다른 요소와의 바깥 간격입니다.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padding입니다. margin은 바깥 위치 관계를 바꿉니다. 줄어든 화면에서 넘침이 생기는지도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 주변만 넓히고 싶습니다. 어느 속성을 바꿀까요?</a:t>
            </a:r>
          </a:p>
          <a:p xmlns:a="http://schemas.openxmlformats.org/drawingml/2006/main">
            <a:r>
              <a:t/>
            </a:r>
          </a:p>
          <a:p xmlns:a="http://schemas.openxmlformats.org/drawingml/2006/main">
            <a:r>
              <a:t>정답과 풀이: padding입니다. margin은 바깥 위치 관계를 바꿉니다. 줄어든 화면에서 넘침이 생기는지도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작은 화면과 상태의 표시</a:t>
            </a:r>
          </a:p>
          <a:p xmlns:a="http://schemas.openxmlformats.org/drawingml/2006/main">
            <a:r>
              <a:t/>
            </a:r>
          </a:p>
          <a:p xmlns:a="http://schemas.openxmlformats.org/drawingml/2006/main">
            <a:r>
              <a:t>**뜻과 비유.** 반응형 규칙은 화면 폭 같은 조건에 따라 모양을 조정하는 CSS입니다. 색만으로 의미를 전달하지 않고 글자와 구조도 함께 사용합니다.</a:t>
            </a:r>
          </a:p>
          <a:p xmlns:a="http://schemas.openxmlformats.org/drawingml/2006/main">
            <a:r>
              <a:t/>
            </a:r>
          </a:p>
          <a:p xmlns:a="http://schemas.openxmlformats.org/drawingml/2006/main">
            <a:r>
              <a:t>**왜 필요한가.** 같은 자료를 좁은 화면과 키보드로도 읽을 수 있어야 업무 확인에 사용할 수 있습니다.</a:t>
            </a:r>
          </a:p>
          <a:p xmlns:a="http://schemas.openxmlformats.org/drawingml/2006/main">
            <a:r>
              <a:t/>
            </a:r>
          </a:p>
          <a:p xmlns:a="http://schemas.openxmlformats.org/drawingml/2006/main">
            <a:r>
              <a:t>**예를 따라 읽기.** max-width:600px 조건에서는 main의 바깥 간격이 8px로 바뀝니다. focus-visible은 키보드 초점을 드러냅니다.</a:t>
            </a:r>
          </a:p>
          <a:p xmlns:a="http://schemas.openxmlformats.org/drawingml/2006/main">
            <a:r>
              <a:t/>
            </a:r>
          </a:p>
          <a:p xmlns:a="http://schemas.openxmlformats.org/drawingml/2006/main">
            <a:r>
              <a:t>**헷갈리는 반례.** 초록색만 보고 정상이라고 판단하게 하면 색을 구분하기 어렵거나 상태가 바뀐 경우 설명이 부족합니다.</a:t>
            </a:r>
          </a:p>
          <a:p xmlns:a="http://schemas.openxmlformats.org/drawingml/2006/main">
            <a:r>
              <a:t/>
            </a:r>
          </a:p>
          <a:p xmlns:a="http://schemas.openxmlformats.org/drawingml/2006/main">
            <a:r>
              <a:t>**직접 적용.** 브라우저 폭을 넓고 좁게 바꾸기 → 줄 바꿈과 가로 넘침 확인하기 → Tab으로 버튼에 이동하기 → 상태를 글자로도 알 수 있는 지 기록하기</a:t>
            </a:r>
          </a:p>
          <a:p xmlns:a="http://schemas.openxmlformats.org/drawingml/2006/main">
            <a:r>
              <a:t/>
            </a:r>
          </a:p>
          <a:p xmlns:a="http://schemas.openxmlformats.org/drawingml/2006/main">
            <a:r>
              <a:t>**설명할 질문.** 정상 상태를 색만으로 표시하면 어떤 정보가 빠질까요?</a:t>
            </a:r>
          </a:p>
          <a:p xmlns:a="http://schemas.openxmlformats.org/drawingml/2006/main">
            <a:r>
              <a:t/>
            </a:r>
          </a:p>
          <a:p xmlns:a="http://schemas.openxmlformats.org/drawingml/2006/main">
            <a:r>
              <a:t>**막혔을 때.** 좁은 화면이 넘치면 고정 폭을 늘리지 말고 max-width와 여백 규칙부터 확인합니다.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작은 화면과 상태의 예</a:t>
            </a:r>
          </a:p>
          <a:p xmlns:a="http://schemas.openxmlformats.org/drawingml/2006/main">
            <a:r>
              <a:t>발췌: 키보드 초점을 보이게 합니다.</a:t>
            </a:r>
          </a:p>
          <a:p xmlns:a="http://schemas.openxmlformats.org/drawingml/2006/main">
            <a:r>
              <a:t/>
            </a:r>
          </a:p>
          <a:p xmlns:a="http://schemas.openxmlformats.org/drawingml/2006/main">
            <a:r>
              <a:t>button:focus-visible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outline: 3px solid black;</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Tab 키로 버튼 초점이 보이는지 봅니다. 정상·미측정 문구를 함께 읽습니다.</a:t>
            </a:r>
          </a:p>
          <a:p xmlns:a="http://schemas.openxmlformats.org/drawingml/2006/main">
            <a:r>
              <a:t>판단 해설: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button:focus-visible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outline: 3px solid black;</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Tab 키로 버튼 초점이 보이는지 봅니다. 정상·미측정 문구를 함께 읽습니다.</a:t>
            </a:r>
          </a:p>
          <a:p xmlns:a="http://schemas.openxmlformats.org/drawingml/2006/main">
            <a:r>
              <a:t/>
            </a:r>
          </a:p>
          <a:p xmlns:a="http://schemas.openxmlformats.org/drawingml/2006/main">
            <a:r>
              <a:t>개념과 연결: 좁은 화면에서도 글자가 읽혀야 합니다. 색과 함께 상태 문구를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상태 이름과 의미를 함께 표시합니다. 색 구별이 어려운 사용자가 있어 초점과 상태를 텍스트로도 전달합니다. 화면 폭 검사를 별도로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초록 원만으로 정상 상태를 알려도 될까요?</a:t>
            </a:r>
          </a:p>
          <a:p xmlns:a="http://schemas.openxmlformats.org/drawingml/2006/main">
            <a:r>
              <a:t/>
            </a:r>
          </a:p>
          <a:p xmlns:a="http://schemas.openxmlformats.org/drawingml/2006/main">
            <a:r>
              <a:t>정답과 풀이: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버튼과 데이터 변화입니다.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데이터 파일과 초기 글자를 나누어 봅니다. 열기 직후와 클릭 뒤를 따로 기록합니다.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JavaScript와 이벤트</a:t>
            </a:r>
          </a:p>
          <a:p xmlns:a="http://schemas.openxmlformats.org/drawingml/2006/main">
            <a:r>
              <a:t/>
            </a:r>
          </a:p>
          <a:p xmlns:a="http://schemas.openxmlformats.org/drawingml/2006/main">
            <a:r>
              <a:t>#### 사례로 이해하기 · 버튼 사건에서 데이터 표시까지 따라가기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안내판은 처음에 22.5를 표시하지만 담당자가 data.js 값을 25로 바꾼 뒤에도 화면은 22.5입니다. 버튼을 누르자 25가 나타납니다. 오류라고 단정하기 전에 초기 문서와 버튼 동작의 데이터 흐름을 나누어 읽습니다.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JavaScript는 브라우저에서 동작을 수행하는 프로그램 언어입니다. 이벤트는 클릭처럼 일어난 사건이고 이벤트 처리 함수는 그 사건 때 실행할 행동입니다. querySelector는 이름에 맞는 문서 요소를 찾습니다. #은 id를 찾는 표시입니다. textContent는 요소의 글자 내용이며 이를 바꾸면 화면 글자가 달라집니다. 데이터 파일의 값, HTML의 처음 글자, 화면의 현재 글자는 같은 장소에 있지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제공 static/index.html은 data.js와 app.js를 연결합니다. data.js가 먼저 window.SENSOR에 가상 기록을 넣고 app.js가 #check·#temperature·#status를 찾습니다. 버튼 클릭 때 temperature 요소에 SENSOR.temperature_c를 넣고 상태에 장소 설명을 넣습니다. 처음 HTML의 22.5는 클릭 전의 표시이며 data.js에서 25를 저장한 뒤 새로고침하고 클릭하면 25가 보입니다. script 연결 순서와 같은 폴더의 파일 경로도 확인합니다. 실제 센서에서 받은 값이라는 의미는 없습니다.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데이터는 26, 처음 HTML 글자는 22.5인 카드의 “열기 직후 / 클릭 뒤 / 데이터 파일 저장 여부” 세 칸을 작성하세요. 버튼 id만 read로 바꾼 경우 필요한 연결 수정을 결정하고 어떤 행동으로 복구를 확인할지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처음은 22.5, 클릭 뒤는 26이며 클릭은 파일에 값을 저장하지 않습니다. id를 read로 바꾸면 JavaScript 선택자도 #read로 맞춰야 합니다. 수정 후 같은 버튼 클릭으로 결과를 확인합니다. “HTML 숫자만 고치면 이후 클릭도 바뀐다”는 답은 실제 데이터 출처를 놓쳤습니다.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버튼이 안 되면 무조건 데이터 문제인가요? 요소 이름이나 코드 로딩도 확인합니다. ② 새로고침과 클릭을 따로 기록하는 이유는 무엇인가요? 초기 표시와 사건 후 표시가 다릅니다. ③ 복구 후 파일 내용만 보면 충분한가요? 이전 실패 행동을 다시 수행하여 동작까지 확인해야 합니다.</a:t>
            </a:r>
          </a:p>
          <a:p xmlns:a="http://schemas.openxmlformats.org/drawingml/2006/main">
            <a:r>
              <a:t/>
            </a:r>
          </a:p>
          <a:p xmlns:a="http://schemas.openxmlformats.org/drawingml/2006/main">
            <a:r>
              <a:t>**뜻과 비유.** JavaScript는 프로그램의 동작을 적는 언어입니다. 이 예제에서는 클릭이나 데이터 변화에 따라 화면을 바꿉니다. 이벤트는 버튼 클릭처럼 프로그램이 반응할 수 있는 사건입니다.</a:t>
            </a:r>
          </a:p>
          <a:p xmlns:a="http://schemas.openxmlformats.org/drawingml/2006/main">
            <a:r>
              <a:t/>
            </a:r>
          </a:p>
          <a:p xmlns:a="http://schemas.openxmlformats.org/drawingml/2006/main">
            <a:r>
              <a:t>**왜 필요한가.** 정적인 문서 내용과 클릭 뒤 실행되는 동작을 나누면 화면이 왜 바뀌었는지 따라갈 수 있습니다.</a:t>
            </a:r>
          </a:p>
          <a:p xmlns:a="http://schemas.openxmlformats.org/drawingml/2006/main">
            <a:r>
              <a:t/>
            </a:r>
          </a:p>
          <a:p xmlns:a="http://schemas.openxmlformats.org/drawingml/2006/main">
            <a:r>
              <a:t>**예를 따라 읽기.** addEventListener("click", ...)는 클릭 때 안쪽 코드를 실행하도록 연결합니다.</a:t>
            </a:r>
          </a:p>
          <a:p xmlns:a="http://schemas.openxmlformats.org/drawingml/2006/main">
            <a:r>
              <a:t/>
            </a:r>
          </a:p>
          <a:p xmlns:a="http://schemas.openxmlformats.org/drawingml/2006/main">
            <a:r>
              <a:t>**헷갈리는 반례.** 버튼이 보인다는 사실만으로 클릭 동작이 연결됐다고 볼 수 없습니다.</a:t>
            </a:r>
          </a:p>
          <a:p xmlns:a="http://schemas.openxmlformats.org/drawingml/2006/main">
            <a:r>
              <a:t/>
            </a:r>
          </a:p>
          <a:p xmlns:a="http://schemas.openxmlformats.org/drawingml/2006/main">
            <a:r>
              <a:t>**직접 적용.** app.js 전체 일곱 줄 읽기 → 버튼 선택과 클릭 연결 구간 나누기 → 누르기 전 상태 문구 예상하기 → 클릭 후 바뀐 문구를 비교하기</a:t>
            </a:r>
          </a:p>
          <a:p xmlns:a="http://schemas.openxmlformats.org/drawingml/2006/main">
            <a:r>
              <a:t/>
            </a:r>
          </a:p>
          <a:p xmlns:a="http://schemas.openxmlformats.org/drawingml/2006/main">
            <a:r>
              <a:t>**설명할 질문.** 버튼 표시와 클릭 반응은 어떻게 다른가요?</a:t>
            </a:r>
          </a:p>
          <a:p xmlns:a="http://schemas.openxmlformats.org/drawingml/2006/main">
            <a:r>
              <a:t/>
            </a:r>
          </a:p>
          <a:p xmlns:a="http://schemas.openxmlformats.org/drawingml/2006/main">
            <a:r>
              <a:t>**막혔을 때.** 선택한 요소가 없다는 오류면 HTML의 id와 querySelector 이름을 비교합니다.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클릭과 JavaScript의 예</a:t>
            </a:r>
          </a:p>
          <a:p xmlns:a="http://schemas.openxmlformats.org/drawingml/2006/main">
            <a:r>
              <a:t>짧은 동작 예. 같은 id와 SENSOR가 필요합니다.</a:t>
            </a:r>
          </a:p>
          <a:p xmlns:a="http://schemas.openxmlformats.org/drawingml/2006/main">
            <a:r>
              <a:t/>
            </a:r>
          </a:p>
          <a:p xmlns:a="http://schemas.openxmlformats.org/drawingml/2006/main">
            <a:r>
              <a:t>const button = document.querySelector("#check");</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const value = document.querySelector("#temperature");</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button.addEventListener("click", () =&gt; {</a:t>
            </a:r>
          </a:p>
          <a:p xmlns:a="http://schemas.openxmlformats.org/drawingml/2006/main">
            <a:r>
              <a:t>뜻: click 사건 때 함수 내부를 실행하도록 등록한다. 괄호와 중괄호의 범위를 함께 읽는다.</a:t>
            </a:r>
          </a:p>
          <a:p xmlns:a="http://schemas.openxmlformats.org/drawingml/2006/main">
            <a:r>
              <a:t/>
            </a:r>
          </a:p>
          <a:p xmlns:a="http://schemas.openxmlformats.org/drawingml/2006/main">
            <a:r>
              <a:t>  value.textContent = window.SENSOR.temperature_c;</a:t>
            </a:r>
          </a:p>
          <a:p xmlns:a="http://schemas.openxmlformats.org/drawingml/2006/main">
            <a:r>
              <a:t>뜻: textContent에 값을 넣으면 화면 글자가 바뀐다. 파일 저장이나 센서 제어를 뜻하지 않는다.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클릭하면 제공 데이터의 온도가 보입니다. 파일에 온도가 저장되는 것은 아닙니다.</a:t>
            </a:r>
          </a:p>
          <a:p xmlns:a="http://schemas.openxmlformats.org/drawingml/2006/main">
            <a:r>
              <a:t>판단 해설: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const value = document.querySelector("#temperature");</a:t>
            </a:r>
          </a:p>
          <a:p xmlns:a="http://schemas.openxmlformats.org/drawingml/2006/main">
            <a:r>
              <a:t>뜻: querySelector는 HTML에서 이름에 맞는 요소를 찾는다. #은 id 선택이고 문자열의 따옴표를 유지한다.</a:t>
            </a:r>
          </a:p>
          <a:p xmlns:a="http://schemas.openxmlformats.org/drawingml/2006/main">
            <a:r>
              <a:t/>
            </a:r>
          </a:p>
          <a:p xmlns:a="http://schemas.openxmlformats.org/drawingml/2006/main">
            <a:r>
              <a:t>button.addEventListener("click", () =&gt; {</a:t>
            </a:r>
          </a:p>
          <a:p xmlns:a="http://schemas.openxmlformats.org/drawingml/2006/main">
            <a:r>
              <a:t>뜻: click 사건 때 함수 내부를 실행하도록 등록한다. 괄호와 중괄호의 범위를 함께 읽는다.</a:t>
            </a:r>
          </a:p>
          <a:p xmlns:a="http://schemas.openxmlformats.org/drawingml/2006/main">
            <a:r>
              <a:t/>
            </a:r>
          </a:p>
          <a:p xmlns:a="http://schemas.openxmlformats.org/drawingml/2006/main">
            <a:r>
              <a:t>  value.textContent = window.SENSOR.temperature_c;</a:t>
            </a:r>
          </a:p>
          <a:p xmlns:a="http://schemas.openxmlformats.org/drawingml/2006/main">
            <a:r>
              <a:t>뜻: textContent에 값을 넣으면 화면 글자가 바뀐다. 파일 저장이나 센서 제어를 뜻하지 않는다.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클릭하면 제공 데이터의 온도가 보입니다. 파일에 온도가 저장되는 것은 아닙니다.</a:t>
            </a:r>
          </a:p>
          <a:p xmlns:a="http://schemas.openxmlformats.org/drawingml/2006/main">
            <a:r>
              <a:t/>
            </a:r>
          </a:p>
          <a:p xmlns:a="http://schemas.openxmlformats.org/drawingml/2006/main">
            <a:r>
              <a:t>개념과 연결: 클릭은 브라우저에서 일어난 사건입니다. 처리 함수가 화면의 글자를 바꿉니다.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HTML id와 querySelector 이름, 스크립트 경로, data.js 로딩 순서, 저장과 새로고침을 확인합니다. 짧은 코드의 각 줄은 요소 찾기·사건 등록·글자 바꾸기입니다.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버튼이 반응하지 않으면 무엇을 대조하나요?</a:t>
            </a:r>
          </a:p>
          <a:p xmlns:a="http://schemas.openxmlformats.org/drawingml/2006/main">
            <a:r>
              <a:t/>
            </a:r>
          </a:p>
          <a:p xmlns:a="http://schemas.openxmlformats.org/drawingml/2006/main">
            <a:r>
              <a:t>정답과 풀이: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데이터와 화면 내용 연결</a:t>
            </a:r>
          </a:p>
          <a:p xmlns:a="http://schemas.openxmlformats.org/drawingml/2006/main">
            <a:r>
              <a:t/>
            </a:r>
          </a:p>
          <a:p xmlns:a="http://schemas.openxmlformats.org/drawingml/2006/main">
            <a:r>
              <a:t>**뜻과 비유.** 데이터는 프로그램이 보여 줄 값이며 화면 요소는 그 값을 담는 자리입니다. textContent는 글자를 넣는 방법으로 오늘의 단순 숫자·문구 표시에 사용합니다.</a:t>
            </a:r>
          </a:p>
          <a:p xmlns:a="http://schemas.openxmlformats.org/drawingml/2006/main">
            <a:r>
              <a:t/>
            </a:r>
          </a:p>
          <a:p xmlns:a="http://schemas.openxmlformats.org/drawingml/2006/main">
            <a:r>
              <a:t>**왜 필요한가.** 어느 파일의 값이 어느 화면 자리로 이동하는지 알면 작은 변경을 스스로 확인할 수 있습니다.</a:t>
            </a:r>
          </a:p>
          <a:p xmlns:a="http://schemas.openxmlformats.org/drawingml/2006/main">
            <a:r>
              <a:t/>
            </a:r>
          </a:p>
          <a:p xmlns:a="http://schemas.openxmlformats.org/drawingml/2006/main">
            <a:r>
              <a:t>**예를 따라 읽기.** data.js의 temperature_c를 24.5로 바꾼 뒤 클릭하면 온도 자리에 24.5가 표시됩니다.</a:t>
            </a:r>
          </a:p>
          <a:p xmlns:a="http://schemas.openxmlformats.org/drawingml/2006/main">
            <a:r>
              <a:t/>
            </a:r>
          </a:p>
          <a:p xmlns:a="http://schemas.openxmlformats.org/drawingml/2006/main">
            <a:r>
              <a:t>**헷갈리는 반례.** HTML에 처음 적힌 22.5와 클릭 후 data.js에서 읽은 값은 출처가 다르므로 수정 위치를 구분합니다.</a:t>
            </a:r>
          </a:p>
          <a:p xmlns:a="http://schemas.openxmlformats.org/drawingml/2006/main">
            <a:r>
              <a:t/>
            </a:r>
          </a:p>
          <a:p xmlns:a="http://schemas.openxmlformats.org/drawingml/2006/main">
            <a:r>
              <a:t>**직접 적용.** data.js의 세 필드 읽기 → 온도 하나를 24.5로 바꾸기 → 새로고침 직후와 클릭 후 비교하기 → 초기 HTML 값과 동적 값의 출처 쓰기</a:t>
            </a:r>
          </a:p>
          <a:p xmlns:a="http://schemas.openxmlformats.org/drawingml/2006/main">
            <a:r>
              <a:t/>
            </a:r>
          </a:p>
          <a:p xmlns:a="http://schemas.openxmlformats.org/drawingml/2006/main">
            <a:r>
              <a:t>**설명할 질문.** 새로고침 직후와 클릭 뒤 값이 다른 이유는 무엇인가요?</a:t>
            </a:r>
          </a:p>
          <a:p xmlns:a="http://schemas.openxmlformats.org/drawingml/2006/main">
            <a:r>
              <a:t/>
            </a:r>
          </a:p>
          <a:p xmlns:a="http://schemas.openxmlformats.org/drawingml/2006/main">
            <a:r>
              <a:t>**막혔을 때.** 값이 그대로면 클릭까지 수행했는지 봅니다. 초기 HTML 값만 확인하고 변경 실패라고 판단하지 않습니다.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데이터와 초기 글자의 예</a:t>
            </a:r>
          </a:p>
          <a:p xmlns:a="http://schemas.openxmlformats.org/drawingml/2006/main">
            <a:r>
              <a:t>짧은 완성 데이터 파일: data.js</a:t>
            </a:r>
          </a:p>
          <a:p xmlns:a="http://schemas.openxmlformats.org/drawingml/2006/main">
            <a:r>
              <a:t/>
            </a:r>
          </a:p>
          <a:p xmlns:a="http://schemas.openxmlformats.org/drawingml/2006/main">
            <a:r>
              <a:t>window.SENSOR =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location: "입구",</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temperature_c: 26</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처음 HTML이 22.5면 열기 직후도 22.5입니다. 클릭 뒤 데이터 26을 표시합니다.</a:t>
            </a:r>
          </a:p>
          <a:p xmlns:a="http://schemas.openxmlformats.org/drawingml/2006/main">
            <a:r>
              <a:t>판단 해설: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location: "입구",</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temperature_c: 26</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처음 HTML이 22.5면 열기 직후도 22.5입니다. 클릭 뒤 데이터 26을 표시합니다.</a:t>
            </a:r>
          </a:p>
          <a:p xmlns:a="http://schemas.openxmlformats.org/drawingml/2006/main">
            <a:r>
              <a:t/>
            </a:r>
          </a:p>
          <a:p xmlns:a="http://schemas.openxmlformats.org/drawingml/2006/main">
            <a:r>
              <a:t>개념과 연결: HTML의 처음 숫자와 데이터 값은 다릅니다. 버튼이 data.js의 값을 읽어 표시합니다.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초기 HTML22.5, 클릭 후26입니다. 클릭은 화면 글자를 바꾸며 데이터 파일을 저장하지 않습니다. 실제 센서 데이터가 아니라 가상 데이터입니다.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새로고침 직후와 클릭 뒤 값을 쓰세요. 클릭하면 data.js도 바뀌나요?</a:t>
            </a:r>
          </a:p>
          <a:p xmlns:a="http://schemas.openxmlformats.org/drawingml/2006/main">
            <a:r>
              <a:t/>
            </a:r>
          </a:p>
          <a:p xmlns:a="http://schemas.openxmlformats.org/drawingml/2006/main">
            <a:r>
              <a:t>정답과 풀이: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오류 위치와 최소 복구</a:t>
            </a:r>
          </a:p>
          <a:p xmlns:a="http://schemas.openxmlformats.org/drawingml/2006/main">
            <a:r>
              <a:t/>
            </a:r>
          </a:p>
          <a:p xmlns:a="http://schemas.openxmlformats.org/drawingml/2006/main">
            <a:r>
              <a:t>**뜻과 비유.** 오류를 찾을 때는 증상·실제 파일·가장 최근에 바꾼 부분을 순서대로 확인합니다. 코드 전체를 다시 쓰기보다 연결 하나를 비교합니다.</a:t>
            </a:r>
          </a:p>
          <a:p xmlns:a="http://schemas.openxmlformats.org/drawingml/2006/main">
            <a:r>
              <a:t/>
            </a:r>
          </a:p>
          <a:p xmlns:a="http://schemas.openxmlformats.org/drawingml/2006/main">
            <a:r>
              <a:t>**왜 필요한가.** 작은 오타를 찾는 과정은 화면이 여러 파일의 연결로 만들어진다는 사실을 보여 줍니다.</a:t>
            </a:r>
          </a:p>
          <a:p xmlns:a="http://schemas.openxmlformats.org/drawingml/2006/main">
            <a:r>
              <a:t/>
            </a:r>
          </a:p>
          <a:p xmlns:a="http://schemas.openxmlformats.org/drawingml/2006/main">
            <a:r>
              <a:t>**예를 따라 읽기.** 복사본의 id ="check"를 id ="checkx"로 바꾸면 #check 선택과 어긋납니다. 원복하면 클릭이 돌아옵니다.</a:t>
            </a:r>
          </a:p>
          <a:p xmlns:a="http://schemas.openxmlformats.org/drawingml/2006/main">
            <a:r>
              <a:t/>
            </a:r>
          </a:p>
          <a:p xmlns:a="http://schemas.openxmlformats.org/drawingml/2006/main">
            <a:r>
              <a:t>**헷갈리는 반례.** 정상 원본까지 고치면 비교 기준을 잃으므로 의도적 오류는 작업 복사본에만 만듭니다.</a:t>
            </a:r>
          </a:p>
          <a:p xmlns:a="http://schemas.openxmlformats.org/drawingml/2006/main">
            <a:r>
              <a:t/>
            </a:r>
          </a:p>
          <a:p xmlns:a="http://schemas.openxmlformats.org/drawingml/2006/main">
            <a:r>
              <a:t>**직접 적용.** 복사본에서 id 한 글자 바꾸기 → 클릭 반응이 없는 증상 관찰하기 → HTML과 JavaScript 이름 대조하기 → 원복 후 같은 행동으로 재확인하기</a:t>
            </a:r>
          </a:p>
          <a:p xmlns:a="http://schemas.openxmlformats.org/drawingml/2006/main">
            <a:r>
              <a:t/>
            </a:r>
          </a:p>
          <a:p xmlns:a="http://schemas.openxmlformats.org/drawingml/2006/main">
            <a:r>
              <a:t>**설명할 질문.** 원복 후에도 같은 행동으로 확인해야 하는 이유는 무엇인가요?</a:t>
            </a:r>
          </a:p>
          <a:p xmlns:a="http://schemas.openxmlformats.org/drawingml/2006/main">
            <a:r>
              <a:t/>
            </a:r>
          </a:p>
          <a:p xmlns:a="http://schemas.openxmlformats.org/drawingml/2006/main">
            <a:r>
              <a:t>**막혔을 때.** 개발자 도구가 익숙하지 않으면 먼저 원문 이름 비교로 찾고 강사가 콘솔 오류를 보여 줍니다.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id를 유지하거나 선택자를 함께 맞춥니다.</a:t>
            </a:r>
          </a:p>
          <a:p xmlns:a="http://schemas.openxmlformats.org/drawingml/2006/main">
            <a:r>
              <a:t/>
            </a:r>
          </a:p>
          <a:p xmlns:a="http://schemas.openxmlformats.org/drawingml/2006/main">
            <a:r>
              <a:t>표와 문장을 읽는 방법: 증상과 원인을 먼저 나누어 읽습니다. 연결 이름 한 곳을 대조해 복구합니다.</a:t>
            </a:r>
          </a:p>
          <a:p xmlns:a="http://schemas.openxmlformats.org/drawingml/2006/main">
            <a:r>
              <a:t>예상 결과: 이름을 맞춘 뒤 같은 버튼을 눌러 봅니다. 원문만 읽고 동작 복구를 단정하지 않습니다.</a:t>
            </a:r>
          </a:p>
          <a:p xmlns:a="http://schemas.openxmlformats.org/drawingml/2006/main">
            <a:r>
              <a:t/>
            </a:r>
          </a:p>
          <a:p xmlns:a="http://schemas.openxmlformats.org/drawingml/2006/main">
            <a:r>
              <a:t>판단 해설: id를 check로 돌리거나 선택자를 #read로 맞춥니다. 제공 연결 경로를 유지하는 최소 변경을 우선하고 실제 클릭으로 결과를 확인합니다.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이름을 맞춘 뒤 같은 버튼을 눌러 봅니다. 원문만 읽고 동작 복구를 단정하지 않습니다.</a:t>
            </a:r>
          </a:p>
          <a:p xmlns:a="http://schemas.openxmlformats.org/drawingml/2006/main">
            <a:r>
              <a:t/>
            </a:r>
          </a:p>
          <a:p xmlns:a="http://schemas.openxmlformats.org/drawingml/2006/main">
            <a:r>
              <a:t>개념과 연결: 증상과 원인을 먼저 나누어 읽습니다. 연결 이름 한 곳을 대조해 복구합니다.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id를 check로 돌리거나 선택자를 #read로 맞춥니다. 제공 연결 경로를 유지하는 최소 변경을 우선하고 실제 클릭으로 결과를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id가 read이고 선택자가 #check입니다. 두 가지 복구 방법을 설명해 보세요.</a:t>
            </a:r>
          </a:p>
          <a:p xmlns:a="http://schemas.openxmlformats.org/drawingml/2006/main">
            <a:r>
              <a:t/>
            </a:r>
          </a:p>
          <a:p xmlns:a="http://schemas.openxmlformats.org/drawingml/2006/main">
            <a:r>
              <a:t>정답과 풀이: id를 check로 돌리거나 선택자를 #read로 맞춥니다. 제공 연결 경로를 유지하는 최소 변경을 우선하고 실제 클릭으로 결과를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React의 화면 부품입니다.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JSX 작성에는 변환 단계가 필요합니다. 제공 번들은 브라우저가 실행합니다.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React와 컴포넌트</a:t>
            </a:r>
          </a:p>
          <a:p xmlns:a="http://schemas.openxmlformats.org/drawingml/2006/main">
            <a:r>
              <a:t/>
            </a:r>
          </a:p>
          <a:p xmlns:a="http://schemas.openxmlformats.org/drawingml/2006/main">
            <a:r>
              <a:t>#### 사례로 이해하기 · React 부품과 브라우저가 실행하는 파일</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카드를 여러 장소에 쓰려 합니다. 카드마다 제목과 온도를 직접 복사하면 한 곳을 고칠 때 다른 곳도 찾아야 합니다. 공통 화면 부품에 장소 값을 전달하면 구조를 재사용할 수 있습니다. 다만 소스 파일과 실제 실행 파일이 다르면 소스만 고치고 화면이 바뀌었다고 기대해서는 안 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React 컴포넌트는 화면을 만드는 함수이며 props는 바깥에서 그 부품에 전달하는 값입니다. state는 화면 부품이 기억하고 바꾸는 현재 값입니다. JSX는 JavaScript 안에서 화면 구조를 적는 문법입니다. 일반 브라우저는 JSX가 들어 있는 .jsx 소스를 그대로 실행하지 못하며 변환 단계가 필요합니다. 번들은 변환된 코드와 필요한 라이브러리를 묶어 브라우저가 읽도록 만든 파일입니다. 제공 index.html은 app.bundle.js를 실행합니다.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App.jsx의 `&lt;SensorCard location={window.SENSOR.location} /&gt;`은 같은 부품에 장소를 전달합니다. SensorCard 안에서 useState는 SENSOR.temperature_c를 시작 값으로 기억합니다. 클릭은 setTemperature로 현재 값을 0.5 올립니다. 제공 데이터가 22.5라면 두 번 클릭 뒤 23.5가 보이며 새로고침하면 22.5로 돌아옵니다. 클릭이 data.js나 센서 장비에 저장한 것은 아닙니다. data.js는 HTML이 별도로 읽으므로 장소를 바꿔 저장·새로고침하면 반영됩니다. App.jsx의 문구나 증가량을 바꾸려면 번들을 다시 만드는 환경이 필요하고 오늘 필수 활동은 제공 번들을 사용합니다.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“장소 이름 바꾸기”, “클릭한 현재 온도 올리기”, “증가량을 1로 바꾸기”를 데이터 파일·상태 변경·소스와 번들 재생성에 각각 연결하세요. 원래 값이 24라면 세 번 클릭과 새로고침 뒤의 값도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장소는 data.js, 현재 값은 브라우저 state, 증가량은 App.jsx 수정과 빌드가 필요합니다. 세 번 뒤 25.5이고 새로고침 뒤 24입니다. “JSX는 HTML과 같아서 파일을 열면 된다”는 답은 변환을 빠뜨렸습니다. “클릭값이 저장됐다”는 답은 메모리와 파일을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props와 state는 같은가요? 전달 입력과 부품의 현재 기억입니다. ② 번들을 직접 고치나요? 생성 결과보다 소스를 수정하고 다시 만드는 경로가 기준입니다. ③ React가 MCP를 자동 호출하나요? 별도 연결 처리 없이는 호출하지 않습니다.</a:t>
            </a:r>
          </a:p>
          <a:p xmlns:a="http://schemas.openxmlformats.org/drawingml/2006/main">
            <a:r>
              <a:t/>
            </a:r>
          </a:p>
          <a:p xmlns:a="http://schemas.openxmlformats.org/drawingml/2006/main">
            <a:r>
              <a:t>**뜻과 비유.** React는 데이터와 상태를 이용해 화면을 구성하는 JavaScript 라이브러리입니다. 컴포넌트는 내용과 동작을 함께 설명하는 재사용 가능한 화면 부품입니다.</a:t>
            </a:r>
          </a:p>
          <a:p xmlns:a="http://schemas.openxmlformats.org/drawingml/2006/main">
            <a:r>
              <a:t/>
            </a:r>
          </a:p>
          <a:p xmlns:a="http://schemas.openxmlformats.org/drawingml/2006/main">
            <a:r>
              <a:t>**왜 필요한가.** 같은 센서 안내 형식을 여러 곳에 쓸 때 각 부품의 입력과 상태를 구분할 수 있습니다.</a:t>
            </a:r>
          </a:p>
          <a:p xmlns:a="http://schemas.openxmlformats.org/drawingml/2006/main">
            <a:r>
              <a:t/>
            </a:r>
          </a:p>
          <a:p xmlns:a="http://schemas.openxmlformats.org/drawingml/2006/main">
            <a:r>
              <a:t>**예를 따라 읽기.** SensorCard는 장소와 온도를 보여 주는 제공된 완성 부품입니다. App은 제목과 이 부품을 화면에 배치합니다.</a:t>
            </a:r>
          </a:p>
          <a:p xmlns:a="http://schemas.openxmlformats.org/drawingml/2006/main">
            <a:r>
              <a:t/>
            </a:r>
          </a:p>
          <a:p xmlns:a="http://schemas.openxmlformats.org/drawingml/2006/main">
            <a:r>
              <a:t>**헷갈리는 반례.** React는 HTML이나 CSS를 없애는 도구가 아니며 화면의 내용과 모양을 여전히 이해해야 합니다.</a:t>
            </a:r>
          </a:p>
          <a:p xmlns:a="http://schemas.openxmlformats.org/drawingml/2006/main">
            <a:r>
              <a:t/>
            </a:r>
          </a:p>
          <a:p xmlns:a="http://schemas.openxmlformats.org/drawingml/2006/main">
            <a:r>
              <a:t>**직접 적용.** code/react/index.html 실행하기 → App.jsx에서 두 함수 이름 찾기 → 제목·SensorCard·안내문 위치 연결하기 → 정적 화면과 React 부품의 공통점 적기</a:t>
            </a:r>
          </a:p>
          <a:p xmlns:a="http://schemas.openxmlformats.org/drawingml/2006/main">
            <a:r>
              <a:t/>
            </a:r>
          </a:p>
          <a:p xmlns:a="http://schemas.openxmlformats.org/drawingml/2006/main">
            <a:r>
              <a:t>**설명할 질문.** 컴포넌트는 표의 데이터 한 행과 같은 말인가요?</a:t>
            </a:r>
          </a:p>
          <a:p xmlns:a="http://schemas.openxmlformats.org/drawingml/2006/main">
            <a:r>
              <a:t/>
            </a:r>
          </a:p>
          <a:p xmlns:a="http://schemas.openxmlformats.org/drawingml/2006/main">
            <a:r>
              <a:t>**막혔을 때.** 패키지 설치가 없어도 제공 app.bundle.js로 화면을 볼 수 있습니다. JSX를 브라우저가 그대로 읽는다고 가정하지 않습니다.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React의 화면 부품의 예</a:t>
            </a:r>
          </a:p>
          <a:p xmlns:a="http://schemas.openxmlformats.org/drawingml/2006/main">
            <a:r>
              <a:t>JSX 발췌. 브라우저는 제공 번들을 실행합니다.</a:t>
            </a:r>
          </a:p>
          <a:p xmlns:a="http://schemas.openxmlformats.org/drawingml/2006/main">
            <a:r>
              <a:t/>
            </a:r>
          </a:p>
          <a:p xmlns:a="http://schemas.openxmlformats.org/drawingml/2006/main">
            <a:r>
              <a:t>&lt;SensorCard location={window.SENSOR.location} /&gt;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App.jsx는 작성 소스입니다. app.bundle.js는 변환한 실행 파일입니다. JSX를 일반 브라우저가 그대로 실행하지 못합니다.</a:t>
            </a:r>
          </a:p>
          <a:p xmlns:a="http://schemas.openxmlformats.org/drawingml/2006/main">
            <a:r>
              <a:t>판단 해설: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&lt;SensorCard location={window.SENSOR.location} /&gt;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App.jsx는 작성 소스입니다. app.bundle.js는 변환한 실행 파일입니다. JSX를 일반 브라우저가 그대로 실행하지 못합니다.</a:t>
            </a:r>
          </a:p>
          <a:p xmlns:a="http://schemas.openxmlformats.org/drawingml/2006/main">
            <a:r>
              <a:t/>
            </a:r>
          </a:p>
          <a:p xmlns:a="http://schemas.openxmlformats.org/drawingml/2006/main">
            <a:r>
              <a:t>개념과 연결: 컴포넌트는 재사용하는 화면 함수입니다. props는 부품에 전달하는 입력입니다.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source를 바꾼 뒤 번들을 다시 만드는 환경이 필요합니다. 설치와 전체 앱 작성은 필수가 아니며 제공 index.html은 data.js와 app.bundle.js를 로드합니다.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App.jsx만 고치고 번들은 그대로입니다. 화면이 바뀌었다고 판단할 수 있나요?</a:t>
            </a:r>
          </a:p>
          <a:p xmlns:a="http://schemas.openxmlformats.org/drawingml/2006/main">
            <a:r>
              <a:t/>
            </a:r>
          </a:p>
          <a:p xmlns:a="http://schemas.openxmlformats.org/drawingml/2006/main">
            <a:r>
              <a:t>정답과 풀이: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props와 제공 데이터 수정</a:t>
            </a:r>
          </a:p>
          <a:p xmlns:a="http://schemas.openxmlformats.org/drawingml/2006/main">
            <a:r>
              <a:t/>
            </a:r>
          </a:p>
          <a:p xmlns:a="http://schemas.openxmlformats.org/drawingml/2006/main">
            <a:r>
              <a:t>**뜻과 비유.** props는 부모가 부품에 전달하는 입력입니다. 오늘은 장소를 전달하고 온도의 첫 값을 제공 데이터에서 읽는 작은 완성 예제를 사용합니다.</a:t>
            </a:r>
          </a:p>
          <a:p xmlns:a="http://schemas.openxmlformats.org/drawingml/2006/main">
            <a:r>
              <a:t/>
            </a:r>
          </a:p>
          <a:p xmlns:a="http://schemas.openxmlformats.org/drawingml/2006/main">
            <a:r>
              <a:t>**왜 필요한가.** 부품을 처음부터 새로 만들지 않아도 어떤 입력을 바꾸면 어느 화면이 달라지는지 확인할 수 있습니다.</a:t>
            </a:r>
          </a:p>
          <a:p xmlns:a="http://schemas.openxmlformats.org/drawingml/2006/main">
            <a:r>
              <a:t/>
            </a:r>
          </a:p>
          <a:p xmlns:a="http://schemas.openxmlformats.org/drawingml/2006/main">
            <a:r>
              <a:t>**예를 따라 읽기.** work/react/data.js에서 location을 창고,temperature_c를 24.5로 바꾸고 새로고침하면 부품의 내용이 바뀝니다.</a:t>
            </a:r>
          </a:p>
          <a:p xmlns:a="http://schemas.openxmlformats.org/drawingml/2006/main">
            <a:r>
              <a:t/>
            </a:r>
          </a:p>
          <a:p xmlns:a="http://schemas.openxmlformats.org/drawingml/2006/main">
            <a:r>
              <a:t>**헷갈리는 반례.** JSX의 중괄호는 여기서 JavaScript 값을 넣는 자리이며 CSS 규칙의 중괄호와 역할이 다릅니다.</a:t>
            </a:r>
          </a:p>
          <a:p xmlns:a="http://schemas.openxmlformats.org/drawingml/2006/main">
            <a:r>
              <a:t/>
            </a:r>
          </a:p>
          <a:p xmlns:a="http://schemas.openxmlformats.org/drawingml/2006/main">
            <a:r>
              <a:t>**직접 적용.** 작업 React 폴더 열기 → data.js의 장소와 온도 수정하기 → 새로고침 해두 표시 비교하기 → props로 전달되는 장소 경로 쓰기</a:t>
            </a:r>
          </a:p>
          <a:p xmlns:a="http://schemas.openxmlformats.org/drawingml/2006/main">
            <a:r>
              <a:t/>
            </a:r>
          </a:p>
          <a:p xmlns:a="http://schemas.openxmlformats.org/drawingml/2006/main">
            <a:r>
              <a:t>**설명할 질문.** 같은 부품을 다른 장소에 쓰려면 어떤 입력을 바꿀까요?</a:t>
            </a:r>
          </a:p>
          <a:p xmlns:a="http://schemas.openxmlformats.org/drawingml/2006/main">
            <a:r>
              <a:t/>
            </a:r>
          </a:p>
          <a:p xmlns:a="http://schemas.openxmlformats.org/drawingml/2006/main">
            <a:r>
              <a:t>**막혔을 때.** 수정한 data.js가 code인지 work인지 확인합니다. 변경 값을 읽는 곳은 현재 열린 HTML 과 같은 폴더입니다.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 작업 화면으로 전환하기 · A10 → A11</a:t>
            </a:r>
          </a:p>
          <a:p xmlns:a="http://schemas.openxmlformats.org/drawingml/2006/main">
            <a:r>
              <a:t/>
            </a:r>
          </a:p>
          <a:p xmlns:a="http://schemas.openxmlformats.org/drawingml/2006/main">
            <a:r>
              <a:t>탐색기에서 `course/work/react/index.html`을 브라우저로 엽니다. 주소에 **work/react/index.html**이 있는지 확인하고 기록합니다. 같은 폴더의 `data.js`를 수정·저장한 뒤 이 작업 탭을 새로고침합니다. 장소 `창고`, 온도 `24.5`가 보이는지 비교합니다. A10의 code/react 탭은 원본이므로 작업 수정이 반영되지 않습니다. App.jsx 재빌드는 선택입니다.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장소를 props로 전달의 예</a:t>
            </a:r>
          </a:p>
          <a:p xmlns:a="http://schemas.openxmlformats.org/drawingml/2006/main">
            <a:r>
              <a:t>work/react/data.js의 가상 데이터</a:t>
            </a:r>
          </a:p>
          <a:p xmlns:a="http://schemas.openxmlformats.org/drawingml/2006/main">
            <a:r>
              <a:t/>
            </a:r>
          </a:p>
          <a:p xmlns:a="http://schemas.openxmlformats.org/drawingml/2006/main">
            <a:r>
              <a:t>window.SENSOR =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sensor_id: "S01",</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location: "창고",</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temperature_c: 22.5</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저장·새로고침 뒤 창고 센서로 보입니다. data.js는 HTML이 별도로 읽습니다.</a:t>
            </a:r>
          </a:p>
          <a:p xmlns:a="http://schemas.openxmlformats.org/drawingml/2006/main">
            <a:r>
              <a:t>판단 해설: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sensor_id: "S01",</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location: "창고",</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temperature_c: 22.5</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저장·새로고침 뒤 창고 센서로 보입니다. data.js는 HTML이 별도로 읽습니다.</a:t>
            </a:r>
          </a:p>
          <a:p xmlns:a="http://schemas.openxmlformats.org/drawingml/2006/main">
            <a:r>
              <a:t/>
            </a:r>
          </a:p>
          <a:p xmlns:a="http://schemas.openxmlformats.org/drawingml/2006/main">
            <a:r>
              <a:t>개념과 연결: SENSOR.location을 부품에 전달합니다. 같은 부품을 다른 장소에도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work/react/data.js의 location을 바꿉니다. 실제 열린 HTML과 같은 폴더의 데이터인지 확인합니다. 코드를 가진 code 폴더는 보존합니다.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같은 SensorCard를 실습실에 쓰려면? 어떤 제공 입력을 바꿀까요?</a:t>
            </a:r>
          </a:p>
          <a:p xmlns:a="http://schemas.openxmlformats.org/drawingml/2006/main">
            <a:r>
              <a:t/>
            </a:r>
          </a:p>
          <a:p xmlns:a="http://schemas.openxmlformats.org/drawingml/2006/main">
            <a:r>
              <a:t>정답과 풀이: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상태와 화면의 다시 그리기</a:t>
            </a:r>
          </a:p>
          <a:p xmlns:a="http://schemas.openxmlformats.org/drawingml/2006/main">
            <a:r>
              <a:t/>
            </a:r>
          </a:p>
          <a:p xmlns:a="http://schemas.openxmlformats.org/drawingml/2006/main">
            <a:r>
              <a:t>**뜻과 비유.** 상태는 컴포넌트가 기억하는 값입니다. useState는 현재 값과 그 값을 바꾸는 함수를 제공하며 상태 변경에 따라 화면이 다시 계산됩니다.</a:t>
            </a:r>
          </a:p>
          <a:p xmlns:a="http://schemas.openxmlformats.org/drawingml/2006/main">
            <a:r>
              <a:t/>
            </a:r>
          </a:p>
          <a:p xmlns:a="http://schemas.openxmlformats.org/drawingml/2006/main">
            <a:r>
              <a:t>**왜 필요한가.** 화면 글자를 직접 찾는 방식과 상태를 바꿔 화면을 설명하는 방식의 차이를 작은 클릭으로 관찰합니다.</a:t>
            </a:r>
          </a:p>
          <a:p xmlns:a="http://schemas.openxmlformats.org/drawingml/2006/main">
            <a:r>
              <a:t/>
            </a:r>
          </a:p>
          <a:p xmlns:a="http://schemas.openxmlformats.org/drawingml/2006/main">
            <a:r>
              <a:t>**예를 따라 읽기.** 0.5 올린 모의값 버튼을 누르면 22.5 →23.0처럼 상태가 바뀝니다. 이것은 실제 센서 측정이 아닙니다.</a:t>
            </a:r>
          </a:p>
          <a:p xmlns:a="http://schemas.openxmlformats.org/drawingml/2006/main">
            <a:r>
              <a:t/>
            </a:r>
          </a:p>
          <a:p xmlns:a="http://schemas.openxmlformats.org/drawingml/2006/main">
            <a:r>
              <a:t>**헷갈리는 반례.** 새로고침하면 서버에 저장한 값이 아니라 data.js의 초기 값으로 돌아갑니다.</a:t>
            </a:r>
          </a:p>
          <a:p xmlns:a="http://schemas.openxmlformats.org/drawingml/2006/main">
            <a:r>
              <a:t/>
            </a:r>
          </a:p>
          <a:p xmlns:a="http://schemas.openxmlformats.org/drawingml/2006/main">
            <a:r>
              <a:t>**직접 적용.** useState와 setTemperature 위치 찾기 → 클릭 전후 숫자 예상하기 → 두 번 클릭한 값과 실제 비교하기 → 새로고침 뒤 초기화 이유 설명하기</a:t>
            </a:r>
          </a:p>
          <a:p xmlns:a="http://schemas.openxmlformats.org/drawingml/2006/main">
            <a:r>
              <a:t/>
            </a:r>
          </a:p>
          <a:p xmlns:a="http://schemas.openxmlformats.org/drawingml/2006/main">
            <a:r>
              <a:t>**설명할 질문.** 상태 변경과 파일 저장은 어떤 차이가 있나요?</a:t>
            </a:r>
          </a:p>
          <a:p xmlns:a="http://schemas.openxmlformats.org/drawingml/2006/main">
            <a:r>
              <a:t/>
            </a:r>
          </a:p>
          <a:p xmlns:a="http://schemas.openxmlformats.org/drawingml/2006/main">
            <a:r>
              <a:t>**막혔을 때.** 버튼을 누른 값이 파일에 저장됐다고 생각되면 data.js 원문을 다시 열어 비교합니다.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값 기억하기의 예</a:t>
            </a:r>
          </a:p>
          <a:p xmlns:a="http://schemas.openxmlformats.org/drawingml/2006/main">
            <a:r>
              <a:t>발췌: SensorCard 안의 상태 시작 부분</a:t>
            </a:r>
          </a:p>
          <a:p xmlns:a="http://schemas.openxmlformats.org/drawingml/2006/main">
            <a:r>
              <a:t/>
            </a:r>
          </a:p>
          <a:p xmlns:a="http://schemas.openxmlformats.org/drawingml/2006/main">
            <a:r>
              <a:t>const [temperature, setTemperature]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useState(window.SENSOR.temperature_c);</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예상과 확인: 22.5에서 두 번 클릭하면 23.5입니다. 새로고침하면 처음 값 22.5로 돌아옵니다.</a:t>
            </a:r>
          </a:p>
          <a:p xmlns:a="http://schemas.openxmlformats.org/drawingml/2006/main">
            <a:r>
              <a:t>판단 해설: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[temperature, setTemperature] =</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useState(window.SENSOR.temperature_c);</a:t>
            </a:r>
          </a:p>
          <a:p xmlns:a="http://schemas.openxmlformats.org/drawingml/2006/main">
            <a:r>
              <a:t>뜻: temperature_c는 섭씨 가상 값 필드이다. 숫자와 따옴표 문자열·null을 구별한다.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22.5에서 두 번 클릭하면 23.5입니다. 새로고침하면 처음 값 22.5로 돌아옵니다.</a:t>
            </a:r>
          </a:p>
          <a:p xmlns:a="http://schemas.openxmlformats.org/drawingml/2006/main">
            <a:r>
              <a:t/>
            </a:r>
          </a:p>
          <a:p xmlns:a="http://schemas.openxmlformats.org/drawingml/2006/main">
            <a:r>
              <a:t>개념과 연결: state는 화면 부품이 기억하는 현재 값입니다. 클릭으로 바꿔도 파일을 저장하지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처음 24에서 0.5 버튼을 세 번 누르면? 새로고침 뒤에는 얼마인가요?</a:t>
            </a:r>
          </a:p>
          <a:p xmlns:a="http://schemas.openxmlformats.org/drawingml/2006/main">
            <a:r>
              <a:t/>
            </a:r>
          </a:p>
          <a:p xmlns:a="http://schemas.openxmlformats.org/drawingml/2006/main">
            <a:r>
              <a:t>정답과 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MCP 요청과 응답입니다.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읽기와 MCP 경로를 비교합니다. 연결 가능성과 쓰기 허용을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MCP의 호스트·클라이언트·서버</a:t>
            </a:r>
          </a:p>
          <a:p xmlns:a="http://schemas.openxmlformats.org/drawingml/2006/main">
            <a:r>
              <a:t/>
            </a:r>
          </a:p>
          <a:p xmlns:a="http://schemas.openxmlformats.org/drawingml/2006/main">
            <a:r>
              <a:t>#### 사례로 이해하기 · 직접 연결과 MCP 연결을 비교한 뒤 권한 정하기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온도 안내판이 기록을 보여 주는 방법에는 파일을 직접 읽는 경로, 서버 API를 호출하는 경로, AI 도구가 MCP 서버를 통해 기록을 조회하는 경로가 있습니다. 화면 모양은 비슷해도 중간 프로그램과 권한은 다릅니다. 연결을 그렸다는 사실만으로 실제 호출이 구현되었다고 보고하지 않습니다.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MCP는 AI 애플리케이션이 도구와 자료에 접근할 때 주고받는 메시지의 공통 약속입니다. 호스트는 AI 애플리케이션, 클라이언트는 서버와 통신하는 부분, 서버는 도구와 자료를 제공하는 프로그램입니다. 직접 파일 읽기는 공통 프로토콜 없이 해당 파일 구조를 알아야 합니다. MCP는 초기화·도구 목록·호출 같은 약속을 공유하지만 모든 서버가 같은 자료나 권한을 갖지는 않습니다. 연결 가능성과 쓰기 허용도 별개입니다.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오늘은 mcp_client.py가 로컬 mcp_server.py를 실행하여 표준 입력과 표준 출력으로 메시지를 주고받습니다. initialize 요청에 id 1이 있고 initialized 알림에는 id가 없습니다. tools/list가 get_reading의 입력 이름 sensor_id를 알려 줍니다. tools/call로 S01을 요청하면 22.5가 담긴 가상 기록이 돌아옵니다. S02는 존재하지만 미측정 null이며 S99는 Unknown sensor와 isError입니다. 이 서버는 읽기 도구만 제공하며 네트워크 요청, React 갱신, 실제 AI 추론을 수행하지 않습니다. 실제 호스트의 권한 통제 전체를 재현한 프로그램도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“HTML의 고정 숫자”, “data.js의 가상 값”, “MCP get_reading의 응답”을 자료 출처와 필요한 연결 단계로 비교하세요. 이어서 센서 조회에 계정 삭제 도구 권한까지 요구하는 서버가 있다면 허용 범위를 어떻게 판단할지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고정 숫자는 HTML, 가상 값은 데이터 파일, MCP 응답은 서버 기록과 호출 연결입니다. 조회 목적에 필요하지 않은 삭제 권한은 제공하지 않고 필요한 범위를 확인합니다. “MCP가 연결되면 모든 작업이 자동 허용”은 오답입니다.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알림에 응답 id가 있나요? 오늘 initialized 알림은 응답을 기대하지 않습니다. ② null은 도구 오류인가요? 존재하는 기록의 미측정 값일 수 있습니다. ③ 연결 증거는 무엇인가요? 실제 요청과 대응 응답, 실행 범위를 남겨야 합니다.</a:t>
            </a:r>
          </a:p>
          <a:p xmlns:a="http://schemas.openxmlformats.org/drawingml/2006/main">
            <a:r>
              <a:t/>
            </a:r>
          </a:p>
          <a:p xmlns:a="http://schemas.openxmlformats.org/drawingml/2006/main">
            <a:r>
              <a:t>호스트는 사용자가 요청하는 AI 앱 전체이고, 클라이언트는 그 안에서 특정 서버와 메시지를 주고받는 연결 부분입니다. 서버는 도구와 입력 규칙을 제공하고 실행 결과를 돌려줍니다. 오늘 예제의 클라이언트는 미리 쓴 요청만 보내며 실제 AI 호스트나 모델이 판단하는 과정을 구현하지 않습니다.</a:t>
            </a:r>
          </a:p>
          <a:p xmlns:a="http://schemas.openxmlformats.org/drawingml/2006/main">
            <a:r>
              <a:t/>
            </a:r>
          </a:p>
          <a:p xmlns:a="http://schemas.openxmlformats.org/drawingml/2006/main">
            <a:r>
              <a:t>**뜻과 비유.** MCP는 AI 앱이 외부 도구나 자료를 정해진 메시지 형식으로 사용하도록 연결하는 프로토콜입니다. 서버는 기능을 제공하고 클라이언트는 요청을 전달합니다.</a:t>
            </a:r>
          </a:p>
          <a:p xmlns:a="http://schemas.openxmlformats.org/drawingml/2006/main">
            <a:r>
              <a:t/>
            </a:r>
          </a:p>
          <a:p xmlns:a="http://schemas.openxmlformats.org/drawingml/2006/main">
            <a:r>
              <a:t>**왜 필요한가.** React의 화면 구성과 MCP의 도구 통신을 같은 역할로 생각하지 않도록 경계를 구분합니다.</a:t>
            </a:r>
          </a:p>
          <a:p xmlns:a="http://schemas.openxmlformats.org/drawingml/2006/main">
            <a:r>
              <a:t/>
            </a:r>
          </a:p>
          <a:p xmlns:a="http://schemas.openxmlformats.org/drawingml/2006/main">
            <a:r>
              <a:t>**예를 따라 읽기.** 제공 클라이언트는 get_reading이라는 읽기 도구를 요청하고 서버는 가상 센서 기록을 반환합니다.</a:t>
            </a:r>
          </a:p>
          <a:p xmlns:a="http://schemas.openxmlformats.org/drawingml/2006/main">
            <a:r>
              <a:t/>
            </a:r>
          </a:p>
          <a:p xmlns:a="http://schemas.openxmlformats.org/drawingml/2006/main">
            <a:r>
              <a:t>**헷갈리는 반례.** 오늘의 mcp_client.py는 저장된 요청을 보내는 프로그램이며 AI 모델이나 실제 AI 호스트가 아닙니다.</a:t>
            </a:r>
          </a:p>
          <a:p xmlns:a="http://schemas.openxmlformats.org/drawingml/2006/main">
            <a:r>
              <a:t/>
            </a:r>
          </a:p>
          <a:p xmlns:a="http://schemas.openxmlformats.org/drawingml/2006/main">
            <a:r>
              <a:t>**직접 적용.** 역할 카드의 네 요소 읽기 → 화면 역할과 도구 통신 역할 나누기 → 클라이언트·서버·데이터 파일 연결하기 → 실제 AI 호출이 없는 조건 쓰기</a:t>
            </a:r>
          </a:p>
          <a:p xmlns:a="http://schemas.openxmlformats.org/drawingml/2006/main">
            <a:r>
              <a:t/>
            </a:r>
          </a:p>
          <a:p xmlns:a="http://schemas.openxmlformats.org/drawingml/2006/main">
            <a:r>
              <a:t>**설명할 질문.** MCP 서버가 웹 화면을 자동으로 만드는 것은 왜 아닌가요?</a:t>
            </a:r>
          </a:p>
          <a:p xmlns:a="http://schemas.openxmlformats.org/drawingml/2006/main">
            <a:r>
              <a:t/>
            </a:r>
          </a:p>
          <a:p xmlns:a="http://schemas.openxmlformats.org/drawingml/2006/main">
            <a:r>
              <a:t>**막혔을 때.** MCP를 모든 AI 서비스의 동의어로 보지 않고 오늘 메시지를 주고 받는 두 프로그램을 정확히 지정합니다.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Python STDIO 예제입니다.</a:t>
            </a:r>
          </a:p>
          <a:p xmlns:a="http://schemas.openxmlformats.org/drawingml/2006/main">
            <a:r>
              <a:t/>
            </a:r>
          </a:p>
          <a:p xmlns:a="http://schemas.openxmlformats.org/drawingml/2006/main">
            <a:r>
              <a:t>표와 문장을 읽는 방법: 호스트는 AI 애플리케이션입니다. 클라이언트는 서버와 메시지를 주고받습니다. 서버는 도구와 자료를 제공합니다.</a:t>
            </a:r>
          </a:p>
          <a:p xmlns:a="http://schemas.openxmlformats.org/drawingml/2006/main">
            <a:r>
              <a:t>예상 결과: 읽기 연결에 삭제 권한을 붙이지 않습니다. MCP가 React 화면을 자동으로 만들지 않습니다.</a:t>
            </a:r>
          </a:p>
          <a:p xmlns:a="http://schemas.openxmlformats.org/drawingml/2006/main">
            <a:r>
              <a:t/>
            </a:r>
          </a:p>
          <a:p xmlns:a="http://schemas.openxmlformats.org/drawingml/2006/main">
            <a:r>
              <a:t>판단 해설: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읽기 연결에 삭제 권한을 붙이지 않습니다. MCP가 React 화면을 자동으로 만들지 않습니다.</a:t>
            </a:r>
          </a:p>
          <a:p xmlns:a="http://schemas.openxmlformats.org/drawingml/2006/main">
            <a:r>
              <a:t/>
            </a:r>
          </a:p>
          <a:p xmlns:a="http://schemas.openxmlformats.org/drawingml/2006/main">
            <a:r>
              <a:t>개념과 연결: 호스트는 AI 애플리케이션입니다. 클라이언트는 서버와 메시지를 주고받습니다. 서버는 도구와 자료를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온도 조회 도구가 계정 삭제 권한도 요구합니다. 이번 목적에 어떤 범위가 필요한가요?</a:t>
            </a:r>
          </a:p>
          <a:p xmlns:a="http://schemas.openxmlformats.org/drawingml/2006/main">
            <a:r>
              <a:t/>
            </a:r>
          </a:p>
          <a:p xmlns:a="http://schemas.openxmlformats.org/drawingml/2006/main">
            <a:r>
              <a:t>정답과 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JSON-RPC 요청과 초기화</a:t>
            </a:r>
          </a:p>
          <a:p xmlns:a="http://schemas.openxmlformats.org/drawingml/2006/main">
            <a:r>
              <a:t/>
            </a:r>
          </a:p>
          <a:p xmlns:a="http://schemas.openxmlformats.org/drawingml/2006/main">
            <a:r>
              <a:t>**뜻과 비유.** JSON-RPC 메시지는 method로 요청 종류를, id로 요청과 응답의 대응을 나타냅니다. 오늘의 MCP 예제는 2025-11-25규격 버전에 고정한 초기화 절차를 사용합니다.</a:t>
            </a:r>
          </a:p>
          <a:p xmlns:a="http://schemas.openxmlformats.org/drawingml/2006/main">
            <a:r>
              <a:t/>
            </a:r>
          </a:p>
          <a:p xmlns:a="http://schemas.openxmlformats.org/drawingml/2006/main">
            <a:r>
              <a:t>**왜 필요한가.** 버전과 기능을 먼저 맞추면 어떤 도구 통신을 기대할지 확인할 수 있습니다. 최신 전체 규격 구현과 교육용 일부 구현을 구분합니다.</a:t>
            </a:r>
          </a:p>
          <a:p xmlns:a="http://schemas.openxmlformats.org/drawingml/2006/main">
            <a:r>
              <a:t/>
            </a:r>
          </a:p>
          <a:p xmlns:a="http://schemas.openxmlformats.org/drawingml/2006/main">
            <a:r>
              <a:t>**예를 따라 읽기.** initialize 응답 뒤 notifications/initialized를 보내고 tools/list로 get_reading의 입력 규칙을 읽습니다.</a:t>
            </a:r>
          </a:p>
          <a:p xmlns:a="http://schemas.openxmlformats.org/drawingml/2006/main">
            <a:r>
              <a:t/>
            </a:r>
          </a:p>
          <a:p xmlns:a="http://schemas.openxmlformats.org/drawingml/2006/main">
            <a:r>
              <a:t>**헷갈리는 반례.** id가 없는 알림은 일반 요청과 달리 같은 id의 결과 응답을 기다리는 메시지가 아닙니다.</a:t>
            </a:r>
          </a:p>
          <a:p xmlns:a="http://schemas.openxmlformats.org/drawingml/2006/main">
            <a:r>
              <a:t/>
            </a:r>
          </a:p>
          <a:p xmlns:a="http://schemas.openxmlformats.org/drawingml/2006/main">
            <a:r>
              <a:t>**직접 적용.** requests.jsonl의 첫 세 메시지 읽기 → method·id·params 표시하기 → 초기화 요청과 알림 구별하기 → tools/list에서 입력 필드 찾기</a:t>
            </a:r>
          </a:p>
          <a:p xmlns:a="http://schemas.openxmlformats.org/drawingml/2006/main">
            <a:r>
              <a:t/>
            </a:r>
          </a:p>
          <a:p xmlns:a="http://schemas.openxmlformats.org/drawingml/2006/main">
            <a:r>
              <a:t>**설명할 질문.** 초기화 알림과 도구 요청은 어떻게 구분하나요?</a:t>
            </a:r>
          </a:p>
          <a:p xmlns:a="http://schemas.openxmlformats.org/drawingml/2006/main">
            <a:r>
              <a:t/>
            </a:r>
          </a:p>
          <a:p xmlns:a="http://schemas.openxmlformats.org/drawingml/2006/main">
            <a:r>
              <a:t>**막혔을 때.** JSONL은 메시지 한 개당 한 줄입니다. 예쁘게 여러 줄로 바꾸면 이 STDIO 입력 규칙과 맞지 않습니다.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이 화면의 예: requests.jsonl의 첫 세 줄을 대조합니다.</a:t>
            </a:r>
          </a:p>
          <a:p xmlns:a="http://schemas.openxmlformats.org/drawingml/2006/main">
            <a:r>
              <a:t/>
            </a:r>
          </a:p>
          <a:p xmlns:a="http://schemas.openxmlformats.org/drawingml/2006/main">
            <a:r>
              <a:t>표와 문장을 읽는 방법: 초기화 뒤 도구 목록을 읽습니다. 요청 id로 대응 응답을 찾습니다.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판단 해설: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개념과 연결: 초기화 뒤 도구 목록을 읽습니다. 요청 id로 대응 응답을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initialized 알림도 응답을 기다리나요?</a:t>
            </a:r>
          </a:p>
          <a:p xmlns:a="http://schemas.openxmlformats.org/drawingml/2006/main">
            <a:r>
              <a:t/>
            </a:r>
          </a:p>
          <a:p xmlns:a="http://schemas.openxmlformats.org/drawingml/2006/main">
            <a:r>
              <a:t>정답과 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실제 STDIO 도구 호출</a:t>
            </a:r>
          </a:p>
          <a:p xmlns:a="http://schemas.openxmlformats.org/drawingml/2006/main">
            <a:r>
              <a:t/>
            </a:r>
          </a:p>
          <a:p xmlns:a="http://schemas.openxmlformats.org/drawingml/2006/main">
            <a:r>
              <a:t>**뜻과 비유.** STDIO는 한 프로그램이 다른 프로그램의 표준 입력과 표준 출력으로 메시지를 교환하는 방법입니다. 네트워크 계정 없이 로컬 자식 프로세스를 실행할 수 있습니다.</a:t>
            </a:r>
          </a:p>
          <a:p xmlns:a="http://schemas.openxmlformats.org/drawingml/2006/main">
            <a:r>
              <a:t/>
            </a:r>
          </a:p>
          <a:p xmlns:a="http://schemas.openxmlformats.org/drawingml/2006/main">
            <a:r>
              <a:t>**왜 필요한가.** 저장된 예시 문장을 읽는 것과 실제 서버가 응답한 기록을 구분하면서 작은 프로토콜을 관찰합니다.</a:t>
            </a:r>
          </a:p>
          <a:p xmlns:a="http://schemas.openxmlformats.org/drawingml/2006/main">
            <a:r>
              <a:t/>
            </a:r>
          </a:p>
          <a:p xmlns:a="http://schemas.openxmlformats.org/drawingml/2006/main">
            <a:r>
              <a:t>**예를 따라 읽기.** python code/mcp_client.py는 서버를 실행해 S01의 22.5,S02의 null,S99의 도구 오류를 받습니다.</a:t>
            </a:r>
          </a:p>
          <a:p xmlns:a="http://schemas.openxmlformats.org/drawingml/2006/main">
            <a:r>
              <a:t/>
            </a:r>
          </a:p>
          <a:p xmlns:a="http://schemas.openxmlformats.org/drawingml/2006/main">
            <a:r>
              <a:t>**헷갈리는 반례.** S02의 null은 통신 실패가 아닙니다. S99의 isError:true와 값 없음은 서로 다릅니다.</a:t>
            </a:r>
          </a:p>
          <a:p xmlns:a="http://schemas.openxmlformats.org/drawingml/2006/main">
            <a:r>
              <a:t/>
            </a:r>
          </a:p>
          <a:p xmlns:a="http://schemas.openxmlformats.org/drawingml/2006/main">
            <a:r>
              <a:t>**직접 적용.** 완성 클라이언트와 서버 줄 해설 읽기 → 클라이언트 명령 실행 또는 강사 결과 비교하기 → id3·4·5의 값과 오류 표시 찾기 → 응답 예와 실제 실행 여부를 분리 기록하기</a:t>
            </a:r>
          </a:p>
          <a:p xmlns:a="http://schemas.openxmlformats.org/drawingml/2006/main">
            <a:r>
              <a:t/>
            </a:r>
          </a:p>
          <a:p xmlns:a="http://schemas.openxmlformats.org/drawingml/2006/main">
            <a:r>
              <a:t>**설명할 질문.** null 응답과 도구 오류 응답은 무엇이 다른가요?</a:t>
            </a:r>
          </a:p>
          <a:p xmlns:a="http://schemas.openxmlformats.org/drawingml/2006/main">
            <a:r>
              <a:t/>
            </a:r>
          </a:p>
          <a:p xmlns:a="http://schemas.openxmlformats.org/drawingml/2006/main">
            <a:r>
              <a:t>**막혔을 때.** 서버를 단독 실행하면 입력을 기다릴 수 있습니다. 기본 활동은 제공 클라이언트 명령으로 실행합니다.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STDIO 도구 호출의 예</a:t>
            </a:r>
          </a:p>
          <a:p xmlns:a="http://schemas.openxmlformats.org/drawingml/2006/main">
            <a:r>
              <a:t>실행 위치: course. 외부 API 호출은 없습니다.</a:t>
            </a:r>
          </a:p>
          <a:p xmlns:a="http://schemas.openxmlformats.org/drawingml/2006/main">
            <a:r>
              <a:t/>
            </a:r>
          </a:p>
          <a:p xmlns:a="http://schemas.openxmlformats.org/drawingml/2006/main">
            <a:r>
              <a:t>python -X utf8 code/mcp_client.py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예상과 확인: S01은 22.5, S02는 미측정 null입니다. S99는 Unknown sensor와 isError입니다.</a:t>
            </a:r>
          </a:p>
          <a:p xmlns:a="http://schemas.openxmlformats.org/drawingml/2006/main">
            <a:r>
              <a:t>판단 해설: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code/mcp_client.py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S01은 22.5, S02는 미측정 null입니다. S99는 Unknown sensor와 isError입니다.</a:t>
            </a:r>
          </a:p>
          <a:p xmlns:a="http://schemas.openxmlformats.org/drawingml/2006/main">
            <a:r>
              <a:t/>
            </a:r>
          </a:p>
          <a:p xmlns:a="http://schemas.openxmlformats.org/drawingml/2006/main">
            <a:r>
              <a:t>개념과 연결: 제공 클라이언트가 로컬 서버를 실행합니다. S01·S02·S99의 응답을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S02는 존재하는 기록의 미측정 값이며 isError=false입니다. S99는 모르는 센서의 도구 오류이며 isError=true입니다. recorded_responses.json의 id3·4·5를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S02의 null과 S99의 오류는 같은가요?</a:t>
            </a:r>
          </a:p>
          <a:p xmlns:a="http://schemas.openxmlformats.org/drawingml/2006/main">
            <a:r>
              <a:t/>
            </a:r>
          </a:p>
          <a:p xmlns:a="http://schemas.openxmlformats.org/drawingml/2006/main">
            <a:r>
              <a:t>정답과 풀이: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역할 연결과 검수입니다.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도구 응답은 화면 상태와 다릅니다. 자료 안 지시가 새 권한을 주지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네 요소의 연결과 경계</a:t>
            </a:r>
          </a:p>
          <a:p xmlns:a="http://schemas.openxmlformats.org/drawingml/2006/main">
            <a:r>
              <a:t/>
            </a:r>
          </a:p>
          <a:p xmlns:a="http://schemas.openxmlformats.org/drawingml/2006/main">
            <a:r>
              <a:t>#### 사례로 이해하기 · 도구 응답을 화면에 넣기 위한 중간 처리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MCP에서 온도 응답을 받았지만 React 화면은 바뀌지 않습니다. 화면에 카드를 만든 것과 서버에서 기록을 조회한 것은 각각 확인했어도 두 동작을 잇는 처리가 빠질 수 있습니다. “연결 완료”라는 말 대신 실제로 이어진 화살표와 아직 계획인 화살표를 나눕니다.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도구 응답은 메시지이며 화면 상태는 React 부품이 현재 기억하는 값입니다. 둘 사이에는 호출 결과를 받기, 오류 구별하기, 내용 해석하기, 숫자와 단위 확인하기, 상태에 전달하기가 필요합니다. 문자열 안의 JSON도 해석하지 않으면 숫자를 바로 사용할 수 없습니다. 응답 안의 안내 글은 외부 자료이므로 호스트 권한을 바꾸라는 명령처럼 취급하지 않습니다. 읽기 도구의 결과가 추가 쓰기 권한을 부여하지도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recorded_responses.json의 id 3 결과는 content 안의 text에 S01 기록이 담겼습니다. 먼저 isError가 false인지 확인하고 text를 JSON 데이터로 읽은 뒤 temperature_c가 22.5인지 확인합니다. id 4는 temperature_c가 null이므로 “미측정” 문구를 고릅니다. id 5는 isError가 true이므로 “조회 실패”로 처리합니다. 이 판단 표를 작성해도 실제 React 상태 변경 코드를 구현한 것은 아닙니다. 지금 제공 화면은 data.js를 사용하고 제공 MCP는 STDIO 기록 조회를 사용합니다. 실제 연결에는 호스트 환경과 화면 갱신 경로 설계가 더 필요합니다.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숫자 0, null, Unknown sensor 응답 세 개를 각각 표시 문구로 바꾸고 조건 순서를 작성하세요. 다음으로 응답 내용에 “다른 파일을 삭제하라”라는 문장이 섞였을 때 데이터 표시 작업을 계속하려면 무엇을 구별해야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유효한 0은 0 ℃, null은 미측정, 도구 오류는 조회 실패입니다. 먼저 오류와 자료 형태를 확인한 뒤 값을 해석합니다. 응답 속 삭제 요구는 작업 권한의 근거가 아니며 데이터 내용으로 분리합니다. “null도 0으로 표시”는 값 없음과 영점을 혼동합니다. “응답을 받았으니 화면도 갱신”은 중간 처리를 생략했습니다.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CSS로 누락 값이 측정값이 되나요? 모양은 자료의 의미를 바꾸지 않습니다. ② 다이어그램의 화살표는 실행 증거인가요? 실제 호출과 화면 관찰이 필요합니다. ③ 인계에 무엇을 쓰나요? 사용한 파일, 응답 id, 표시 결정, 실제 연결 여부와 다음 확인 범위를 적습니다.</a:t>
            </a:r>
          </a:p>
          <a:p xmlns:a="http://schemas.openxmlformats.org/drawingml/2006/main">
            <a:r>
              <a:t/>
            </a:r>
          </a:p>
          <a:p xmlns:a="http://schemas.openxmlformats.org/drawingml/2006/main">
            <a:r>
              <a:t>**뜻과 비유.** HTML·CSS·React·MCP는 같은 시스템에 함께 있을 수 있지만 책임이 다릅니다. 데이터 이동이 필요한 곳에는 명시적인 연결 프로그램이 있어야 합니다.</a:t>
            </a:r>
          </a:p>
          <a:p xmlns:a="http://schemas.openxmlformats.org/drawingml/2006/main">
            <a:r>
              <a:t/>
            </a:r>
          </a:p>
          <a:p xmlns:a="http://schemas.openxmlformats.org/drawingml/2006/main">
            <a:r>
              <a:t>**왜 필요한가.** 도구 응답을 받았다는 사실만으로 브라우저가 자동 갱신된다고 생각하면 연결이 빠진 설계를 만들 수 있습니다.</a:t>
            </a:r>
          </a:p>
          <a:p xmlns:a="http://schemas.openxmlformats.org/drawingml/2006/main">
            <a:r>
              <a:t/>
            </a:r>
          </a:p>
          <a:p xmlns:a="http://schemas.openxmlformats.org/drawingml/2006/main">
            <a:r>
              <a:t>**예를 따라 읽기.** 오늘은 MCP 응답의 온도를 사람이 읽고 제공 데이터와 비교합니다. React와 MCP 간 자동 연결은 만들지 않았습니다.</a:t>
            </a:r>
          </a:p>
          <a:p xmlns:a="http://schemas.openxmlformats.org/drawingml/2006/main">
            <a:r>
              <a:t/>
            </a:r>
          </a:p>
          <a:p xmlns:a="http://schemas.openxmlformats.org/drawingml/2006/main">
            <a:r>
              <a:t>**헷갈리는 반례.** MCP 서버가 있으니 로그인·화면·저장이 모두 해결됐다고 말하지 않습니다.</a:t>
            </a:r>
          </a:p>
          <a:p xmlns:a="http://schemas.openxmlformats.org/drawingml/2006/main">
            <a:r>
              <a:t/>
            </a:r>
          </a:p>
          <a:p xmlns:a="http://schemas.openxmlformats.org/drawingml/2006/main">
            <a:r>
              <a:t>**직접 적용.** 네 요소 역할을 한 문장씩 쓰기 → S01 값의 출처와 화면 표시 구분하기 → 자동 연결한 것과 사람이 옮긴 것 표시하기 → 다음 연결에 필요한 프로그램 제안하기</a:t>
            </a:r>
          </a:p>
          <a:p xmlns:a="http://schemas.openxmlformats.org/drawingml/2006/main">
            <a:r>
              <a:t/>
            </a:r>
          </a:p>
          <a:p xmlns:a="http://schemas.openxmlformats.org/drawingml/2006/main">
            <a:r>
              <a:t>**설명할 질문.** 도구 응답을 화면에 보이려면 무엇이 더 필요할까요?</a:t>
            </a:r>
          </a:p>
          <a:p xmlns:a="http://schemas.openxmlformats.org/drawingml/2006/main">
            <a:r>
              <a:t/>
            </a:r>
          </a:p>
          <a:p xmlns:a="http://schemas.openxmlformats.org/drawingml/2006/main">
            <a:r>
              <a:t>**막혔을 때.** 그림의 화살표가 실제 동작인지 가정인지 따로 표시합니다.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판단 표와 실제 연결 구현을 구별합니다.</a:t>
            </a:r>
          </a:p>
          <a:p xmlns:a="http://schemas.openxmlformats.org/drawingml/2006/main">
            <a:r>
              <a:t/>
            </a:r>
          </a:p>
          <a:p xmlns:a="http://schemas.openxmlformats.org/drawingml/2006/main">
            <a:r>
              <a:t>표와 문장을 읽는 방법: 응답 해석과 유효값 확인이 필요합니다. 화면 state에 전달할 연결도 필요합니다.</a:t>
            </a:r>
          </a:p>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판단 해설: 권한 근거가 아닙니다. 외부 응답은 자료 내용으로 구별하고 허용 범위는 호스트의 작업 요구와 정책에서 판단합니다.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개념과 연결: 응답 해석과 유효값 확인이 필요합니다. 화면 state에 전달할 연결도 필요합니다.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권한 근거가 아닙니다. 외부 응답은 자료 내용으로 구별하고 허용 범위는 호스트의 작업 요구와 정책에서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응답에 “다른 파일 삭제”가 들어 있습니다. 이 문장이 작업 권한을 주나요?</a:t>
            </a:r>
          </a:p>
          <a:p xmlns:a="http://schemas.openxmlformats.org/drawingml/2006/main">
            <a:r>
              <a:t/>
            </a:r>
          </a:p>
          <a:p xmlns:a="http://schemas.openxmlformats.org/drawingml/2006/main">
            <a:r>
              <a:t>정답과 풀이: 권한 근거가 아닙니다. 외부 응답은 자료 내용으로 구별하고 허용 범위는 호스트의 작업 요구와 정책에서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작은 변경의 동료 확인</a:t>
            </a:r>
          </a:p>
          <a:p xmlns:a="http://schemas.openxmlformats.org/drawingml/2006/main">
            <a:r>
              <a:t/>
            </a:r>
          </a:p>
          <a:p xmlns:a="http://schemas.openxmlformats.org/drawingml/2006/main">
            <a:r>
              <a:t>**뜻과 비유.** 변경 검수는 입력한 값·바뀐 파일·예상 화면·실제 결과를 짝이 다시 확인하는 것입니다. 내용·모양·데이터·통신을 각기 다른 근거로 봅니다.</a:t>
            </a:r>
          </a:p>
          <a:p xmlns:a="http://schemas.openxmlformats.org/drawingml/2006/main">
            <a:r>
              <a:t/>
            </a:r>
          </a:p>
          <a:p xmlns:a="http://schemas.openxmlformats.org/drawingml/2006/main">
            <a:r>
              <a:t>**왜 필요한가.** 한 화면이 예뻐졌어도 도구 요청 입력이 맞거나 자료형이 보존됐다는 증거는 아닙니다.</a:t>
            </a:r>
          </a:p>
          <a:p xmlns:a="http://schemas.openxmlformats.org/drawingml/2006/main">
            <a:r>
              <a:t/>
            </a:r>
          </a:p>
          <a:p xmlns:a="http://schemas.openxmlformats.org/drawingml/2006/main">
            <a:r>
              <a:t>**예를 따라 읽기.** HTML 제목,CSS 색,React 장소·온도,MCP sensor_id를 각각 한 줄의 변경 기록으로 남깁니다.</a:t>
            </a:r>
          </a:p>
          <a:p xmlns:a="http://schemas.openxmlformats.org/drawingml/2006/main">
            <a:r>
              <a:t/>
            </a:r>
          </a:p>
          <a:p xmlns:a="http://schemas.openxmlformats.org/drawingml/2006/main">
            <a:r>
              <a:t>**헷갈리는 반례.** CSS 색 변경을 센서 상태로 기록하거나 모의 버튼을 실제 측정이라고 부르지 않습니다.</a:t>
            </a:r>
          </a:p>
          <a:p xmlns:a="http://schemas.openxmlformats.org/drawingml/2006/main">
            <a:r>
              <a:t/>
            </a:r>
          </a:p>
          <a:p xmlns:a="http://schemas.openxmlformats.org/drawingml/2006/main">
            <a:r>
              <a:t>**직접 적용.** 작업 파일과 관찰 표 교환하기 → 네 역할 중 각 한 개 근거 확인하기 → 새로고침과 클릭 결과 구분하기 → 설명이 모호한 한 곳 보완하기</a:t>
            </a:r>
          </a:p>
          <a:p xmlns:a="http://schemas.openxmlformats.org/drawingml/2006/main">
            <a:r>
              <a:t/>
            </a:r>
          </a:p>
          <a:p xmlns:a="http://schemas.openxmlformats.org/drawingml/2006/main">
            <a:r>
              <a:t>**설명할 질문.** 같은 화면에서 서로 다른 역할의 변경을 어떻게 확인하나요?</a:t>
            </a:r>
          </a:p>
          <a:p xmlns:a="http://schemas.openxmlformats.org/drawingml/2006/main">
            <a:r>
              <a:t/>
            </a:r>
          </a:p>
          <a:p xmlns:a="http://schemas.openxmlformats.org/drawingml/2006/main">
            <a:r>
              <a:t>**막혔을 때.** 짝의 코드를 바로 수정하지 말고 대상 파일과 기대한 결과를 먼저 설명합니다.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한 역할씩 바꾸어 원인을 설명합니다.</a:t>
            </a:r>
          </a:p>
          <a:p xmlns:a="http://schemas.openxmlformats.org/drawingml/2006/main">
            <a:r>
              <a:t/>
            </a:r>
          </a:p>
          <a:p xmlns:a="http://schemas.openxmlformats.org/drawingml/2006/main">
            <a:r>
              <a:t>표와 문장을 읽는 방법: 변경한 파일과 역할을 연결해 읽습니다. 같은 입력과 행동으로 결과를 확인합니다.</a:t>
            </a:r>
          </a:p>
          <a:p xmlns:a="http://schemas.openxmlformats.org/drawingml/2006/main">
            <a:r>
              <a:t>예상 결과: 동료 코드를 먼저 덮어쓰지 않습니다. 경로·기대·실제를 묶어 제안합니다.</a:t>
            </a:r>
          </a:p>
          <a:p xmlns:a="http://schemas.openxmlformats.org/drawingml/2006/main">
            <a:r>
              <a:t/>
            </a:r>
          </a:p>
          <a:p xmlns:a="http://schemas.openxmlformats.org/drawingml/2006/main">
            <a:r>
              <a:t>판단 해설: CSS는 모양, React state는 화면의 현재 값, MCP는 도구 호출 결과를 다룹니다. 각 화살표가 실제 구현인지 계획인지 따로 표시합니다.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 코드를 먼저 덮어쓰지 않습니다. 경로·기대·실제를 묶어 제안합니다.</a:t>
            </a:r>
          </a:p>
          <a:p xmlns:a="http://schemas.openxmlformats.org/drawingml/2006/main">
            <a:r>
              <a:t/>
            </a:r>
          </a:p>
          <a:p xmlns:a="http://schemas.openxmlformats.org/drawingml/2006/main">
            <a:r>
              <a:t>개념과 연결: 변경한 파일과 역할을 연결해 읽습니다. 같은 입력과 행동으로 결과를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CSS는 모양, React state는 화면의 현재 값, MCP는 도구 호출 결과를 다룹니다. 각 화살표가 실제 구현인지 계획인지 따로 표시합니다.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색·온도·응답은 각각 무엇을 바꾸나요?</a:t>
            </a:r>
          </a:p>
          <a:p xmlns:a="http://schemas.openxmlformats.org/drawingml/2006/main">
            <a:r>
              <a:t/>
            </a:r>
          </a:p>
          <a:p xmlns:a="http://schemas.openxmlformats.org/drawingml/2006/main">
            <a:r>
              <a:t>정답과 풀이: CSS는 모양, React state는 화면의 현재 값, MCP는 도구 호출 결과를 다룹니다. 각 화살표가 실제 구현인지 계획인지 따로 표시합니다.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결과 설명과 선택 확장</a:t>
            </a:r>
          </a:p>
          <a:p xmlns:a="http://schemas.openxmlformats.org/drawingml/2006/main">
            <a:r>
              <a:t/>
            </a:r>
          </a:p>
          <a:p xmlns:a="http://schemas.openxmlformats.org/drawingml/2006/main">
            <a:r>
              <a:t>**뜻과 비유.** 학습 결과는 수정한 작은 부분의 이유와 결과를 설명하는 것입니다. 전체 앱이나 MCP 서버를 독립 작성하는 능력을 오늘의 필수 목표로 삼지 않습니다.</a:t>
            </a:r>
          </a:p>
          <a:p xmlns:a="http://schemas.openxmlformats.org/drawingml/2006/main">
            <a:r>
              <a:t/>
            </a:r>
          </a:p>
          <a:p xmlns:a="http://schemas.openxmlformats.org/drawingml/2006/main">
            <a:r>
              <a:t>**왜 필요한가.** 네 기술의 이름만 기억하는 것보다 어느 문제를 어떤 요소가 맡는지 말할 수 있어야 다음 대시보드로 연결됩니다.</a:t>
            </a:r>
          </a:p>
          <a:p xmlns:a="http://schemas.openxmlformats.org/drawingml/2006/main">
            <a:r>
              <a:t/>
            </a:r>
          </a:p>
          <a:p xmlns:a="http://schemas.openxmlformats.org/drawingml/2006/main">
            <a:r>
              <a:t>**예를 따라 읽기.** 필수 결과는 제목·색·React 데이터 수정과 MCP 요청·응답 한 쌍의 설명입니다.</a:t>
            </a:r>
          </a:p>
          <a:p xmlns:a="http://schemas.openxmlformats.org/drawingml/2006/main">
            <a:r>
              <a:t/>
            </a:r>
          </a:p>
          <a:p xmlns:a="http://schemas.openxmlformats.org/drawingml/2006/main">
            <a:r>
              <a:t>**헷갈리는 반례.** 패키지 설치를 못 했다고 개념 설명과 제공 번들 수정까지 실패로 판정하지 않습니다.</a:t>
            </a:r>
          </a:p>
          <a:p xmlns:a="http://schemas.openxmlformats.org/drawingml/2006/main">
            <a:r>
              <a:t/>
            </a:r>
          </a:p>
          <a:p xmlns:a="http://schemas.openxmlformats.org/drawingml/2006/main">
            <a:r>
              <a:t>**직접 적용.** 수정한 파일 목록 정리하기 → 실제로 실행한 경로 쓰기 → 네 역할에 대한 새 질문 답하기 → 남은 환경·자동 연결 조건을 인계하기</a:t>
            </a:r>
          </a:p>
          <a:p xmlns:a="http://schemas.openxmlformats.org/drawingml/2006/main">
            <a:r>
              <a:t/>
            </a:r>
          </a:p>
          <a:p xmlns:a="http://schemas.openxmlformats.org/drawingml/2006/main">
            <a:r>
              <a:t>**설명할 질문.** React 상태·CSS 색·MCP 응답은 각각 무엇을 바꾸나요?</a:t>
            </a:r>
          </a:p>
          <a:p xmlns:a="http://schemas.openxmlformats.org/drawingml/2006/main">
            <a:r>
              <a:t/>
            </a:r>
          </a:p>
          <a:p xmlns:a="http://schemas.openxmlformats.org/drawingml/2006/main">
            <a:r>
              <a:t>**막혔을 때.** 설치나 외부 호스트 연결이 막히면 오프라인 번들과 저장된 응답으로 동일 개념을 확인하고 실행 범위를 명시합니다.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실행과 시연 관찰을 구별합니다.</a:t>
            </a:r>
          </a:p>
          <a:p xmlns:a="http://schemas.openxmlformats.org/drawingml/2006/main">
            <a:r>
              <a:t/>
            </a:r>
          </a:p>
          <a:p xmlns:a="http://schemas.openxmlformats.org/drawingml/2006/main">
            <a:r>
              <a:t>표와 문장을 읽는 방법: 파일·명령·출력·화면을 연결해 보고합니다. 실제 장비와 호스트 연결은 따로 확인합니다.</a:t>
            </a:r>
          </a:p>
          <a:p xmlns:a="http://schemas.openxmlformats.org/drawingml/2006/main">
            <a:r>
              <a:t>예상 결과: 누가 같은 결과를 재현할지 생각합니다. 단위·누락·오류와 남은 연결을 적습니다.</a:t>
            </a:r>
          </a:p>
          <a:p xmlns:a="http://schemas.openxmlformats.org/drawingml/2006/main">
            <a:r>
              <a:t/>
            </a:r>
          </a:p>
          <a:p xmlns:a="http://schemas.openxmlformats.org/drawingml/2006/main">
            <a:r>
              <a:t>판단 해설: 파일 위치·시작 명령·데이터 출처·예상과 실제·수행 방식·미확인 범위를 남깁니다. 화면 표시 성공을 실제 센서나 AI 서비스 연결 성공으로 확대하지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누가 같은 결과를 재현할지 생각합니다. 단위·누락·오류와 남은 연결을 적습니다.</a:t>
            </a:r>
          </a:p>
          <a:p xmlns:a="http://schemas.openxmlformats.org/drawingml/2006/main">
            <a:r>
              <a:t/>
            </a:r>
          </a:p>
          <a:p xmlns:a="http://schemas.openxmlformats.org/drawingml/2006/main">
            <a:r>
              <a:t>개념과 연결: 파일·명령·출력·화면을 연결해 보고합니다. 실제 장비와 호스트 연결은 따로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파일 위치·시작 명령·데이터 출처·예상과 실제·수행 방식·미확인 범위를 남깁니다. 화면 표시 성공을 실제 센서나 AI 서비스 연결 성공으로 확대하지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동료가 다시 확인하려면 무엇이 필요한가요?</a:t>
            </a:r>
          </a:p>
          <a:p xmlns:a="http://schemas.openxmlformats.org/drawingml/2006/main">
            <a:r>
              <a:t/>
            </a:r>
          </a:p>
          <a:p xmlns:a="http://schemas.openxmlformats.org/drawingml/2006/main">
            <a:r>
              <a:t>정답과 풀이: 파일 위치·시작 명령·데이터 출처·예상과 실제·수행 방식·미확인 범위를 남깁니다. 화면 표시 성공을 실제 센서나 AI 서비스 연결 성공으로 확대하지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1 · 서로 다른 이름</a:t>
            </a:r>
          </a:p>
          <a:p xmlns:a="http://schemas.openxmlformats.org/drawingml/2006/main">
            <a:r>
              <a:t/>
            </a:r>
          </a:p>
          <a:p xmlns:a="http://schemas.openxmlformats.org/drawingml/2006/main">
            <a:r>
              <a:t>**문제:** 탭=공장 A,본문 제목=온도 확인,버튼 글자=기록 조회로 바꾸고 내부 id check를 유지하려면 어느 태그 부분을 고치나요? 버튼 반응까지 생겼다고 보고할 수 있나요?</a:t>
            </a:r>
          </a:p>
          <a:p xmlns:a="http://schemas.openxmlformats.org/drawingml/2006/main">
            <a:r>
              <a:t/>
            </a:r>
          </a:p>
          <a:p xmlns:a="http://schemas.openxmlformats.org/drawingml/2006/main">
            <a:r>
              <a:t>**해설·확인 기준:** title, h1의 내용, button의 태그 사이 문구를 바꾸며 id는 유지합니다. 동작 코드가 없으면 클릭 반응은 생기지 않습니다. 저장→같은 경로 열기→새로고침 확인까지 설명합니다.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2 · 안쪽과 바깥 간격</a:t>
            </a:r>
          </a:p>
          <a:p xmlns:a="http://schemas.openxmlformats.org/drawingml/2006/main">
            <a:r>
              <a:t/>
            </a:r>
          </a:p>
          <a:p xmlns:a="http://schemas.openxmlformats.org/drawingml/2006/main">
            <a:r>
              <a:t>**문제:** 버튼 글자 주변만 넓히고 다른 카드와의 거리는 유지하려 합니다. 속성을 선택하세요. 녹색 원만 있는 정상 표시는 어떻게 보완하나요?</a:t>
            </a:r>
          </a:p>
          <a:p xmlns:a="http://schemas.openxmlformats.org/drawingml/2006/main">
            <a:r>
              <a:t/>
            </a:r>
          </a:p>
          <a:p xmlns:a="http://schemas.openxmlformats.org/drawingml/2006/main">
            <a:r>
              <a:t>**해설·확인 기준:** padding을 바꾸고 margin은 유지합니다. “정상: 가상 온도가 기준 미만입니다” 같은 글자를 함께 표시합니다. Tab으로 초점도 확인합니다. 색 자체가 데이터의 정확성 근거는 아닙니다.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3 · 초기 표시와 클릭값</a:t>
            </a:r>
          </a:p>
          <a:p xmlns:a="http://schemas.openxmlformats.org/drawingml/2006/main">
            <a:r>
              <a:t/>
            </a:r>
          </a:p>
          <a:p xmlns:a="http://schemas.openxmlformats.org/drawingml/2006/main">
            <a:r>
              <a:t>**문제:** HTML은 22.5, data.js는 26입니다. 열기 직후와 클릭 뒤 값은 무엇인가요? 버튼 id가 read인데 선택자가 #check이면 어디를 고치고 어떻게 재검사하나요?</a:t>
            </a:r>
          </a:p>
          <a:p xmlns:a="http://schemas.openxmlformats.org/drawingml/2006/main">
            <a:r>
              <a:t/>
            </a:r>
          </a:p>
          <a:p xmlns:a="http://schemas.openxmlformats.org/drawingml/2006/main">
            <a:r>
              <a:t>**해설·확인 기준:** 직후 22.5, 클릭 뒤 26입니다. HTML id와 JavaScript 선택자를 일치시키며 같은 클릭 행동으로 재검사합니다. 클릭은 data.js를 저장하지 않습니다. 실제 데이터 출처를 구별하면 충족입니다.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4 · JSX와 번들</a:t>
            </a:r>
          </a:p>
          <a:p xmlns:a="http://schemas.openxmlformats.org/drawingml/2006/main">
            <a:r>
              <a:t/>
            </a:r>
          </a:p>
          <a:p xmlns:a="http://schemas.openxmlformats.org/drawingml/2006/main">
            <a:r>
              <a:t>**문제:** App.jsx 증가량을 1로 바꿨지만 제공 app.bundle.js는 그대로입니다. 화면 증가량을 단정할 수 있나요? 처음 값 24에서 기존 0.5 버튼을 세 번 누르고 새로고침하면 어떻게 되나요?</a:t>
            </a:r>
          </a:p>
          <a:p xmlns:a="http://schemas.openxmlformats.org/drawingml/2006/main">
            <a:r>
              <a:t/>
            </a:r>
          </a:p>
          <a:p xmlns:a="http://schemas.openxmlformats.org/drawingml/2006/main">
            <a:r>
              <a:t>**해설·확인 기준:** 브라우저는 기존 번들을 실행하므로 소스 수정만으로 새 증가량을 보장할 수 없습니다. 기존 동작은 25.5 뒤 새로고침 24입니다. JSX는 변환이 필요하며 state는 파일 저장이 아닙니다.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5 · 연결 방식과 권한</a:t>
            </a:r>
          </a:p>
          <a:p xmlns:a="http://schemas.openxmlformats.org/drawingml/2006/main">
            <a:r>
              <a:t/>
            </a:r>
          </a:p>
          <a:p xmlns:a="http://schemas.openxmlformats.org/drawingml/2006/main">
            <a:r>
              <a:t>**문제:** 고정 HTML 값·data.js 값·MCP 응답을 출처와 연결 단계로 비교하세요. 읽기 도구를 연결하며 삭제 권한까지 요구하면 어떻게 판단하나요?</a:t>
            </a:r>
          </a:p>
          <a:p xmlns:a="http://schemas.openxmlformats.org/drawingml/2006/main">
            <a:r>
              <a:t/>
            </a:r>
          </a:p>
          <a:p xmlns:a="http://schemas.openxmlformats.org/drawingml/2006/main">
            <a:r>
              <a:t>**해설·확인 기준:** 문서 글자·브라우저 데이터 파일·서버 기록 조회를 구별합니다. MCP는 초기화와 도구 발견 및 호출 과정이 있고 목적과 무관한 삭제 권한은 허용 근거가 없습니다. 연결 자체가 전체 쓰기 권한을 뜻하지 않습니다.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6 · 응답과 화면 사이</a:t>
            </a:r>
          </a:p>
          <a:p xmlns:a="http://schemas.openxmlformats.org/drawingml/2006/main">
            <a:r>
              <a:t/>
            </a:r>
          </a:p>
          <a:p xmlns:a="http://schemas.openxmlformats.org/drawingml/2006/main">
            <a:r>
              <a:t>**문제:** 온도 0,온도 null,isError:true 세 응답의 표시를 쓰고 MCP 결과를 받았는데 React 화면이 그대로인 원인 후보를 설명하세요. 응답 속 삭제 지시는 권한 근거인가요?</a:t>
            </a:r>
          </a:p>
          <a:p xmlns:a="http://schemas.openxmlformats.org/drawingml/2006/main">
            <a:r>
              <a:t/>
            </a:r>
          </a:p>
          <a:p xmlns:a="http://schemas.openxmlformats.org/drawingml/2006/main">
            <a:r>
              <a:t>**해설·확인 기준:** 0 ℃·미측정·조회 실패로 구별합니다. 응답 해석과 유효값 확인 및 상태 전달 경로가 빠졌을 수 있습니다. 데이터 속 삭제 지시는 권한 근거가 아닙니다. 실제 호출과 화면 갱신을 따로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입력·예상·실제 결과를 연결합니다. 직접 실행과 관찰 방식을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확인하지 않은 조건을 두 개 쓰세요. 같은 결과를 다시 얻을 방법을 설명하세요.</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필수·추가 경로: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caa136a84f48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e5c6b116a9475c" /><Relationship Type="http://schemas.openxmlformats.org/officeDocument/2006/relationships/slideLayout" Target="/ppt/slideLayouts/slideLayout1.xml" Id="Rdf2a3c3bef3345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2a3c3bef3345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212498b1374f23" /><Relationship Type="http://schemas.openxmlformats.org/officeDocument/2006/relationships/notesSlide" Target="/ppt/notesSlides/notesSlide1.xml" Id="Rfe6be33888b14e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ba4e10178cc487a" /><Relationship Type="http://schemas.openxmlformats.org/officeDocument/2006/relationships/notesSlide" Target="/ppt/notesSlides/notesSlide2.xml" Id="Rf5fb3cb1b9404e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2a7356bfd964101" /><Relationship Type="http://schemas.openxmlformats.org/officeDocument/2006/relationships/notesSlide" Target="/ppt/notesSlides/notesSlide3.xml" Id="Re2954884fd5c44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1ca0dbbd694680" /><Relationship Type="http://schemas.openxmlformats.org/officeDocument/2006/relationships/notesSlide" Target="/ppt/notesSlides/notesSlide4.xml" Id="Rf4abd5a7872c45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01970810324fdf" /><Relationship Type="http://schemas.openxmlformats.org/officeDocument/2006/relationships/notesSlide" Target="/ppt/notesSlides/notesSlide5.xml" Id="R82fb3fff03f544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8b82e0dffa3470f" /><Relationship Type="http://schemas.openxmlformats.org/officeDocument/2006/relationships/notesSlide" Target="/ppt/notesSlides/notesSlide6.xml" Id="R3a008d2b38c843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8cfa0f71e9243cf" /><Relationship Type="http://schemas.openxmlformats.org/officeDocument/2006/relationships/notesSlide" Target="/ppt/notesSlides/notesSlide7.xml" Id="R6b6245f7b08847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48499a9cffc4dd5" /><Relationship Type="http://schemas.openxmlformats.org/officeDocument/2006/relationships/notesSlide" Target="/ppt/notesSlides/notesSlide8.xml" Id="R023e4421585344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a1aeff17dc4810" /><Relationship Type="http://schemas.openxmlformats.org/officeDocument/2006/relationships/notesSlide" Target="/ppt/notesSlides/notesSlide9.xml" Id="R6994cd00913949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ec90f7935624d46" /><Relationship Type="http://schemas.openxmlformats.org/officeDocument/2006/relationships/notesSlide" Target="/ppt/notesSlides/notesSlide10.xml" Id="Rd1a9a68b381d44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91e11618dc4faa" /><Relationship Type="http://schemas.openxmlformats.org/officeDocument/2006/relationships/notesSlide" Target="/ppt/notesSlides/notesSlide11.xml" Id="R3c4c0367527d4d5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4726c5932f480b" /><Relationship Type="http://schemas.openxmlformats.org/officeDocument/2006/relationships/notesSlide" Target="/ppt/notesSlides/notesSlide12.xml" Id="R15bc3133820740a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d7d68ad795f4bda" /><Relationship Type="http://schemas.openxmlformats.org/officeDocument/2006/relationships/notesSlide" Target="/ppt/notesSlides/notesSlide13.xml" Id="R2eef3ee2e319499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fbdc91a48474c6c" /><Relationship Type="http://schemas.openxmlformats.org/officeDocument/2006/relationships/notesSlide" Target="/ppt/notesSlides/notesSlide14.xml" Id="Re7c1896eedcf469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a0999e49bf1419f" /><Relationship Type="http://schemas.openxmlformats.org/officeDocument/2006/relationships/notesSlide" Target="/ppt/notesSlides/notesSlide15.xml" Id="R17a71864384f484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39aa69d0d3c45c5" /><Relationship Type="http://schemas.openxmlformats.org/officeDocument/2006/relationships/notesSlide" Target="/ppt/notesSlides/notesSlide16.xml" Id="Rf1e3f8c520e7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5c02a0c4a254b03" /><Relationship Type="http://schemas.openxmlformats.org/officeDocument/2006/relationships/notesSlide" Target="/ppt/notesSlides/notesSlide17.xml" Id="R81a9ff6421e347f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e2fae2740ff45ea" /><Relationship Type="http://schemas.openxmlformats.org/officeDocument/2006/relationships/notesSlide" Target="/ppt/notesSlides/notesSlide18.xml" Id="R699c06a94b3742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5ed9655bb334c0b" /><Relationship Type="http://schemas.openxmlformats.org/officeDocument/2006/relationships/notesSlide" Target="/ppt/notesSlides/notesSlide19.xml" Id="R28994aec8b2d4ec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6fb7939b7d54638" /><Relationship Type="http://schemas.openxmlformats.org/officeDocument/2006/relationships/notesSlide" Target="/ppt/notesSlides/notesSlide20.xml" Id="R4e67b6aeb1b94f7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6380ee1f2aa4013" /><Relationship Type="http://schemas.openxmlformats.org/officeDocument/2006/relationships/notesSlide" Target="/ppt/notesSlides/notesSlide21.xml" Id="R6b5a3937961a44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1c16ca1ba4d44dd" /><Relationship Type="http://schemas.openxmlformats.org/officeDocument/2006/relationships/notesSlide" Target="/ppt/notesSlides/notesSlide22.xml" Id="Rc9f7d65539564cc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eee99d8776f4663" /><Relationship Type="http://schemas.openxmlformats.org/officeDocument/2006/relationships/notesSlide" Target="/ppt/notesSlides/notesSlide23.xml" Id="Ra195de44938b4b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668e176e9ea42e8" /><Relationship Type="http://schemas.openxmlformats.org/officeDocument/2006/relationships/notesSlide" Target="/ppt/notesSlides/notesSlide24.xml" Id="R5be1ba2e0c494e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f7d588731cf4e13" /><Relationship Type="http://schemas.openxmlformats.org/officeDocument/2006/relationships/notesSlide" Target="/ppt/notesSlides/notesSlide25.xml" Id="R0aa714a3299d4b7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bdc7344ac4a429c" /><Relationship Type="http://schemas.openxmlformats.org/officeDocument/2006/relationships/notesSlide" Target="/ppt/notesSlides/notesSlide26.xml" Id="Re845715d6d664da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d48106b63074110" /><Relationship Type="http://schemas.openxmlformats.org/officeDocument/2006/relationships/notesSlide" Target="/ppt/notesSlides/notesSlide27.xml" Id="Rdebe35db34aa4b7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7f5b72b1a7b4caa" /><Relationship Type="http://schemas.openxmlformats.org/officeDocument/2006/relationships/notesSlide" Target="/ppt/notesSlides/notesSlide28.xml" Id="R1f3f7a5033a945a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45d609c500c42a2" /><Relationship Type="http://schemas.openxmlformats.org/officeDocument/2006/relationships/notesSlide" Target="/ppt/notesSlides/notesSlide29.xml" Id="R3c705fe6ebc84f5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a3a5ff1b23f4bc6" /><Relationship Type="http://schemas.openxmlformats.org/officeDocument/2006/relationships/notesSlide" Target="/ppt/notesSlides/notesSlide30.xml" Id="R30e4d5e4efb74d2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b253f18663f4c70" /><Relationship Type="http://schemas.openxmlformats.org/officeDocument/2006/relationships/notesSlide" Target="/ppt/notesSlides/notesSlide31.xml" Id="R2323fff5747045a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8bf130167354016" /><Relationship Type="http://schemas.openxmlformats.org/officeDocument/2006/relationships/notesSlide" Target="/ppt/notesSlides/notesSlide32.xml" Id="Rce34e3c76c97490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6ba646310224223" /><Relationship Type="http://schemas.openxmlformats.org/officeDocument/2006/relationships/notesSlide" Target="/ppt/notesSlides/notesSlide33.xml" Id="R4b02390ea5c44b8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c8d7ed35a18848f7" /><Relationship Type="http://schemas.openxmlformats.org/officeDocument/2006/relationships/notesSlide" Target="/ppt/notesSlides/notesSlide34.xml" Id="Raf949b91e3044f6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c676e311065425d" /><Relationship Type="http://schemas.openxmlformats.org/officeDocument/2006/relationships/notesSlide" Target="/ppt/notesSlides/notesSlide35.xml" Id="R9ddb453edbef486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35b4f8a40b747db" /><Relationship Type="http://schemas.openxmlformats.org/officeDocument/2006/relationships/notesSlide" Target="/ppt/notesSlides/notesSlide36.xml" Id="R7bae50f326174f5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a4b5ce7bd25405d" /><Relationship Type="http://schemas.openxmlformats.org/officeDocument/2006/relationships/notesSlide" Target="/ppt/notesSlides/notesSlide37.xml" Id="Rce2e35a6b66e4b2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42308e9dcd54240" /><Relationship Type="http://schemas.openxmlformats.org/officeDocument/2006/relationships/notesSlide" Target="/ppt/notesSlides/notesSlide38.xml" Id="Rdaf9359ad7314f6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5891e786be144a1" /><Relationship Type="http://schemas.openxmlformats.org/officeDocument/2006/relationships/notesSlide" Target="/ppt/notesSlides/notesSlide39.xml" Id="Ra1e78e4b80da402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b1523462c53412a" /><Relationship Type="http://schemas.openxmlformats.org/officeDocument/2006/relationships/notesSlide" Target="/ppt/notesSlides/notesSlide40.xml" Id="R06e9eff93c434c0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c710b738259b4009" /><Relationship Type="http://schemas.openxmlformats.org/officeDocument/2006/relationships/notesSlide" Target="/ppt/notesSlides/notesSlide41.xml" Id="R3c117de75df849b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6574de33b89425b" /><Relationship Type="http://schemas.openxmlformats.org/officeDocument/2006/relationships/notesSlide" Target="/ppt/notesSlides/notesSlide42.xml" Id="R84989fa860a04b8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dcad0ec1fcf472c" /><Relationship Type="http://schemas.openxmlformats.org/officeDocument/2006/relationships/notesSlide" Target="/ppt/notesSlides/notesSlide43.xml" Id="Rbdaa54a92cf04b4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ccd21b2eb764e09" /><Relationship Type="http://schemas.openxmlformats.org/officeDocument/2006/relationships/notesSlide" Target="/ppt/notesSlides/notesSlide44.xml" Id="Rb55d6d8784c9422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7caeb458bc343d0" /><Relationship Type="http://schemas.openxmlformats.org/officeDocument/2006/relationships/notesSlide" Target="/ppt/notesSlides/notesSlide45.xml" Id="Rd678e40bb3c74a2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8bd2f4ce680457f" /><Relationship Type="http://schemas.openxmlformats.org/officeDocument/2006/relationships/notesSlide" Target="/ppt/notesSlides/notesSlide46.xml" Id="Re63377c1ab6e427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3beae95b0f64c41" /><Relationship Type="http://schemas.openxmlformats.org/officeDocument/2006/relationships/notesSlide" Target="/ppt/notesSlides/notesSlide47.xml" Id="R947a92f88520483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7e39864ffd4636" /><Relationship Type="http://schemas.openxmlformats.org/officeDocument/2006/relationships/notesSlide" Target="/ppt/notesSlides/notesSlide48.xml" Id="R37eeefb6d36f47b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95a13bbb641458f" /><Relationship Type="http://schemas.openxmlformats.org/officeDocument/2006/relationships/notesSlide" Target="/ppt/notesSlides/notesSlide49.xml" Id="Rbf40d146fd58443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62383a6fa1c4b80" /><Relationship Type="http://schemas.openxmlformats.org/officeDocument/2006/relationships/notesSlide" Target="/ppt/notesSlides/notesSlide50.xml" Id="R357a82d6e3304f7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7f0f0e6589d49f7" /><Relationship Type="http://schemas.openxmlformats.org/officeDocument/2006/relationships/notesSlide" Target="/ppt/notesSlides/notesSlide51.xml" Id="R5dd2fb316332407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1119f2a767e4991" /><Relationship Type="http://schemas.openxmlformats.org/officeDocument/2006/relationships/notesSlide" Target="/ppt/notesSlides/notesSlide52.xml" Id="R06c2f57e5bdd453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f4a77f418374f83" /><Relationship Type="http://schemas.openxmlformats.org/officeDocument/2006/relationships/notesSlide" Target="/ppt/notesSlides/notesSlide53.xml" Id="Rc01970f7069248b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9f3cfd62d4f44fc" /><Relationship Type="http://schemas.openxmlformats.org/officeDocument/2006/relationships/notesSlide" Target="/ppt/notesSlides/notesSlide54.xml" Id="R7527c1268f4a404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08795478a624047" /><Relationship Type="http://schemas.openxmlformats.org/officeDocument/2006/relationships/notesSlide" Target="/ppt/notesSlides/notesSlide55.xml" Id="R5c9a972013214c6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7d4ed569e0a4d72" /><Relationship Type="http://schemas.openxmlformats.org/officeDocument/2006/relationships/notesSlide" Target="/ppt/notesSlides/notesSlide56.xml" Id="Rd154c27af4084f6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a6320af64f2418f" /><Relationship Type="http://schemas.openxmlformats.org/officeDocument/2006/relationships/notesSlide" Target="/ppt/notesSlides/notesSlide57.xml" Id="Re219cf163aac416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e4dc4996ce8400e" /><Relationship Type="http://schemas.openxmlformats.org/officeDocument/2006/relationships/notesSlide" Target="/ppt/notesSlides/notesSlide58.xml" Id="R0ccd51825ee745d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568570dd99ac4b17" /><Relationship Type="http://schemas.openxmlformats.org/officeDocument/2006/relationships/notesSlide" Target="/ppt/notesSlides/notesSlide59.xml" Id="R259913632228485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9951b3c45d7421b" /><Relationship Type="http://schemas.openxmlformats.org/officeDocument/2006/relationships/notesSlide" Target="/ppt/notesSlides/notesSlide60.xml" Id="R69bd0608634a476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39098152f164f2a" /><Relationship Type="http://schemas.openxmlformats.org/officeDocument/2006/relationships/notesSlide" Target="/ppt/notesSlides/notesSlide61.xml" Id="Re55ebd7ac0934e8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d80e806b165448d" /><Relationship Type="http://schemas.openxmlformats.org/officeDocument/2006/relationships/notesSlide" Target="/ppt/notesSlides/notesSlide62.xml" Id="Rb2a161d9c03f4e5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dbaef64b8f34022" /><Relationship Type="http://schemas.openxmlformats.org/officeDocument/2006/relationships/notesSlide" Target="/ppt/notesSlides/notesSlide63.xml" Id="Rfbb7a3b68303423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4fe7a6e46984778" /><Relationship Type="http://schemas.openxmlformats.org/officeDocument/2006/relationships/notesSlide" Target="/ppt/notesSlides/notesSlide64.xml" Id="Rc238b3aa446b4cd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d8ff298e42c4c5a" /><Relationship Type="http://schemas.openxmlformats.org/officeDocument/2006/relationships/notesSlide" Target="/ppt/notesSlides/notesSlide65.xml" Id="R70532ca8367c4c6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007d276e20924f85" /><Relationship Type="http://schemas.openxmlformats.org/officeDocument/2006/relationships/notesSlide" Target="/ppt/notesSlides/notesSlide66.xml" Id="R93216806830a437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fa2a8cd347b4c90" /><Relationship Type="http://schemas.openxmlformats.org/officeDocument/2006/relationships/notesSlide" Target="/ppt/notesSlides/notesSlide67.xml" Id="R3329703c954d493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130676207274bf9" /><Relationship Type="http://schemas.openxmlformats.org/officeDocument/2006/relationships/notesSlide" Target="/ppt/notesSlides/notesSlide68.xml" Id="R163eada553d841a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66a1ddade374c1a" /><Relationship Type="http://schemas.openxmlformats.org/officeDocument/2006/relationships/notesSlide" Target="/ppt/notesSlides/notesSlide69.xml" Id="Rc85e0568ddc94a4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7e1725e14f1f4553" /><Relationship Type="http://schemas.openxmlformats.org/officeDocument/2006/relationships/notesSlide" Target="/ppt/notesSlides/notesSlide70.xml" Id="R30b2d112273049b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e403e5c6b444334" /><Relationship Type="http://schemas.openxmlformats.org/officeDocument/2006/relationships/notesSlide" Target="/ppt/notesSlides/notesSlide71.xml" Id="R3ce6181c6cc3435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e0a8c2c28ca408d" /><Relationship Type="http://schemas.openxmlformats.org/officeDocument/2006/relationships/notesSlide" Target="/ppt/notesSlides/notesSlide72.xml" Id="R04b3a6bdce99462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82a90b7925346ba" /><Relationship Type="http://schemas.openxmlformats.org/officeDocument/2006/relationships/notesSlide" Target="/ppt/notesSlides/notesSlide73.xml" Id="R7235373672524a4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ac445209f9d42b3" /><Relationship Type="http://schemas.openxmlformats.org/officeDocument/2006/relationships/notesSlide" Target="/ppt/notesSlides/notesSlide74.xml" Id="R44653ffaf10d498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374701e6558748f9" /><Relationship Type="http://schemas.openxmlformats.org/officeDocument/2006/relationships/notesSlide" Target="/ppt/notesSlides/notesSlide75.xml" Id="R846dc3ea44df4ae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27e7458825e4221" /><Relationship Type="http://schemas.openxmlformats.org/officeDocument/2006/relationships/notesSlide" Target="/ppt/notesSlides/notesSlide76.xml" Id="R48c6cf5fdc59490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27d87d4c7d7f4ba5" /><Relationship Type="http://schemas.openxmlformats.org/officeDocument/2006/relationships/notesSlide" Target="/ppt/notesSlides/notesSlide77.xml" Id="Rc46dc8be946c469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9d687c5454294958" /><Relationship Type="http://schemas.openxmlformats.org/officeDocument/2006/relationships/notesSlide" Target="/ppt/notesSlides/notesSlide78.xml" Id="Ra6331b484711465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6241cdf8b61e4872" /><Relationship Type="http://schemas.openxmlformats.org/officeDocument/2006/relationships/notesSlide" Target="/ppt/notesSlides/notesSlide79.xml" Id="Raa567ee74b5241e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a80b2ddd40d34290" /><Relationship Type="http://schemas.openxmlformats.org/officeDocument/2006/relationships/notesSlide" Target="/ppt/notesSlides/notesSlide80.xml" Id="R5279cb6e377c4f0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0029edbb0bd74f8d" /><Relationship Type="http://schemas.openxmlformats.org/officeDocument/2006/relationships/notesSlide" Target="/ppt/notesSlides/notesSlide81.xml" Id="Rd80d0c187f6c4293"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c328a14e4eca4427" /><Relationship Type="http://schemas.openxmlformats.org/officeDocument/2006/relationships/notesSlide" Target="/ppt/notesSlides/notesSlide82.xml" Id="R6a49e76b67ff41b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9981a7421e3488c" /><Relationship Type="http://schemas.openxmlformats.org/officeDocument/2006/relationships/notesSlide" Target="/ppt/notesSlides/notesSlide83.xml" Id="R02e0a8265e7a4db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cf013d045844dc1" /><Relationship Type="http://schemas.openxmlformats.org/officeDocument/2006/relationships/notesSlide" Target="/ppt/notesSlides/notesSlide84.xml" Id="R0b63bdfed2704bd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18f9b46acb140bf" /><Relationship Type="http://schemas.openxmlformats.org/officeDocument/2006/relationships/notesSlide" Target="/ppt/notesSlides/notesSlide85.xml" Id="R914ec9a8a47e448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3e41ccd4d48240ad" /><Relationship Type="http://schemas.openxmlformats.org/officeDocument/2006/relationships/notesSlide" Target="/ppt/notesSlides/notesSlide86.xml" Id="Rfb8f0ce9529b4f1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45516e8d8b684f1c" /><Relationship Type="http://schemas.openxmlformats.org/officeDocument/2006/relationships/notesSlide" Target="/ppt/notesSlides/notesSlide87.xml" Id="R9166e0608e4941e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2adda1561f7c451d" /><Relationship Type="http://schemas.openxmlformats.org/officeDocument/2006/relationships/notesSlide" Target="/ppt/notesSlides/notesSlide88.xml" Id="Rd49d15d127104b9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1761221f8484444" /><Relationship Type="http://schemas.openxmlformats.org/officeDocument/2006/relationships/notesSlide" Target="/ppt/notesSlides/notesSlide89.xml" Id="Rc1aa18c9157f48c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df4604c91d24b81" /><Relationship Type="http://schemas.openxmlformats.org/officeDocument/2006/relationships/notesSlide" Target="/ppt/notesSlides/notesSlide90.xml" Id="Red539e26c16d491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4d08c38938674b9b" /><Relationship Type="http://schemas.openxmlformats.org/officeDocument/2006/relationships/notesSlide" Target="/ppt/notesSlides/notesSlide91.xml" Id="R11877b26102347d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5fdd629bcc894c3e" /><Relationship Type="http://schemas.openxmlformats.org/officeDocument/2006/relationships/notesSlide" Target="/ppt/notesSlides/notesSlide92.xml" Id="R946380c503824407"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d3308ecef36947f9" /><Relationship Type="http://schemas.openxmlformats.org/officeDocument/2006/relationships/notesSlide" Target="/ppt/notesSlides/notesSlide93.xml" Id="R171e6f9e76874ab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106c3c1c52e34a1e" /><Relationship Type="http://schemas.openxmlformats.org/officeDocument/2006/relationships/notesSlide" Target="/ppt/notesSlides/notesSlide94.xml" Id="R60a6a6c383044982"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730fb5ddcc26483f" /><Relationship Type="http://schemas.openxmlformats.org/officeDocument/2006/relationships/notesSlide" Target="/ppt/notesSlides/notesSlide95.xml" Id="R84db2293ec294f53"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6fa0903ccbbc49e4" /><Relationship Type="http://schemas.openxmlformats.org/officeDocument/2006/relationships/notesSlide" Target="/ppt/notesSlides/notesSlide96.xml" Id="R28d87ff02ece4285"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40f63038688d4d16" /><Relationship Type="http://schemas.openxmlformats.org/officeDocument/2006/relationships/notesSlide" Target="/ppt/notesSlides/notesSlide97.xml" Id="R0065331f8d7747f8"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09a0cfd7f4ea40b4" /><Relationship Type="http://schemas.openxmlformats.org/officeDocument/2006/relationships/notesSlide" Target="/ppt/notesSlides/notesSlide98.xml" Id="R23588629d3c54bb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e8df87071bdf4e05" /><Relationship Type="http://schemas.openxmlformats.org/officeDocument/2006/relationships/notesSlide" Target="/ppt/notesSlides/notesSlide99.xml" Id="R4940f54adf674a7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769b913f313440af" /><Relationship Type="http://schemas.openxmlformats.org/officeDocument/2006/relationships/notesSlide" Target="/ppt/notesSlides/notesSlide100.xml" Id="R87e0d430445e42a4"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e7a5fbf05a164791" /><Relationship Type="http://schemas.openxmlformats.org/officeDocument/2006/relationships/notesSlide" Target="/ppt/notesSlides/notesSlide101.xml" Id="R98ddd812761e4fcb"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96a00f0b7360441c" /><Relationship Type="http://schemas.openxmlformats.org/officeDocument/2006/relationships/notesSlide" Target="/ppt/notesSlides/notesSlide102.xml" Id="Rf765b5768044482f"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0d302445159d43ed" /><Relationship Type="http://schemas.openxmlformats.org/officeDocument/2006/relationships/notesSlide" Target="/ppt/notesSlides/notesSlide103.xml" Id="R3d81920cc42b4f68"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09e579701f98474b" /><Relationship Type="http://schemas.openxmlformats.org/officeDocument/2006/relationships/notesSlide" Target="/ppt/notesSlides/notesSlide104.xml" Id="R8c74129b071348cd"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5a3702bd13c24702" /><Relationship Type="http://schemas.openxmlformats.org/officeDocument/2006/relationships/notesSlide" Target="/ppt/notesSlides/notesSlide105.xml" Id="R8b36cd2e48094651"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b0171f20bd8c4d99" /><Relationship Type="http://schemas.openxmlformats.org/officeDocument/2006/relationships/notesSlide" Target="/ppt/notesSlides/notesSlide106.xml" Id="Rb2398582e8b04df6"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47eff46646cf4d25" /><Relationship Type="http://schemas.openxmlformats.org/officeDocument/2006/relationships/notesSlide" Target="/ppt/notesSlides/notesSlide107.xml" Id="R9aa88b7728cc4daf"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B523E-47A6-48A4-9545-1FEEEB7E689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04C779D0-D823-460B-A1E1-3D67F4618D76}"/>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HTML · CSS</a:t>
            </a:r>
          </a:p>
          <a:p xmlns:a="http://schemas.openxmlformats.org/drawingml/2006/main">
            <a:pPr>
              <a:defRPr sz="6150" b="0">
                <a:solidFill>
                  <a:srgbClr val="FFFFFF"/>
                </a:solidFill>
                <a:latin typeface="Noto Sans KR"/>
                <a:ea typeface="Noto Sans KR"/>
                <a:cs typeface="Noto Sans KR"/>
              </a:defRPr>
            </a:pPr>
            <a:r>
              <a:t>React · MCP</a:t>
            </a:r>
          </a:p>
        </p:txBody>
      </p:sp>
      <p:sp>
        <p:nvSpPr>
          <p:cNvPr id="3" name="">
            <a:extLst xmlns:a="http://schemas.openxmlformats.org/drawingml/2006/main">
              <a:ext uri="{FF2B5EF4-FFF2-40B4-BE49-F238E27FC236}">
                <a16:creationId xmlns:a16="http://schemas.microsoft.com/office/drawing/2014/main" id="{58F218F0-01AE-435B-AFB4-0F12E123025B}"/>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2026-10-21</a:t>
            </a:r>
          </a:p>
        </p:txBody>
      </p:sp>
      <p:sp>
        <p:nvSpPr>
          <p:cNvPr id="4" name="">
            <a:extLst xmlns:a="http://schemas.openxmlformats.org/drawingml/2006/main">
              <a:ext uri="{FF2B5EF4-FFF2-40B4-BE49-F238E27FC236}">
                <a16:creationId xmlns:a16="http://schemas.microsoft.com/office/drawing/2014/main" id="{188DD094-75DA-4388-BF99-18D62D365DCE}"/>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가상 자료로 개념과 결과를 확인합니다.</a:t>
            </a:r>
          </a:p>
        </p:txBody>
      </p:sp>
      <p:sp>
        <p:nvSpPr>
          <p:cNvPr id="5" name="">
            <a:extLst xmlns:a="http://schemas.openxmlformats.org/drawingml/2006/main">
              <a:ext uri="{FF2B5EF4-FFF2-40B4-BE49-F238E27FC236}">
                <a16:creationId xmlns:a16="http://schemas.microsoft.com/office/drawing/2014/main" id="{83789063-BD3B-47F1-AB09-B56AFED5E4F9}"/>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0A20A2FE-4B00-4006-B27E-17A36F52000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14A7190-C1FF-4D71-8449-81108F207B7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D90EA2B0-448E-4368-A0D2-54C16E5DAC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765225460"/>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39072B0-51B7-4EA3-A042-28ECA9CEA8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01B80999-523B-4EC5-97BF-3D7270D0B9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파일을 여는 첫 순서</a:t>
            </a:r>
          </a:p>
        </p:txBody>
      </p:sp>
      <p:sp>
        <p:nvSpPr>
          <p:cNvPr id="3" name="">
            <a:extLst xmlns:a="http://schemas.openxmlformats.org/drawingml/2006/main">
              <a:ext uri="{FF2B5EF4-FFF2-40B4-BE49-F238E27FC236}">
                <a16:creationId xmlns:a16="http://schemas.microsoft.com/office/drawing/2014/main" id="{A0B29388-599E-4698-9ED5-989CCC853A7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0EDBE15-5B6F-4BE0-A691-707D7E6C5997}"/>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72D19156-594F-481A-B39A-A0A24E76248E}"/>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EEA2CB-C67E-4CBD-BBCA-62055AAF71F6}"/>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120334F-377F-4B5A-AE39-7C17B70FB8DC}"/>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C403E183-E4E0-4F51-8A98-F16075931B4E}"/>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459324-5478-4DDE-B0A1-B3548C73B53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149E4D4-4E4C-4A03-9662-B0F35F22AEE0}"/>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02DA4255-A182-4603-B02E-B7F29E15F77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420F0E5-2364-409D-BB7F-409170737717}"/>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5F35294-9CB2-45BB-8CC8-807A99BE7B99}"/>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E35402EE-73F9-46BC-AC21-C4B60DC0EE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263A714-31AD-4E45-8FDA-E0325247A3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6" name="">
            <a:extLst xmlns:a="http://schemas.openxmlformats.org/drawingml/2006/main">
              <a:ext uri="{FF2B5EF4-FFF2-40B4-BE49-F238E27FC236}">
                <a16:creationId xmlns:a16="http://schemas.microsoft.com/office/drawing/2014/main" id="{40D9A11D-6874-42FB-A0BD-8778A06F02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246073619"/>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ECCC441-C0F2-43B7-9911-785427511EE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4F89DD58-650F-41AF-A196-644A6D770A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실행했는지 구별하는 기록</a:t>
            </a:r>
          </a:p>
        </p:txBody>
      </p:sp>
      <p:sp>
        <p:nvSpPr>
          <p:cNvPr id="3" name="">
            <a:extLst xmlns:a="http://schemas.openxmlformats.org/drawingml/2006/main">
              <a:ext uri="{FF2B5EF4-FFF2-40B4-BE49-F238E27FC236}">
                <a16:creationId xmlns:a16="http://schemas.microsoft.com/office/drawing/2014/main" id="{459A218E-7C2B-4634-A4F1-D89B78E1B9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E6BB980-53F0-4AFA-A115-E6A2803F7A6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실행·강사 관찰·수동 추적을 적습니다.</a:t>
            </a:r>
          </a:p>
        </p:txBody>
      </p:sp>
      <p:sp>
        <p:nvSpPr>
          <p:cNvPr id="5" name="">
            <a:extLst xmlns:a="http://schemas.openxmlformats.org/drawingml/2006/main">
              <a:ext uri="{FF2B5EF4-FFF2-40B4-BE49-F238E27FC236}">
                <a16:creationId xmlns:a16="http://schemas.microsoft.com/office/drawing/2014/main" id="{5705853D-D32C-4294-BD2B-2648149D381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CF4A9E-F859-49BF-B951-0C5AEE61615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84EC13F-C81B-41D0-9984-695593DD22A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예상 결과를 먼저 씁니다.</a:t>
            </a:r>
          </a:p>
        </p:txBody>
      </p:sp>
      <p:sp>
        <p:nvSpPr>
          <p:cNvPr id="8" name="">
            <a:extLst xmlns:a="http://schemas.openxmlformats.org/drawingml/2006/main">
              <a:ext uri="{FF2B5EF4-FFF2-40B4-BE49-F238E27FC236}">
                <a16:creationId xmlns:a16="http://schemas.microsoft.com/office/drawing/2014/main" id="{A20013BD-77F8-40AF-984F-B883F2BCE5B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3F8764-5FD2-4265-8366-2D16A0EA3CA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B0280DF-B133-4ABB-89F6-89B5A88E873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결과와 다음 확인을 남깁니다.</a:t>
            </a:r>
          </a:p>
        </p:txBody>
      </p:sp>
      <p:sp>
        <p:nvSpPr>
          <p:cNvPr id="11" name="">
            <a:extLst xmlns:a="http://schemas.openxmlformats.org/drawingml/2006/main">
              <a:ext uri="{FF2B5EF4-FFF2-40B4-BE49-F238E27FC236}">
                <a16:creationId xmlns:a16="http://schemas.microsoft.com/office/drawing/2014/main" id="{6D821858-CA74-41A8-9CCC-22E2C6406E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1BA54B4-9196-4BD2-A7A3-5A64809EAC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536D4FA8-BB47-43F2-872B-9617AC9185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774820891"/>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E1FDEA-5203-45E6-8A03-0CA7366FFC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4F56C6B7-0049-472F-AFCF-6212A79426B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488917DA-4517-458C-993D-D1091BBDE6DB}"/>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5D9F4885-1FE4-4AD2-AD5C-95A3927B1362}"/>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9C2F21C0-EFF9-4FFA-A405-093DCF83652F}"/>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필수 결과 확인 뒤 사용합니다.</a:t>
            </a:r>
          </a:p>
        </p:txBody>
      </p:sp>
      <p:sp>
        <p:nvSpPr>
          <p:cNvPr id="6" name="">
            <a:extLst xmlns:a="http://schemas.openxmlformats.org/drawingml/2006/main">
              <a:ext uri="{FF2B5EF4-FFF2-40B4-BE49-F238E27FC236}">
                <a16:creationId xmlns:a16="http://schemas.microsoft.com/office/drawing/2014/main" id="{F5D3189D-2D35-4D73-B26B-C5C3BEEF4AF6}"/>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장의 50분 완수를 보장하지 않습니다.</a:t>
            </a:r>
          </a:p>
        </p:txBody>
      </p:sp>
      <p:sp>
        <p:nvSpPr>
          <p:cNvPr id="7" name="">
            <a:extLst xmlns:a="http://schemas.openxmlformats.org/drawingml/2006/main">
              <a:ext uri="{FF2B5EF4-FFF2-40B4-BE49-F238E27FC236}">
                <a16:creationId xmlns:a16="http://schemas.microsoft.com/office/drawing/2014/main" id="{29ACDAEB-155D-4163-934E-E965BA3862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35FCB3F-BD49-47B3-98DD-673ABCF269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7FA94D03-D8CE-4D73-B897-AB44AA564D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759774611"/>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CFB591-01B6-405D-A7B8-0E81F6DFD41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72459F-7610-4F3C-8658-0E3D6F81005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BC754399-B2CE-4015-ACC1-2D332D6DE77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0C3DCDD-5F5A-4657-AB5B-FD1CF0F21D6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웹 문서의 내용</a:t>
            </a:r>
          </a:p>
        </p:txBody>
      </p:sp>
      <p:sp>
        <p:nvSpPr>
          <p:cNvPr id="5" name="">
            <a:extLst xmlns:a="http://schemas.openxmlformats.org/drawingml/2006/main">
              <a:ext uri="{FF2B5EF4-FFF2-40B4-BE49-F238E27FC236}">
                <a16:creationId xmlns:a16="http://schemas.microsoft.com/office/drawing/2014/main" id="{087F10B7-489B-42B6-B138-EB8157E8FBA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0AD229A-04EF-48B7-AAC9-FED78C59118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34A082DA-C7D2-44F1-A96F-FD55A7CD5E87}"/>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4D60FBDB-94F1-4A56-940E-1ED35B4CF56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196D65AF-670B-465F-AA90-58C6E0194A94}"/>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670F5D42-4F74-4028-8AAB-720437D8A730}"/>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35109005"/>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5D4D5F-C7DB-4545-BEF1-0749C73152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4339C22-235B-49E2-9FC2-744440646C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이름과 의미의 위치</a:t>
            </a:r>
          </a:p>
        </p:txBody>
      </p:sp>
      <p:sp>
        <p:nvSpPr>
          <p:cNvPr id="3" name="">
            <a:extLst xmlns:a="http://schemas.openxmlformats.org/drawingml/2006/main">
              <a:ext uri="{FF2B5EF4-FFF2-40B4-BE49-F238E27FC236}">
                <a16:creationId xmlns:a16="http://schemas.microsoft.com/office/drawing/2014/main" id="{1C5737FB-E5B6-40C4-B4D3-A7768CE4BEE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파일 이름·탭 이름·본문 제목</a:t>
            </a:r>
            <a:r>
              <a:t>을 구별합니다.</a:t>
            </a:r>
          </a:p>
        </p:txBody>
      </p:sp>
      <p:sp>
        <p:nvSpPr>
          <p:cNvPr id="4" name="">
            <a:extLst xmlns:a="http://schemas.openxmlformats.org/drawingml/2006/main">
              <a:ext uri="{FF2B5EF4-FFF2-40B4-BE49-F238E27FC236}">
                <a16:creationId xmlns:a16="http://schemas.microsoft.com/office/drawing/2014/main" id="{AED8618F-1AC3-4784-9E6A-14C4E4446A9E}"/>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 표시와 클릭 동작도 따로 확인합니다.</a:t>
            </a:r>
          </a:p>
        </p:txBody>
      </p:sp>
      <p:sp>
        <p:nvSpPr>
          <p:cNvPr id="5" name="">
            <a:extLst xmlns:a="http://schemas.openxmlformats.org/drawingml/2006/main">
              <a:ext uri="{FF2B5EF4-FFF2-40B4-BE49-F238E27FC236}">
                <a16:creationId xmlns:a16="http://schemas.microsoft.com/office/drawing/2014/main" id="{4CD86A16-3117-459E-8545-CBD81A2171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4AD8E2-4760-43A7-B626-5377AD8573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8798629B-D4D7-40D9-A9D4-8DDFC322F42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352520308"/>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BDF31C-C6EB-47E6-90DC-0F9F68AB068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57AABFB-00BA-4CA7-A6DF-640D74EA224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파일과 브라우저</a:t>
            </a:r>
          </a:p>
        </p:txBody>
      </p:sp>
      <p:sp>
        <p:nvSpPr>
          <p:cNvPr id="3" name="">
            <a:extLst xmlns:a="http://schemas.openxmlformats.org/drawingml/2006/main">
              <a:ext uri="{FF2B5EF4-FFF2-40B4-BE49-F238E27FC236}">
                <a16:creationId xmlns:a16="http://schemas.microsoft.com/office/drawing/2014/main" id="{F656C9A1-F0FB-4968-B106-1DA23E86379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9B04CC-81F8-4589-A3A7-45373BF2A04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편집기</a:t>
            </a:r>
            <a:r>
              <a:t>는 파일 내용을 고칩니다.</a:t>
            </a:r>
          </a:p>
        </p:txBody>
      </p:sp>
      <p:sp>
        <p:nvSpPr>
          <p:cNvPr id="5" name="">
            <a:extLst xmlns:a="http://schemas.openxmlformats.org/drawingml/2006/main">
              <a:ext uri="{FF2B5EF4-FFF2-40B4-BE49-F238E27FC236}">
                <a16:creationId xmlns:a16="http://schemas.microsoft.com/office/drawing/2014/main" id="{2A7DA834-044F-44BA-94C3-B280CDE0D0C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브라우저</a:t>
            </a:r>
            <a:r>
              <a:t>는 HTML을 읽어 화면으로 보여 줍니다.</a:t>
            </a:r>
          </a:p>
        </p:txBody>
      </p:sp>
      <p:sp>
        <p:nvSpPr>
          <p:cNvPr id="6" name="">
            <a:extLst xmlns:a="http://schemas.openxmlformats.org/drawingml/2006/main">
              <a:ext uri="{FF2B5EF4-FFF2-40B4-BE49-F238E27FC236}">
                <a16:creationId xmlns:a16="http://schemas.microsoft.com/office/drawing/2014/main" id="{2727DF40-3E5C-4D58-806F-3B1AAE58857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BEF6FC1-E04C-4A23-BF54-98954B06FB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F9CB6AB-0443-44FA-9ECA-37596F5BF0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014629462"/>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6CCBF6-1DEB-439A-A14F-9F9AB28745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6966AE5-FE1F-44DC-B6CE-352BCDC72B3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브라우저의 예</a:t>
            </a:r>
          </a:p>
        </p:txBody>
      </p:sp>
      <p:sp>
        <p:nvSpPr>
          <p:cNvPr id="3" name="">
            <a:extLst xmlns:a="http://schemas.openxmlformats.org/drawingml/2006/main">
              <a:ext uri="{FF2B5EF4-FFF2-40B4-BE49-F238E27FC236}">
                <a16:creationId xmlns:a16="http://schemas.microsoft.com/office/drawing/2014/main" id="{9EBAA774-1818-45EF-8C01-CBC0AB9B5C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978CFB5-2507-4F2F-BFD6-05DFFE42A2C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work/static/index.html을 엽니다.</a:t>
            </a:r>
          </a:p>
        </p:txBody>
      </p:sp>
      <p:sp>
        <p:nvSpPr>
          <p:cNvPr id="5" name="">
            <a:extLst xmlns:a="http://schemas.openxmlformats.org/drawingml/2006/main">
              <a:ext uri="{FF2B5EF4-FFF2-40B4-BE49-F238E27FC236}">
                <a16:creationId xmlns:a16="http://schemas.microsoft.com/office/drawing/2014/main" id="{632E38B3-E7C6-47EC-92CD-D41E44108B8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4601B8-E96D-4C24-B452-EB5E77700F6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A3F1F5E-A5C0-4D36-A7E3-EC1D4129AE0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 후 같은 화면을 새로고침합니다.</a:t>
            </a:r>
          </a:p>
        </p:txBody>
      </p:sp>
      <p:sp>
        <p:nvSpPr>
          <p:cNvPr id="8" name="">
            <a:extLst xmlns:a="http://schemas.openxmlformats.org/drawingml/2006/main">
              <a:ext uri="{FF2B5EF4-FFF2-40B4-BE49-F238E27FC236}">
                <a16:creationId xmlns:a16="http://schemas.microsoft.com/office/drawing/2014/main" id="{C3DD8824-11C9-4E10-A7DB-DF9B5BEB69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50C315D-4353-4CD1-8F3E-FB9C2FB2498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20017BAA-BF19-478A-81B9-C33AF2BB76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800591747"/>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7DDDAB-ACF1-4B2A-8523-05E7599EA57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BFABF73-F5FD-46B8-A586-B32FA2338BC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경로 확인</a:t>
            </a:r>
          </a:p>
        </p:txBody>
      </p:sp>
      <p:sp>
        <p:nvSpPr>
          <p:cNvPr id="3" name="">
            <a:extLst xmlns:a="http://schemas.openxmlformats.org/drawingml/2006/main">
              <a:ext uri="{FF2B5EF4-FFF2-40B4-BE49-F238E27FC236}">
                <a16:creationId xmlns:a16="http://schemas.microsoft.com/office/drawing/2014/main" id="{6453E524-44C0-478D-904B-09FDF5B2A0C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.html.txt</a:t>
            </a:r>
          </a:p>
        </p:txBody>
      </p:sp>
      <p:sp>
        <p:nvSpPr>
          <p:cNvPr id="4" name="">
            <a:extLst xmlns:a="http://schemas.openxmlformats.org/drawingml/2006/main">
              <a:ext uri="{FF2B5EF4-FFF2-40B4-BE49-F238E27FC236}">
                <a16:creationId xmlns:a16="http://schemas.microsoft.com/office/drawing/2014/main" id="{8A3FE0E3-C6B9-4F01-9AA8-5BC1CBD85F8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E42CAD-6D35-45E3-85E1-23A45EBDAA2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.html.txt</a:t>
            </a:r>
            <a:r>
              <a:t>와 </a:t>
            </a:r>
            <a:r>
              <a:rPr b="1">
                <a:solidFill>
                  <a:srgbClr val="002FA7"/>
                </a:solidFill>
              </a:rPr>
              <a:t>.html</a:t>
            </a:r>
            <a:r>
              <a:t>을 구별합니다.</a:t>
            </a:r>
          </a:p>
        </p:txBody>
      </p:sp>
      <p:sp>
        <p:nvSpPr>
          <p:cNvPr id="6" name="">
            <a:extLst xmlns:a="http://schemas.openxmlformats.org/drawingml/2006/main">
              <a:ext uri="{FF2B5EF4-FFF2-40B4-BE49-F238E27FC236}">
                <a16:creationId xmlns:a16="http://schemas.microsoft.com/office/drawing/2014/main" id="{74ABDA84-3B23-48D1-803C-922F432605A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ZIP 안의 미리 보기에서 편집하지 않습니다.</a:t>
            </a:r>
          </a:p>
        </p:txBody>
      </p:sp>
      <p:sp>
        <p:nvSpPr>
          <p:cNvPr id="7" name="">
            <a:extLst xmlns:a="http://schemas.openxmlformats.org/drawingml/2006/main">
              <a:ext uri="{FF2B5EF4-FFF2-40B4-BE49-F238E27FC236}">
                <a16:creationId xmlns:a16="http://schemas.microsoft.com/office/drawing/2014/main" id="{A940B8AA-81F4-4510-A693-B62D1E72FD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1AE03EC-4E02-470E-8464-212F067E61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BD5821E4-714A-453C-83FA-0C2D3A7EBC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2133361743"/>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5600B2-7C6A-4191-9078-F6755E5A962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24DAFF0-6012-4805-A7E7-D881FF99FFA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저장과 화면</a:t>
            </a:r>
          </a:p>
        </p:txBody>
      </p:sp>
      <p:sp>
        <p:nvSpPr>
          <p:cNvPr id="3" name="">
            <a:extLst xmlns:a="http://schemas.openxmlformats.org/drawingml/2006/main">
              <a:ext uri="{FF2B5EF4-FFF2-40B4-BE49-F238E27FC236}">
                <a16:creationId xmlns:a16="http://schemas.microsoft.com/office/drawing/2014/main" id="{0C665544-767D-4B0D-97AE-B3CD491BF2E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문장을 고쳤는데 화면은 그대로입니다.</a:t>
            </a:r>
          </a:p>
        </p:txBody>
      </p:sp>
      <p:sp>
        <p:nvSpPr>
          <p:cNvPr id="4" name="">
            <a:extLst xmlns:a="http://schemas.openxmlformats.org/drawingml/2006/main">
              <a:ext uri="{FF2B5EF4-FFF2-40B4-BE49-F238E27FC236}">
                <a16:creationId xmlns:a16="http://schemas.microsoft.com/office/drawing/2014/main" id="{1EDD4200-A240-41D6-830A-48D15102334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순서로 확인하나요?</a:t>
            </a:r>
          </a:p>
        </p:txBody>
      </p:sp>
      <p:sp>
        <p:nvSpPr>
          <p:cNvPr id="5" name="">
            <a:extLst xmlns:a="http://schemas.openxmlformats.org/drawingml/2006/main">
              <a:ext uri="{FF2B5EF4-FFF2-40B4-BE49-F238E27FC236}">
                <a16:creationId xmlns:a16="http://schemas.microsoft.com/office/drawing/2014/main" id="{17FAA670-1EC8-431D-ABEA-19A0666779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FB7E4E-A394-4066-8C1F-A7AE6D7A98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DA08FB8C-AAC8-403E-A9A5-FFF5C5E1D9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1882573255"/>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8334ED-A392-4DCE-BF0B-5DE99B26498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49CCB6F-04DA-45AB-956F-CAD84A8F18E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HTML의 의미</a:t>
            </a:r>
          </a:p>
        </p:txBody>
      </p:sp>
      <p:sp>
        <p:nvSpPr>
          <p:cNvPr id="3" name="">
            <a:extLst xmlns:a="http://schemas.openxmlformats.org/drawingml/2006/main">
              <a:ext uri="{FF2B5EF4-FFF2-40B4-BE49-F238E27FC236}">
                <a16:creationId xmlns:a16="http://schemas.microsoft.com/office/drawing/2014/main" id="{7BF1DDA1-EBE9-462C-B492-5C3CEFB8CC1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태그</a:t>
            </a:r>
          </a:p>
        </p:txBody>
      </p:sp>
      <p:sp>
        <p:nvSpPr>
          <p:cNvPr id="4" name="">
            <a:extLst xmlns:a="http://schemas.openxmlformats.org/drawingml/2006/main">
              <a:ext uri="{FF2B5EF4-FFF2-40B4-BE49-F238E27FC236}">
                <a16:creationId xmlns:a16="http://schemas.microsoft.com/office/drawing/2014/main" id="{37480022-506F-459D-8C13-9A162801343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0D229D-1F02-438C-ADFF-6BA10ED2931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태그</a:t>
            </a:r>
            <a:r>
              <a:t>는 문서 내용의 역할을 표시합니다.</a:t>
            </a:r>
          </a:p>
        </p:txBody>
      </p:sp>
      <p:sp>
        <p:nvSpPr>
          <p:cNvPr id="6" name="">
            <a:extLst xmlns:a="http://schemas.openxmlformats.org/drawingml/2006/main">
              <a:ext uri="{FF2B5EF4-FFF2-40B4-BE49-F238E27FC236}">
                <a16:creationId xmlns:a16="http://schemas.microsoft.com/office/drawing/2014/main" id="{5758D3A4-7766-4C74-9714-B7FE24C48FD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탭 이름</a:t>
            </a:r>
            <a:r>
              <a:t>과 </a:t>
            </a:r>
            <a:r>
              <a:rPr b="1">
                <a:solidFill>
                  <a:srgbClr val="002FA7"/>
                </a:solidFill>
              </a:rPr>
              <a:t>본문 제목</a:t>
            </a:r>
            <a:r>
              <a:t>은 다른 위치입니다.</a:t>
            </a:r>
          </a:p>
        </p:txBody>
      </p:sp>
      <p:sp>
        <p:nvSpPr>
          <p:cNvPr id="7" name="">
            <a:extLst xmlns:a="http://schemas.openxmlformats.org/drawingml/2006/main">
              <a:ext uri="{FF2B5EF4-FFF2-40B4-BE49-F238E27FC236}">
                <a16:creationId xmlns:a16="http://schemas.microsoft.com/office/drawing/2014/main" id="{E205BD43-9AC4-45FB-BDC1-5B5E9A41E5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AEF3DF-9719-4C3F-8767-A3E0CF9C28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66C24EE1-8B35-498A-96DB-9E9682C744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232903564"/>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874C5DE-3D04-43F8-B0E5-F9E9401989B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8ED0ABC-5F83-45D2-95C9-FB1401FAC7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HTML의 의미의 예</a:t>
            </a:r>
          </a:p>
        </p:txBody>
      </p:sp>
      <p:sp>
        <p:nvSpPr>
          <p:cNvPr id="3" name="">
            <a:extLst xmlns:a="http://schemas.openxmlformats.org/drawingml/2006/main">
              <a:ext uri="{FF2B5EF4-FFF2-40B4-BE49-F238E27FC236}">
                <a16:creationId xmlns:a16="http://schemas.microsoft.com/office/drawing/2014/main" id="{9C920EFF-C0D7-4FD7-AAD4-B3E91BA5125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완성 HTML. 안내.html로 저장합니다.</a:t>
            </a:r>
          </a:p>
        </p:txBody>
      </p:sp>
      <p:sp>
        <p:nvSpPr>
          <p:cNvPr id="4" name="">
            <a:extLst xmlns:a="http://schemas.openxmlformats.org/drawingml/2006/main">
              <a:ext uri="{FF2B5EF4-FFF2-40B4-BE49-F238E27FC236}">
                <a16:creationId xmlns:a16="http://schemas.microsoft.com/office/drawing/2014/main" id="{497F6BBB-6B6C-448B-96CA-AFBD8E76D6D0}"/>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48E36E-544E-45D3-9B43-04395DD1FBA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D735EEA6-AC7C-4257-97E0-5CFA8287C56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&lt;!doctype html&gt;</a:t>
            </a:r>
          </a:p>
        </p:txBody>
      </p:sp>
      <p:sp>
        <p:nvSpPr>
          <p:cNvPr id="7" name="">
            <a:extLst xmlns:a="http://schemas.openxmlformats.org/drawingml/2006/main">
              <a:ext uri="{FF2B5EF4-FFF2-40B4-BE49-F238E27FC236}">
                <a16:creationId xmlns:a16="http://schemas.microsoft.com/office/drawing/2014/main" id="{23DDB00C-CBB0-4A92-8C69-1A41F0DB411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7F643D49-2901-43AD-AD0B-6C874618980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&lt;html lang=</a:t>
            </a:r>
            <a:r>
              <a:rPr>
                <a:solidFill>
                  <a:srgbClr val="BACBFA"/>
                </a:solidFill>
              </a:rPr>
              <a:t>"ko"</a:t>
            </a:r>
            <a:r>
              <a:rPr>
                <a:solidFill>
                  <a:srgbClr val="FFFFFF"/>
                </a:solidFill>
              </a:rPr>
              <a:t>&gt;&lt;head&gt;</a:t>
            </a:r>
          </a:p>
        </p:txBody>
      </p:sp>
      <p:sp>
        <p:nvSpPr>
          <p:cNvPr id="9" name="">
            <a:extLst xmlns:a="http://schemas.openxmlformats.org/drawingml/2006/main">
              <a:ext uri="{FF2B5EF4-FFF2-40B4-BE49-F238E27FC236}">
                <a16:creationId xmlns:a16="http://schemas.microsoft.com/office/drawing/2014/main" id="{1FACF82F-587E-4F40-BD08-7B8EE990B37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C826D778-43B4-40FD-8A5F-AD6B6FB417F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&lt;meta charset=</a:t>
            </a:r>
            <a:r>
              <a:rPr>
                <a:solidFill>
                  <a:srgbClr val="BACBFA"/>
                </a:solidFill>
              </a:rPr>
              <a:t>"utf-8"</a:t>
            </a:r>
            <a:r>
              <a:rPr>
                <a:solidFill>
                  <a:srgbClr val="FFFFFF"/>
                </a:solidFill>
              </a:rPr>
              <a:t>&gt;&lt;title&gt;작업장&lt;/title&gt;</a:t>
            </a:r>
          </a:p>
        </p:txBody>
      </p:sp>
      <p:sp>
        <p:nvSpPr>
          <p:cNvPr id="11" name="">
            <a:extLst xmlns:a="http://schemas.openxmlformats.org/drawingml/2006/main">
              <a:ext uri="{FF2B5EF4-FFF2-40B4-BE49-F238E27FC236}">
                <a16:creationId xmlns:a16="http://schemas.microsoft.com/office/drawing/2014/main" id="{2CDB82C5-CC4A-4B46-A9E6-61641F3B8C62}"/>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7740BE47-461A-4BA7-BD33-54C35D7DD230}"/>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&lt;/head&gt;&lt;body&gt;</a:t>
            </a:r>
          </a:p>
        </p:txBody>
      </p:sp>
      <p:sp>
        <p:nvSpPr>
          <p:cNvPr id="13" name="">
            <a:extLst xmlns:a="http://schemas.openxmlformats.org/drawingml/2006/main">
              <a:ext uri="{FF2B5EF4-FFF2-40B4-BE49-F238E27FC236}">
                <a16:creationId xmlns:a16="http://schemas.microsoft.com/office/drawing/2014/main" id="{8B3DBC3E-3D37-4771-943B-579EE44BB81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6E5ECFF5-1525-41E3-9B7A-E2F6D2D56BBE}"/>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&lt;h1&gt;센서 안내&lt;/h1&gt;</a:t>
            </a:r>
          </a:p>
        </p:txBody>
      </p:sp>
      <p:sp>
        <p:nvSpPr>
          <p:cNvPr id="15" name="">
            <a:extLst xmlns:a="http://schemas.openxmlformats.org/drawingml/2006/main">
              <a:ext uri="{FF2B5EF4-FFF2-40B4-BE49-F238E27FC236}">
                <a16:creationId xmlns:a16="http://schemas.microsoft.com/office/drawing/2014/main" id="{52578F98-87E3-4CF4-B42B-CBC7A88B360A}"/>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738F1E70-1B7C-457A-86F0-CAA9922E4E0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&lt;button id=</a:t>
            </a:r>
            <a:r>
              <a:rPr>
                <a:solidFill>
                  <a:srgbClr val="BACBFA"/>
                </a:solidFill>
              </a:rPr>
              <a:t>"check"</a:t>
            </a:r>
            <a:r>
              <a:rPr>
                <a:solidFill>
                  <a:srgbClr val="FFFFFF"/>
                </a:solidFill>
              </a:rPr>
              <a:t>&gt;값 확인&lt;/button&gt;</a:t>
            </a:r>
          </a:p>
        </p:txBody>
      </p:sp>
      <p:sp>
        <p:nvSpPr>
          <p:cNvPr id="17" name="">
            <a:extLst xmlns:a="http://schemas.openxmlformats.org/drawingml/2006/main">
              <a:ext uri="{FF2B5EF4-FFF2-40B4-BE49-F238E27FC236}">
                <a16:creationId xmlns:a16="http://schemas.microsoft.com/office/drawing/2014/main" id="{5680677E-DB6E-4817-A309-DED9CD887506}"/>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8" name="">
            <a:extLst xmlns:a="http://schemas.openxmlformats.org/drawingml/2006/main">
              <a:ext uri="{FF2B5EF4-FFF2-40B4-BE49-F238E27FC236}">
                <a16:creationId xmlns:a16="http://schemas.microsoft.com/office/drawing/2014/main" id="{FB394C7A-5B4C-4FF0-A0DA-895BACB254DB}"/>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&lt;/body&gt;&lt;/html&gt;</a:t>
            </a:r>
          </a:p>
        </p:txBody>
      </p:sp>
      <p:sp>
        <p:nvSpPr>
          <p:cNvPr id="19" name="">
            <a:extLst xmlns:a="http://schemas.openxmlformats.org/drawingml/2006/main">
              <a:ext uri="{FF2B5EF4-FFF2-40B4-BE49-F238E27FC236}">
                <a16:creationId xmlns:a16="http://schemas.microsoft.com/office/drawing/2014/main" id="{3341D197-F09F-402E-A769-03FD02143EA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E3919C0-FB1E-4785-A79A-5F6EFC314D7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21" name="">
            <a:extLst xmlns:a="http://schemas.openxmlformats.org/drawingml/2006/main">
              <a:ext uri="{FF2B5EF4-FFF2-40B4-BE49-F238E27FC236}">
                <a16:creationId xmlns:a16="http://schemas.microsoft.com/office/drawing/2014/main" id="{BBEEAE5D-487D-413F-9E1E-34506746FA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272756305"/>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16ECCB3-2B7F-4E86-A61F-8834CD369D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CEE5872-4A9D-4A99-90BD-A6F6297E66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HTML의 의미의 줄 읽기</a:t>
            </a:r>
          </a:p>
        </p:txBody>
      </p:sp>
      <p:sp>
        <p:nvSpPr>
          <p:cNvPr id="3" name="">
            <a:extLst xmlns:a="http://schemas.openxmlformats.org/drawingml/2006/main">
              <a:ext uri="{FF2B5EF4-FFF2-40B4-BE49-F238E27FC236}">
                <a16:creationId xmlns:a16="http://schemas.microsoft.com/office/drawing/2014/main" id="{F610D39A-F3BD-4BBC-93DF-FA1CEE2D656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C11EB2F-2A93-4C79-8241-9242C358FC8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D6C831B0-FFB4-4089-9B9B-B4823027A4A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C3311B-496E-47D5-A03E-A59E0DB2577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A68F924-106E-4628-BD13-3E455BC1EFF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A23D5184-0F39-4D3C-86E5-733BA1C8A13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0B3995-3DEE-4CA5-93DC-6301B9DC2CF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99B427B-5E72-4CA8-9445-12EA11AD0A7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F251AD0B-8CA6-43A8-9B63-7F4886C5A3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9CD6E17-B259-4C97-8B09-DD5F651C65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99DEB7A0-9094-4E28-B468-AF0CBB36D4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1330227"/>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3FCCAB-6B1F-4734-84F3-AD730EBBD2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7572642-5AC0-4993-BD62-732FD91FB88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화면의 세 이름</a:t>
            </a:r>
          </a:p>
        </p:txBody>
      </p:sp>
      <p:sp>
        <p:nvSpPr>
          <p:cNvPr id="3" name="">
            <a:extLst xmlns:a="http://schemas.openxmlformats.org/drawingml/2006/main">
              <a:ext uri="{FF2B5EF4-FFF2-40B4-BE49-F238E27FC236}">
                <a16:creationId xmlns:a16="http://schemas.microsoft.com/office/drawing/2014/main" id="{BD46F975-EE62-46E2-AFDE-060CC3BA1B48}"/>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탭은 작업장, 본문 제목은 센서 안내입니다.</a:t>
            </a:r>
          </a:p>
        </p:txBody>
      </p:sp>
      <p:sp>
        <p:nvSpPr>
          <p:cNvPr id="4" name="">
            <a:extLst xmlns:a="http://schemas.openxmlformats.org/drawingml/2006/main">
              <a:ext uri="{FF2B5EF4-FFF2-40B4-BE49-F238E27FC236}">
                <a16:creationId xmlns:a16="http://schemas.microsoft.com/office/drawing/2014/main" id="{E3764444-2FCB-49D3-BB47-D2E88623D1D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버튼에는 아직 동작 코드가 없습니다.</a:t>
            </a:r>
          </a:p>
        </p:txBody>
      </p:sp>
      <p:sp>
        <p:nvSpPr>
          <p:cNvPr id="5" name="">
            <a:extLst xmlns:a="http://schemas.openxmlformats.org/drawingml/2006/main">
              <a:ext uri="{FF2B5EF4-FFF2-40B4-BE49-F238E27FC236}">
                <a16:creationId xmlns:a16="http://schemas.microsoft.com/office/drawing/2014/main" id="{78BB1711-1F8F-466A-B8ED-BF68F01682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FEDADF-D41E-40E1-B944-99DECD659D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CA4D0BCC-D34F-43F9-B6F2-4E03AACA4A8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679888496"/>
      </p:ext>
    </p:extLst>
  </p:cSld>
</p:sld>
</file>

<file path=ppt/slides/slide1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030570-9F33-41AC-A3C8-D1F5A79B206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9D65223-C27A-4207-8197-6A519C0C103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제목 바꾸기</a:t>
            </a:r>
          </a:p>
        </p:txBody>
      </p:sp>
      <p:sp>
        <p:nvSpPr>
          <p:cNvPr id="3" name="">
            <a:extLst xmlns:a="http://schemas.openxmlformats.org/drawingml/2006/main">
              <a:ext uri="{FF2B5EF4-FFF2-40B4-BE49-F238E27FC236}">
                <a16:creationId xmlns:a16="http://schemas.microsoft.com/office/drawing/2014/main" id="{795D9142-7B6D-42C1-9DD5-D0D6679C7D6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탭은 공장 A, 본문은 온도 확인으로 쓰세요.</a:t>
            </a:r>
          </a:p>
        </p:txBody>
      </p:sp>
      <p:sp>
        <p:nvSpPr>
          <p:cNvPr id="4" name="">
            <a:extLst xmlns:a="http://schemas.openxmlformats.org/drawingml/2006/main">
              <a:ext uri="{FF2B5EF4-FFF2-40B4-BE49-F238E27FC236}">
                <a16:creationId xmlns:a16="http://schemas.microsoft.com/office/drawing/2014/main" id="{B97BD621-8B6A-43EA-B7DC-9A34BC3FA84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버튼 id는 check를 유지하세요.</a:t>
            </a:r>
          </a:p>
        </p:txBody>
      </p:sp>
      <p:sp>
        <p:nvSpPr>
          <p:cNvPr id="5" name="">
            <a:extLst xmlns:a="http://schemas.openxmlformats.org/drawingml/2006/main">
              <a:ext uri="{FF2B5EF4-FFF2-40B4-BE49-F238E27FC236}">
                <a16:creationId xmlns:a16="http://schemas.microsoft.com/office/drawing/2014/main" id="{0B5F9098-3CF4-448B-973A-8D7A87A601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0247B3-F805-4FD8-A976-967BBDD1E9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F1F680B5-B173-4137-8B7D-FBBED0F4C8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015</a:t>
            </a:r>
          </a:p>
        </p:txBody>
      </p:sp>
    </p:spTree>
    <p:extLst>
      <p:ext uri="{BB962C8B-B14F-4D97-AF65-F5344CB8AC3E}">
        <p14:creationId xmlns:p14="http://schemas.microsoft.com/office/powerpoint/2010/main" val="954216481"/>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A03AF6-AC71-4E29-8361-61E2439E58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034A454-F763-461D-A99A-2980FEC07D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속성과 내부 연결</a:t>
            </a:r>
          </a:p>
        </p:txBody>
      </p:sp>
      <p:sp>
        <p:nvSpPr>
          <p:cNvPr id="3" name="">
            <a:extLst xmlns:a="http://schemas.openxmlformats.org/drawingml/2006/main">
              <a:ext uri="{FF2B5EF4-FFF2-40B4-BE49-F238E27FC236}">
                <a16:creationId xmlns:a16="http://schemas.microsoft.com/office/drawing/2014/main" id="{B9AD96EB-854A-41BD-B044-0ECC112C1E05}"/>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66A6324-7B60-4CF3-BD57-E60321E3E7D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id</a:t>
            </a:r>
            <a:r>
              <a:t>는 코드가 요소를 찾는 이름입니다.</a:t>
            </a:r>
          </a:p>
        </p:txBody>
      </p:sp>
      <p:sp>
        <p:nvSpPr>
          <p:cNvPr id="5" name="">
            <a:extLst xmlns:a="http://schemas.openxmlformats.org/drawingml/2006/main">
              <a:ext uri="{FF2B5EF4-FFF2-40B4-BE49-F238E27FC236}">
                <a16:creationId xmlns:a16="http://schemas.microsoft.com/office/drawing/2014/main" id="{7E945DC1-29E1-47E4-8279-5AF057FC1E4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사용자에게 </a:t>
            </a:r>
            <a:r>
              <a:rPr b="1">
                <a:solidFill>
                  <a:srgbClr val="002FA7"/>
                </a:solidFill>
              </a:rPr>
              <a:t>보이는 문구</a:t>
            </a:r>
            <a:r>
              <a:t>와 구별합니다.</a:t>
            </a:r>
          </a:p>
        </p:txBody>
      </p:sp>
      <p:sp>
        <p:nvSpPr>
          <p:cNvPr id="6" name="">
            <a:extLst xmlns:a="http://schemas.openxmlformats.org/drawingml/2006/main">
              <a:ext uri="{FF2B5EF4-FFF2-40B4-BE49-F238E27FC236}">
                <a16:creationId xmlns:a16="http://schemas.microsoft.com/office/drawing/2014/main" id="{DAF62CA9-E762-4ADF-A874-16F17D50B1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A4843E-9129-4262-942C-649A28B879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7F1E817B-006F-4993-9754-3709865AD1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1565064223"/>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E515734-0BAB-4EF7-BDF4-7E88B6CD463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37520E1-B858-4C8F-8E32-E069072BB1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속성과 내부 연결의 예</a:t>
            </a:r>
          </a:p>
        </p:txBody>
      </p:sp>
      <p:sp>
        <p:nvSpPr>
          <p:cNvPr id="3" name="">
            <a:extLst xmlns:a="http://schemas.openxmlformats.org/drawingml/2006/main">
              <a:ext uri="{FF2B5EF4-FFF2-40B4-BE49-F238E27FC236}">
                <a16:creationId xmlns:a16="http://schemas.microsoft.com/office/drawing/2014/main" id="{6A8BABF5-FCAE-4768-99B4-EF895CF1BF6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HTML id와 선택자를 연결합니다.</a:t>
            </a:r>
          </a:p>
        </p:txBody>
      </p:sp>
      <p:sp>
        <p:nvSpPr>
          <p:cNvPr id="4" name="">
            <a:extLst xmlns:a="http://schemas.openxmlformats.org/drawingml/2006/main">
              <a:ext uri="{FF2B5EF4-FFF2-40B4-BE49-F238E27FC236}">
                <a16:creationId xmlns:a16="http://schemas.microsoft.com/office/drawing/2014/main" id="{8969CD05-5AAB-4F58-B5F4-AD1339C0DFE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B42BA6-B04C-43F0-9018-4A20F1226F8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C5891FD-821F-41B9-845C-6D73A381EFC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button = document.querySelector(</a:t>
            </a:r>
            <a:r>
              <a:rPr>
                <a:solidFill>
                  <a:srgbClr val="BACBFA"/>
                </a:solidFill>
              </a:rPr>
              <a:t>"#check"</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FD83B0EB-E2EF-414A-93C5-8B841080E4F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7CE3E73-DE87-48DC-9812-1A09F39B52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284F0D96-EDA8-40E4-8B34-A277D2AA87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238097201"/>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3FBB24C-ED56-4E17-8C2A-03B041255CB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E7C77D1-3ED2-4D61-A171-AA557AAFE0B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속성과 내부 연결의 줄 읽기</a:t>
            </a:r>
          </a:p>
        </p:txBody>
      </p:sp>
      <p:sp>
        <p:nvSpPr>
          <p:cNvPr id="3" name="">
            <a:extLst xmlns:a="http://schemas.openxmlformats.org/drawingml/2006/main">
              <a:ext uri="{FF2B5EF4-FFF2-40B4-BE49-F238E27FC236}">
                <a16:creationId xmlns:a16="http://schemas.microsoft.com/office/drawing/2014/main" id="{9F13A5E4-0653-459A-8ED4-ADAFE055C47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C9C965E-44AE-4A65-8500-18332D80A6A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87C67939-3F38-48C9-B425-2EE901F26DA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6EDB97-5118-43DC-8A73-55F5EBAFB29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FBBD68-8DCD-485D-9B42-7455533A988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5155716D-F26A-4AB2-A5E9-8D24404D5C5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B2BB6E-333B-4B40-84DC-1538AEF4F5C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289ACF3-C7B8-4498-85CF-53D792DEC8B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23DFC983-0C29-4DEC-80BF-3D753F269DE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DF2D311-9436-435D-A7F1-47EE88A6C8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8860B10A-9BB8-41E9-87EA-FF72B18CBF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1055019226"/>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02EE45-B2B2-41AE-A156-939CE0375C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7C9C467-6AC2-4D1D-B8E9-E21593D7D1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이름을 바꾼 영향</a:t>
            </a:r>
          </a:p>
        </p:txBody>
      </p:sp>
      <p:sp>
        <p:nvSpPr>
          <p:cNvPr id="3" name="">
            <a:extLst xmlns:a="http://schemas.openxmlformats.org/drawingml/2006/main">
              <a:ext uri="{FF2B5EF4-FFF2-40B4-BE49-F238E27FC236}">
                <a16:creationId xmlns:a16="http://schemas.microsoft.com/office/drawing/2014/main" id="{178CD2DD-ABC4-4CF7-8A14-DE137E5E310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33A973B-DDC3-4E65-B348-84DF3D90D73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 </a:t>
            </a:r>
            <a:r>
              <a:rPr b="1">
                <a:solidFill>
                  <a:srgbClr val="002FA7"/>
                </a:solidFill>
              </a:rPr>
              <a:t>id와 선택자</a:t>
            </a:r>
            <a:r>
              <a:t>가 일치해야 합니다.</a:t>
            </a:r>
          </a:p>
        </p:txBody>
      </p:sp>
      <p:sp>
        <p:nvSpPr>
          <p:cNvPr id="5" name="">
            <a:extLst xmlns:a="http://schemas.openxmlformats.org/drawingml/2006/main">
              <a:ext uri="{FF2B5EF4-FFF2-40B4-BE49-F238E27FC236}">
                <a16:creationId xmlns:a16="http://schemas.microsoft.com/office/drawing/2014/main" id="{33A8000C-6AAC-4A11-99F7-7A63DF7DCB1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7401DDE-1040-4B58-BD3A-5DD5A2F83DE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AFEAA94-7D64-4A52-8274-61E9C08A3F9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Tab</a:t>
            </a:r>
            <a:r>
              <a:t>으로 버튼 초점도 확인합니다.</a:t>
            </a:r>
          </a:p>
        </p:txBody>
      </p:sp>
      <p:sp>
        <p:nvSpPr>
          <p:cNvPr id="8" name="">
            <a:extLst xmlns:a="http://schemas.openxmlformats.org/drawingml/2006/main">
              <a:ext uri="{FF2B5EF4-FFF2-40B4-BE49-F238E27FC236}">
                <a16:creationId xmlns:a16="http://schemas.microsoft.com/office/drawing/2014/main" id="{07CD9DE3-542E-41CF-8EF7-E7381E50E6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05BBB6-B823-4595-845A-8D132A4B9A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297CCA03-7962-45C9-9C5E-E0725A2520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435725394"/>
      </p:ext>
    </p:extLst>
  </p:cSld>
</p:sld>
</file>

<file path=ppt/slides/slide2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1753FF-77B6-4C56-921E-E1D84AB0918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4242BEA-53E1-4C60-9611-62168525F2B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연결 이름 판단</a:t>
            </a:r>
          </a:p>
        </p:txBody>
      </p:sp>
      <p:sp>
        <p:nvSpPr>
          <p:cNvPr id="3" name="">
            <a:extLst xmlns:a="http://schemas.openxmlformats.org/drawingml/2006/main">
              <a:ext uri="{FF2B5EF4-FFF2-40B4-BE49-F238E27FC236}">
                <a16:creationId xmlns:a16="http://schemas.microsoft.com/office/drawing/2014/main" id="{EC6FF5E9-EC3F-4597-B792-2134A6C86C0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 글자만 바꾸면 #check도 바꾸나요?</a:t>
            </a:r>
          </a:p>
        </p:txBody>
      </p:sp>
      <p:sp>
        <p:nvSpPr>
          <p:cNvPr id="4" name="">
            <a:extLst xmlns:a="http://schemas.openxmlformats.org/drawingml/2006/main">
              <a:ext uri="{FF2B5EF4-FFF2-40B4-BE49-F238E27FC236}">
                <a16:creationId xmlns:a16="http://schemas.microsoft.com/office/drawing/2014/main" id="{E278F121-D6FE-401A-B40F-A99C94B900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1F13C4-BA29-4D92-99BB-6939640CC2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A7C69269-9A25-4A1A-AF5C-0A4235CD05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020</a:t>
            </a:r>
          </a:p>
        </p:txBody>
      </p:sp>
    </p:spTree>
    <p:extLst>
      <p:ext uri="{BB962C8B-B14F-4D97-AF65-F5344CB8AC3E}">
        <p14:creationId xmlns:p14="http://schemas.microsoft.com/office/powerpoint/2010/main" val="2071394999"/>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5755CB-8893-4B45-90EA-97C2ECC3B5B4}"/>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520AFD-37F2-453D-995E-F0A535FA83AB}"/>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1D446FB6-3FE3-4776-AED1-800F82A94BF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B539C5B-9886-4589-A03D-D96E0F0A775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CSS의 모양과 읽기</a:t>
            </a:r>
          </a:p>
        </p:txBody>
      </p:sp>
      <p:sp>
        <p:nvSpPr>
          <p:cNvPr id="5" name="">
            <a:extLst xmlns:a="http://schemas.openxmlformats.org/drawingml/2006/main">
              <a:ext uri="{FF2B5EF4-FFF2-40B4-BE49-F238E27FC236}">
                <a16:creationId xmlns:a16="http://schemas.microsoft.com/office/drawing/2014/main" id="{7739AFE0-2496-4271-91BC-0EC23383092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65C92F-CA43-479D-8DE2-0AC92C56A832}"/>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25A616C0-9CB1-4F12-B032-038DB2DC436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D3A17C3B-BE0F-47B1-937E-C6A7434F5BFF}"/>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777B3AC1-C0E9-4391-ABA0-43710B45896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5A3FA2CD-9F9D-4646-8913-586EDDBA646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1310711384"/>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1A16D53-2182-4F17-B527-EFAD42A54F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5D55F7A-B39E-4610-971E-BCB89016894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모양과 데이터의 의미</a:t>
            </a:r>
          </a:p>
        </p:txBody>
      </p:sp>
      <p:sp>
        <p:nvSpPr>
          <p:cNvPr id="3" name="">
            <a:extLst xmlns:a="http://schemas.openxmlformats.org/drawingml/2006/main">
              <a:ext uri="{FF2B5EF4-FFF2-40B4-BE49-F238E27FC236}">
                <a16:creationId xmlns:a16="http://schemas.microsoft.com/office/drawing/2014/main" id="{D7B7C837-4B98-4EE5-9105-9929DB8DD79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색 외에 상태 문구</a:t>
            </a:r>
          </a:p>
        </p:txBody>
      </p:sp>
      <p:sp>
        <p:nvSpPr>
          <p:cNvPr id="4" name="">
            <a:extLst xmlns:a="http://schemas.openxmlformats.org/drawingml/2006/main">
              <a:ext uri="{FF2B5EF4-FFF2-40B4-BE49-F238E27FC236}">
                <a16:creationId xmlns:a16="http://schemas.microsoft.com/office/drawing/2014/main" id="{517A9C21-9C04-4A48-B107-7BBD7D561B5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D9C906-71A9-4855-A1C7-2E7F265C589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상자 안팎을 보고 간격을 고릅니다.</a:t>
            </a:r>
          </a:p>
        </p:txBody>
      </p:sp>
      <p:sp>
        <p:nvSpPr>
          <p:cNvPr id="6" name="">
            <a:extLst xmlns:a="http://schemas.openxmlformats.org/drawingml/2006/main">
              <a:ext uri="{FF2B5EF4-FFF2-40B4-BE49-F238E27FC236}">
                <a16:creationId xmlns:a16="http://schemas.microsoft.com/office/drawing/2014/main" id="{FBA69C77-23EF-462B-A12B-958B1170408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색 외에 상태 문구</a:t>
            </a:r>
            <a:r>
              <a:t>와 초점을 제공합니다.</a:t>
            </a:r>
          </a:p>
        </p:txBody>
      </p:sp>
      <p:sp>
        <p:nvSpPr>
          <p:cNvPr id="7" name="">
            <a:extLst xmlns:a="http://schemas.openxmlformats.org/drawingml/2006/main">
              <a:ext uri="{FF2B5EF4-FFF2-40B4-BE49-F238E27FC236}">
                <a16:creationId xmlns:a16="http://schemas.microsoft.com/office/drawing/2014/main" id="{73860115-2B9B-463D-A3BE-D05CE022877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2F35F81-199F-4ABC-B1FF-25F975D228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CDC6B2D-F592-46A7-966B-5410E44E0B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25999205"/>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A15815-796F-47B3-B365-3B42608765B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943C395-16D2-48DD-8F18-2A583E5D01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CSS의 선택과 선언</a:t>
            </a:r>
          </a:p>
        </p:txBody>
      </p:sp>
      <p:sp>
        <p:nvSpPr>
          <p:cNvPr id="3" name="">
            <a:extLst xmlns:a="http://schemas.openxmlformats.org/drawingml/2006/main">
              <a:ext uri="{FF2B5EF4-FFF2-40B4-BE49-F238E27FC236}">
                <a16:creationId xmlns:a16="http://schemas.microsoft.com/office/drawing/2014/main" id="{E7FE5CA8-A9A6-4C19-9D88-F8DCF9326A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BD75435-7391-4F72-BEEC-1BFAA5E1649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선택자</a:t>
            </a:r>
            <a:r>
              <a:t>는 꾸밀 대상을 고릅니다.</a:t>
            </a:r>
          </a:p>
        </p:txBody>
      </p:sp>
      <p:sp>
        <p:nvSpPr>
          <p:cNvPr id="5" name="">
            <a:extLst xmlns:a="http://schemas.openxmlformats.org/drawingml/2006/main">
              <a:ext uri="{FF2B5EF4-FFF2-40B4-BE49-F238E27FC236}">
                <a16:creationId xmlns:a16="http://schemas.microsoft.com/office/drawing/2014/main" id="{472FB2C4-A2D6-41DF-A36D-2737B5B8846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E371B9-D6F9-4B8F-BA54-15CE6A42CC7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6EA168-9913-4D14-B8F5-772CE48AC84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속성과 값</a:t>
            </a:r>
            <a:r>
              <a:t>으로 모양을 정합니다.</a:t>
            </a:r>
          </a:p>
        </p:txBody>
      </p:sp>
      <p:sp>
        <p:nvSpPr>
          <p:cNvPr id="8" name="">
            <a:extLst xmlns:a="http://schemas.openxmlformats.org/drawingml/2006/main">
              <a:ext uri="{FF2B5EF4-FFF2-40B4-BE49-F238E27FC236}">
                <a16:creationId xmlns:a16="http://schemas.microsoft.com/office/drawing/2014/main" id="{6E1F2E28-BC90-42E9-9BB4-3711B441EC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681524-B675-43AB-A3A9-FEFB3519FF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33A56548-1013-4F52-890F-6D6E4C14B6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638974686"/>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3F068BE-B46C-4FA8-9A89-3B743994D31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7C47833-1DA0-430A-987A-9E7735BC46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CSS의 선택과 선언의 예</a:t>
            </a:r>
          </a:p>
        </p:txBody>
      </p:sp>
      <p:sp>
        <p:nvSpPr>
          <p:cNvPr id="3" name="">
            <a:extLst xmlns:a="http://schemas.openxmlformats.org/drawingml/2006/main">
              <a:ext uri="{FF2B5EF4-FFF2-40B4-BE49-F238E27FC236}">
                <a16:creationId xmlns:a16="http://schemas.microsoft.com/office/drawing/2014/main" id="{AB205C1E-1741-41AD-890B-5848F55F7AF4}"/>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style 태그 또는 style.css에 넣습니다.</a:t>
            </a:r>
          </a:p>
        </p:txBody>
      </p:sp>
      <p:sp>
        <p:nvSpPr>
          <p:cNvPr id="4" name="">
            <a:extLst xmlns:a="http://schemas.openxmlformats.org/drawingml/2006/main">
              <a:ext uri="{FF2B5EF4-FFF2-40B4-BE49-F238E27FC236}">
                <a16:creationId xmlns:a16="http://schemas.microsoft.com/office/drawing/2014/main" id="{60598F18-B145-4FA0-B792-079DD9BA1EF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97CEDC-56B1-469C-900C-F4E93F1FD47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2AF65001-567F-4267-8941-C0BEF31B9B0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h1 {</a:t>
            </a:r>
          </a:p>
        </p:txBody>
      </p:sp>
      <p:sp>
        <p:nvSpPr>
          <p:cNvPr id="7" name="">
            <a:extLst xmlns:a="http://schemas.openxmlformats.org/drawingml/2006/main">
              <a:ext uri="{FF2B5EF4-FFF2-40B4-BE49-F238E27FC236}">
                <a16:creationId xmlns:a16="http://schemas.microsoft.com/office/drawing/2014/main" id="{6945797A-9CE1-4D78-B174-083CEC8D3CB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69EA22E0-0054-425F-BF36-F333017B134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color: teal;</a:t>
            </a:r>
          </a:p>
        </p:txBody>
      </p:sp>
      <p:sp>
        <p:nvSpPr>
          <p:cNvPr id="9" name="">
            <a:extLst xmlns:a="http://schemas.openxmlformats.org/drawingml/2006/main">
              <a:ext uri="{FF2B5EF4-FFF2-40B4-BE49-F238E27FC236}">
                <a16:creationId xmlns:a16="http://schemas.microsoft.com/office/drawing/2014/main" id="{3424F487-255D-4E38-A80C-EB6E1CEC6F1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A302F8CA-0AE1-40FE-9E2D-B177E692FDE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1" name="">
            <a:extLst xmlns:a="http://schemas.openxmlformats.org/drawingml/2006/main">
              <a:ext uri="{FF2B5EF4-FFF2-40B4-BE49-F238E27FC236}">
                <a16:creationId xmlns:a16="http://schemas.microsoft.com/office/drawing/2014/main" id="{06B5E9CC-1B2C-426D-9D87-967391C30E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AE3A0D4-CD7A-4FF7-A681-171D28456F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9EE00847-A3B5-4B2B-BCA3-FEAC3AC7652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681356561"/>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9499456-12D1-4C41-B77F-72F45035435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CBB2524-46AF-4F73-AA34-4EF60779AD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CSS의 선택과 선언의 줄 읽기</a:t>
            </a:r>
          </a:p>
        </p:txBody>
      </p:sp>
      <p:sp>
        <p:nvSpPr>
          <p:cNvPr id="3" name="">
            <a:extLst xmlns:a="http://schemas.openxmlformats.org/drawingml/2006/main">
              <a:ext uri="{FF2B5EF4-FFF2-40B4-BE49-F238E27FC236}">
                <a16:creationId xmlns:a16="http://schemas.microsoft.com/office/drawing/2014/main" id="{7F79B11E-8495-419C-BFE3-0B54561EFF6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A7BB49D-4D07-4F6F-9A5A-8B33D0C611D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A471244B-8785-43DF-A5A8-DF08020A01D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71A3A0-664B-4D80-B9C7-56D40286050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4F7B05C-1C82-4C40-AFD3-D4C35B6AD87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7827AFA7-0E51-429D-AA78-978DB51D60B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0F7FD8-67E1-42DD-ACC0-28B0754C36C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BDB1420-2B61-4EB1-A6DA-22732628911B}"/>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95EC1005-B4E5-4E94-A273-0D758E4FF2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2388A93-8965-47A1-8C7C-23C79651B8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96EAFAD3-0602-4858-A6F1-455755398C7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283252869"/>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868979-6325-43F6-952B-EB445B3BF8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AA3A469-9758-4669-9798-705BD089130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모양 변경의 결과</a:t>
            </a:r>
          </a:p>
        </p:txBody>
      </p:sp>
      <p:sp>
        <p:nvSpPr>
          <p:cNvPr id="3" name="">
            <a:extLst xmlns:a="http://schemas.openxmlformats.org/drawingml/2006/main">
              <a:ext uri="{FF2B5EF4-FFF2-40B4-BE49-F238E27FC236}">
                <a16:creationId xmlns:a16="http://schemas.microsoft.com/office/drawing/2014/main" id="{3FCD58D5-2E25-4893-8186-59C00E9D0C2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D9E7B3-8D02-4EC7-BF62-14803653528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제목 색</a:t>
            </a:r>
            <a:r>
              <a:t>이 청록으로 바뀝니다.</a:t>
            </a:r>
          </a:p>
        </p:txBody>
      </p:sp>
      <p:sp>
        <p:nvSpPr>
          <p:cNvPr id="5" name="">
            <a:extLst xmlns:a="http://schemas.openxmlformats.org/drawingml/2006/main">
              <a:ext uri="{FF2B5EF4-FFF2-40B4-BE49-F238E27FC236}">
                <a16:creationId xmlns:a16="http://schemas.microsoft.com/office/drawing/2014/main" id="{4187AA09-FACA-4B73-863A-F0963BB4F99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제목 문구와 </a:t>
            </a:r>
            <a:r>
              <a:rPr b="1">
                <a:solidFill>
                  <a:srgbClr val="002FA7"/>
                </a:solidFill>
              </a:rPr>
              <a:t>온도 데이터</a:t>
            </a:r>
            <a:r>
              <a:t>는 유지됩니다.</a:t>
            </a:r>
          </a:p>
        </p:txBody>
      </p:sp>
      <p:sp>
        <p:nvSpPr>
          <p:cNvPr id="6" name="">
            <a:extLst xmlns:a="http://schemas.openxmlformats.org/drawingml/2006/main">
              <a:ext uri="{FF2B5EF4-FFF2-40B4-BE49-F238E27FC236}">
                <a16:creationId xmlns:a16="http://schemas.microsoft.com/office/drawing/2014/main" id="{26367DD6-1E8B-4CD8-9128-8DE569BD9B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C4A2C9B-2B26-4308-A84F-1F0F895509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37279C4B-CFF4-493A-89A3-3311B5DE7D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456446463"/>
      </p:ext>
    </p:extLst>
  </p:cSld>
</p:sld>
</file>

<file path=ppt/slides/slide2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936417-1260-4D01-AB79-F1D922A2582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6F3DED5-76DB-4854-B8FD-DF16BEF704A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적용이 안 될 때</a:t>
            </a:r>
          </a:p>
        </p:txBody>
      </p:sp>
      <p:sp>
        <p:nvSpPr>
          <p:cNvPr id="3" name="">
            <a:extLst xmlns:a="http://schemas.openxmlformats.org/drawingml/2006/main">
              <a:ext uri="{FF2B5EF4-FFF2-40B4-BE49-F238E27FC236}">
                <a16:creationId xmlns:a16="http://schemas.microsoft.com/office/drawing/2014/main" id="{CD64858F-1103-426A-9EA5-2D47952E389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CSS 색이 그대로라면 무엇을 확인하나요?</a:t>
            </a:r>
          </a:p>
        </p:txBody>
      </p:sp>
      <p:sp>
        <p:nvSpPr>
          <p:cNvPr id="4" name="">
            <a:extLst xmlns:a="http://schemas.openxmlformats.org/drawingml/2006/main">
              <a:ext uri="{FF2B5EF4-FFF2-40B4-BE49-F238E27FC236}">
                <a16:creationId xmlns:a16="http://schemas.microsoft.com/office/drawing/2014/main" id="{1F6018FC-7087-46B1-925B-12C15E02A8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7B2C56-FF81-4902-AA3F-5784A63BA4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07419F4B-A025-4254-B2BF-E7F1F1FA87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027</a:t>
            </a:r>
          </a:p>
        </p:txBody>
      </p:sp>
    </p:spTree>
    <p:extLst>
      <p:ext uri="{BB962C8B-B14F-4D97-AF65-F5344CB8AC3E}">
        <p14:creationId xmlns:p14="http://schemas.microsoft.com/office/powerpoint/2010/main" val="840223434"/>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659219-4625-466F-99BC-16CC5CAF8DC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E86C147-AB6C-4589-AD00-FDCC410AD1E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상자의 안쪽과 바깥</a:t>
            </a:r>
          </a:p>
        </p:txBody>
      </p:sp>
      <p:sp>
        <p:nvSpPr>
          <p:cNvPr id="3" name="">
            <a:extLst xmlns:a="http://schemas.openxmlformats.org/drawingml/2006/main">
              <a:ext uri="{FF2B5EF4-FFF2-40B4-BE49-F238E27FC236}">
                <a16:creationId xmlns:a16="http://schemas.microsoft.com/office/drawing/2014/main" id="{EA74E8E7-F3CF-4C66-BE87-2275BD23DFB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6A2B3DB-523D-4CB9-AB9C-12A6D890434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padding</a:t>
            </a:r>
            <a:r>
              <a:t>은 내용 안쪽 공간입니다.</a:t>
            </a:r>
          </a:p>
        </p:txBody>
      </p:sp>
      <p:sp>
        <p:nvSpPr>
          <p:cNvPr id="5" name="">
            <a:extLst xmlns:a="http://schemas.openxmlformats.org/drawingml/2006/main">
              <a:ext uri="{FF2B5EF4-FFF2-40B4-BE49-F238E27FC236}">
                <a16:creationId xmlns:a16="http://schemas.microsoft.com/office/drawing/2014/main" id="{3252388B-6E3F-4757-BC59-7D9C7997B01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margin</a:t>
            </a:r>
            <a:r>
              <a:t>은 다른 요소와의 바깥 간격입니다.</a:t>
            </a:r>
          </a:p>
        </p:txBody>
      </p:sp>
      <p:sp>
        <p:nvSpPr>
          <p:cNvPr id="6" name="">
            <a:extLst xmlns:a="http://schemas.openxmlformats.org/drawingml/2006/main">
              <a:ext uri="{FF2B5EF4-FFF2-40B4-BE49-F238E27FC236}">
                <a16:creationId xmlns:a16="http://schemas.microsoft.com/office/drawing/2014/main" id="{E58217EC-7CEE-4BA7-B0B8-6989D426A5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891088-463F-45D2-99A4-2CDBB0724D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CE4EED17-C632-4D13-9046-94C2A9AD259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873183372"/>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F00F3EC-013C-4198-82E3-78D444D8F2C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0F53404-661B-4A9D-B9E4-17028565723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상자의 안쪽과 바깥의 예</a:t>
            </a:r>
          </a:p>
        </p:txBody>
      </p:sp>
      <p:sp>
        <p:nvSpPr>
          <p:cNvPr id="3" name="">
            <a:extLst xmlns:a="http://schemas.openxmlformats.org/drawingml/2006/main">
              <a:ext uri="{FF2B5EF4-FFF2-40B4-BE49-F238E27FC236}">
                <a16:creationId xmlns:a16="http://schemas.microsoft.com/office/drawing/2014/main" id="{D66417CC-D14E-4300-AA07-BDA74E7157A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button의 CSS 규칙</a:t>
            </a:r>
          </a:p>
        </p:txBody>
      </p:sp>
      <p:sp>
        <p:nvSpPr>
          <p:cNvPr id="4" name="">
            <a:extLst xmlns:a="http://schemas.openxmlformats.org/drawingml/2006/main">
              <a:ext uri="{FF2B5EF4-FFF2-40B4-BE49-F238E27FC236}">
                <a16:creationId xmlns:a16="http://schemas.microsoft.com/office/drawing/2014/main" id="{32536A98-B607-4D98-A939-A370E3A507BD}"/>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3305CF-3734-4BE1-A370-2992D331780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2BAD62C-BEB2-45A6-886A-BCA41A482DF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 {</a:t>
            </a:r>
          </a:p>
        </p:txBody>
      </p:sp>
      <p:sp>
        <p:nvSpPr>
          <p:cNvPr id="7" name="">
            <a:extLst xmlns:a="http://schemas.openxmlformats.org/drawingml/2006/main">
              <a:ext uri="{FF2B5EF4-FFF2-40B4-BE49-F238E27FC236}">
                <a16:creationId xmlns:a16="http://schemas.microsoft.com/office/drawing/2014/main" id="{3BF057F5-D545-4867-A942-F1BDF55C144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545FA58-393A-41D4-ADB0-BDC1C8F26CB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padding: 12px;</a:t>
            </a:r>
          </a:p>
        </p:txBody>
      </p:sp>
      <p:sp>
        <p:nvSpPr>
          <p:cNvPr id="9" name="">
            <a:extLst xmlns:a="http://schemas.openxmlformats.org/drawingml/2006/main">
              <a:ext uri="{FF2B5EF4-FFF2-40B4-BE49-F238E27FC236}">
                <a16:creationId xmlns:a16="http://schemas.microsoft.com/office/drawing/2014/main" id="{23DDDEFC-6490-4BF8-9DEB-21464BBBCB2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1F723E51-7D2F-487D-BE4F-7D6DFE10E3A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margin-top: 8px;</a:t>
            </a:r>
          </a:p>
        </p:txBody>
      </p:sp>
      <p:sp>
        <p:nvSpPr>
          <p:cNvPr id="11" name="">
            <a:extLst xmlns:a="http://schemas.openxmlformats.org/drawingml/2006/main">
              <a:ext uri="{FF2B5EF4-FFF2-40B4-BE49-F238E27FC236}">
                <a16:creationId xmlns:a16="http://schemas.microsoft.com/office/drawing/2014/main" id="{66B4CE02-3C2C-4471-86E7-80356EB00F8E}"/>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CEF3E198-1E54-4828-A90C-5946044210F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3" name="">
            <a:extLst xmlns:a="http://schemas.openxmlformats.org/drawingml/2006/main">
              <a:ext uri="{FF2B5EF4-FFF2-40B4-BE49-F238E27FC236}">
                <a16:creationId xmlns:a16="http://schemas.microsoft.com/office/drawing/2014/main" id="{B096EA94-C00C-4FDD-9B34-530B6B556DF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1A27B5-BF11-4804-8A16-4D4DEDE9A4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5" name="">
            <a:extLst xmlns:a="http://schemas.openxmlformats.org/drawingml/2006/main">
              <a:ext uri="{FF2B5EF4-FFF2-40B4-BE49-F238E27FC236}">
                <a16:creationId xmlns:a16="http://schemas.microsoft.com/office/drawing/2014/main" id="{9201D767-ABAE-4B2A-8A72-5892380DCB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21817529"/>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8442B0C-2063-40C0-88E8-C9FA9A3E69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5D48263-1817-4D8E-882D-2A81354CE0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상자의 안쪽과 바깥의 줄 읽기</a:t>
            </a:r>
          </a:p>
        </p:txBody>
      </p:sp>
      <p:sp>
        <p:nvSpPr>
          <p:cNvPr id="3" name="">
            <a:extLst xmlns:a="http://schemas.openxmlformats.org/drawingml/2006/main">
              <a:ext uri="{FF2B5EF4-FFF2-40B4-BE49-F238E27FC236}">
                <a16:creationId xmlns:a16="http://schemas.microsoft.com/office/drawing/2014/main" id="{7EAAF0D4-F954-41A3-8ED1-FCD0B89FE04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20DB10B-82D5-4816-BA80-AE39CCFDB8B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A6488750-93F6-481C-8880-106CC63B757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57D23A-3893-4E89-AA61-D9D58788484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3B04D0F-FD19-4BA3-80BD-B2D97B7BEFB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E2AA1739-983C-4893-96D5-894020B2B26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9EDDDBB-35FE-445A-BEF0-E473E68A28C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0661670-3A96-47FC-A8E0-87AB305840D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D4CC501E-5EB5-4123-A6AB-B66EBD9A20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13D11C9-9F2D-45A8-B0D2-0AA36C3A01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B2B4539C-6F0C-4C93-9B94-C0B59F63FA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2013721388"/>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A62D88-FDD7-46CC-BB18-894D3AA0AA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01F1384-0B9D-4477-8913-29D51D6BBE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간격을 바꾼 결과</a:t>
            </a:r>
          </a:p>
        </p:txBody>
      </p:sp>
      <p:sp>
        <p:nvSpPr>
          <p:cNvPr id="3" name="">
            <a:extLst xmlns:a="http://schemas.openxmlformats.org/drawingml/2006/main">
              <a:ext uri="{FF2B5EF4-FFF2-40B4-BE49-F238E27FC236}">
                <a16:creationId xmlns:a16="http://schemas.microsoft.com/office/drawing/2014/main" id="{EBA734B6-0A79-483C-AAB0-AFBB3FA4EFA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A77DF8A-50D9-4C6D-8DAF-2E5914ACB55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글자 주변을 넓히려면 padding을 바꿉니다.</a:t>
            </a:r>
          </a:p>
        </p:txBody>
      </p:sp>
      <p:sp>
        <p:nvSpPr>
          <p:cNvPr id="5" name="">
            <a:extLst xmlns:a="http://schemas.openxmlformats.org/drawingml/2006/main">
              <a:ext uri="{FF2B5EF4-FFF2-40B4-BE49-F238E27FC236}">
                <a16:creationId xmlns:a16="http://schemas.microsoft.com/office/drawing/2014/main" id="{E5983DF3-652E-43B4-8D87-E0265CDAD36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값과 상태의 의미는 그대로입니다.</a:t>
            </a:r>
          </a:p>
        </p:txBody>
      </p:sp>
      <p:sp>
        <p:nvSpPr>
          <p:cNvPr id="6" name="">
            <a:extLst xmlns:a="http://schemas.openxmlformats.org/drawingml/2006/main">
              <a:ext uri="{FF2B5EF4-FFF2-40B4-BE49-F238E27FC236}">
                <a16:creationId xmlns:a16="http://schemas.microsoft.com/office/drawing/2014/main" id="{E4618CFA-1E02-445F-A483-078477A801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C1D1FE-539D-420C-B8E3-63AC003241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E4CB3AAD-3FCE-4517-A8E7-04E5DC7ACE5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312619735"/>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BF7AF4-6193-46F4-A55C-B8377F2990C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EEAB7621-E87D-4462-9A94-8DB35705E9B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공간 선택</a:t>
            </a:r>
          </a:p>
        </p:txBody>
      </p:sp>
      <p:sp>
        <p:nvSpPr>
          <p:cNvPr id="3" name="">
            <a:extLst xmlns:a="http://schemas.openxmlformats.org/drawingml/2006/main">
              <a:ext uri="{FF2B5EF4-FFF2-40B4-BE49-F238E27FC236}">
                <a16:creationId xmlns:a16="http://schemas.microsoft.com/office/drawing/2014/main" id="{F7CBAC14-271F-4B43-9190-FF8A7106102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 글자 주변만 넓히고 싶습니다.</a:t>
            </a:r>
          </a:p>
        </p:txBody>
      </p:sp>
      <p:sp>
        <p:nvSpPr>
          <p:cNvPr id="4" name="">
            <a:extLst xmlns:a="http://schemas.openxmlformats.org/drawingml/2006/main">
              <a:ext uri="{FF2B5EF4-FFF2-40B4-BE49-F238E27FC236}">
                <a16:creationId xmlns:a16="http://schemas.microsoft.com/office/drawing/2014/main" id="{FC8BBF1A-6199-47D8-BF7A-70A20B8155C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속성을 바꿀까요?</a:t>
            </a:r>
          </a:p>
        </p:txBody>
      </p:sp>
      <p:sp>
        <p:nvSpPr>
          <p:cNvPr id="5" name="">
            <a:extLst xmlns:a="http://schemas.openxmlformats.org/drawingml/2006/main">
              <a:ext uri="{FF2B5EF4-FFF2-40B4-BE49-F238E27FC236}">
                <a16:creationId xmlns:a16="http://schemas.microsoft.com/office/drawing/2014/main" id="{394365CA-CB36-4D90-A58F-DE578C17E0F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D5B73BA-F159-43C6-93F9-53508DB910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D527318E-26F1-4EA2-A2C7-B4FD53C7F5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1083753043"/>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25211F-4492-40A5-9955-11FD86C807B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8AECBD1-4C9C-472B-9A67-194C87F9E2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작은 화면과 상태</a:t>
            </a:r>
          </a:p>
        </p:txBody>
      </p:sp>
      <p:sp>
        <p:nvSpPr>
          <p:cNvPr id="3" name="">
            <a:extLst xmlns:a="http://schemas.openxmlformats.org/drawingml/2006/main">
              <a:ext uri="{FF2B5EF4-FFF2-40B4-BE49-F238E27FC236}">
                <a16:creationId xmlns:a16="http://schemas.microsoft.com/office/drawing/2014/main" id="{58897063-6234-4F2C-B46E-8FF34788877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좁은 화면</a:t>
            </a:r>
          </a:p>
        </p:txBody>
      </p:sp>
      <p:sp>
        <p:nvSpPr>
          <p:cNvPr id="4" name="">
            <a:extLst xmlns:a="http://schemas.openxmlformats.org/drawingml/2006/main">
              <a:ext uri="{FF2B5EF4-FFF2-40B4-BE49-F238E27FC236}">
                <a16:creationId xmlns:a16="http://schemas.microsoft.com/office/drawing/2014/main" id="{D87F7A7E-8E29-4A81-B300-E9629B686A3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690A99-3D8D-44BD-A0D0-B8430FF1FC8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좁은 화면</a:t>
            </a:r>
            <a:r>
              <a:t>에서도 글자가 읽혀야 합니다.</a:t>
            </a:r>
          </a:p>
        </p:txBody>
      </p:sp>
      <p:sp>
        <p:nvSpPr>
          <p:cNvPr id="6" name="">
            <a:extLst xmlns:a="http://schemas.openxmlformats.org/drawingml/2006/main">
              <a:ext uri="{FF2B5EF4-FFF2-40B4-BE49-F238E27FC236}">
                <a16:creationId xmlns:a16="http://schemas.microsoft.com/office/drawing/2014/main" id="{5B4A0DD6-6FD9-47E7-A418-D2163C5A6E3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색과 함께 </a:t>
            </a:r>
            <a:r>
              <a:rPr b="1">
                <a:solidFill>
                  <a:srgbClr val="002FA7"/>
                </a:solidFill>
              </a:rPr>
              <a:t>상태 문구</a:t>
            </a:r>
            <a:r>
              <a:t>를 제공합니다.</a:t>
            </a:r>
          </a:p>
        </p:txBody>
      </p:sp>
      <p:sp>
        <p:nvSpPr>
          <p:cNvPr id="7" name="">
            <a:extLst xmlns:a="http://schemas.openxmlformats.org/drawingml/2006/main">
              <a:ext uri="{FF2B5EF4-FFF2-40B4-BE49-F238E27FC236}">
                <a16:creationId xmlns:a16="http://schemas.microsoft.com/office/drawing/2014/main" id="{A520A358-F0B7-4356-8741-A4441443F2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0D4B6DD-B24C-4803-BA3F-C748E73AB46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2C09CB1A-E417-4A47-9FEA-E81EC15B5EF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1819861371"/>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896A0E2-7093-499C-A8BE-1EE1574480C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3FD5F23-75E7-4646-BD1B-7CA52F9B568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화면과 상태의 예</a:t>
            </a:r>
          </a:p>
        </p:txBody>
      </p:sp>
      <p:sp>
        <p:nvSpPr>
          <p:cNvPr id="3" name="">
            <a:extLst xmlns:a="http://schemas.openxmlformats.org/drawingml/2006/main">
              <a:ext uri="{FF2B5EF4-FFF2-40B4-BE49-F238E27FC236}">
                <a16:creationId xmlns:a16="http://schemas.microsoft.com/office/drawing/2014/main" id="{D3E4D8B8-3CF2-497B-9299-6223E21812B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키보드 초점을 보이게 합니다.</a:t>
            </a:r>
          </a:p>
        </p:txBody>
      </p:sp>
      <p:sp>
        <p:nvSpPr>
          <p:cNvPr id="4" name="">
            <a:extLst xmlns:a="http://schemas.openxmlformats.org/drawingml/2006/main">
              <a:ext uri="{FF2B5EF4-FFF2-40B4-BE49-F238E27FC236}">
                <a16:creationId xmlns:a16="http://schemas.microsoft.com/office/drawing/2014/main" id="{95F4696D-A831-4433-9566-D657B7B7B821}"/>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CCCBBF-579B-4860-B291-8359DABBA02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CAEE07E-0FB3-4654-8985-8D739E3B5DE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button:focus-visible {</a:t>
            </a:r>
          </a:p>
        </p:txBody>
      </p:sp>
      <p:sp>
        <p:nvSpPr>
          <p:cNvPr id="7" name="">
            <a:extLst xmlns:a="http://schemas.openxmlformats.org/drawingml/2006/main">
              <a:ext uri="{FF2B5EF4-FFF2-40B4-BE49-F238E27FC236}">
                <a16:creationId xmlns:a16="http://schemas.microsoft.com/office/drawing/2014/main" id="{F94705CE-8890-4F2F-BCB9-2064D924D7A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5FDBAE98-7C25-41B9-8303-094C3DB7F29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outline: 3px solid black;</a:t>
            </a:r>
          </a:p>
        </p:txBody>
      </p:sp>
      <p:sp>
        <p:nvSpPr>
          <p:cNvPr id="9" name="">
            <a:extLst xmlns:a="http://schemas.openxmlformats.org/drawingml/2006/main">
              <a:ext uri="{FF2B5EF4-FFF2-40B4-BE49-F238E27FC236}">
                <a16:creationId xmlns:a16="http://schemas.microsoft.com/office/drawing/2014/main" id="{3CCE8871-EBF7-4711-AEF1-422EF5F4141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0BC17BE3-EF43-417A-982E-AF95B16931C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1" name="">
            <a:extLst xmlns:a="http://schemas.openxmlformats.org/drawingml/2006/main">
              <a:ext uri="{FF2B5EF4-FFF2-40B4-BE49-F238E27FC236}">
                <a16:creationId xmlns:a16="http://schemas.microsoft.com/office/drawing/2014/main" id="{4D289EAD-2C0A-40D7-BB79-D77C50F81DA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1CB2C6F-4427-44A3-9F0F-B715AB3460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363B36DE-2841-4D20-9C84-BF4D1A7333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621497751"/>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3E027DE-7072-482C-8B4F-59093C36904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A59C637-0E76-481A-B0CD-774193D3E0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화면과 상태의 줄 읽기</a:t>
            </a:r>
          </a:p>
        </p:txBody>
      </p:sp>
      <p:sp>
        <p:nvSpPr>
          <p:cNvPr id="3" name="">
            <a:extLst xmlns:a="http://schemas.openxmlformats.org/drawingml/2006/main">
              <a:ext uri="{FF2B5EF4-FFF2-40B4-BE49-F238E27FC236}">
                <a16:creationId xmlns:a16="http://schemas.microsoft.com/office/drawing/2014/main" id="{93BBE2AB-5101-4573-A0A8-B00B2C1AAC7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DE386AB-9BD8-44C5-A2F1-26D90EED6E2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6C55DD23-E5C2-4895-9164-D2FC307053F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EE944E8-4544-4F56-95AC-28A629D30C5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6051B06-C6B2-415E-9F85-14033FABCED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82258B41-B54F-4F4D-A63D-88A5CEC9F03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EE255FF-40DB-485D-BD45-40E6B9F30EC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0634CD8-25D7-4568-829D-26B0927BB64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56F28E18-4A4C-41BC-9A55-0EA4B3263A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120CD9-D0CA-49C4-AF82-DEEB7C1978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DA8293BC-41AE-4B2E-A9A4-0A5A1F81F4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129106590"/>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7324F-395B-416A-BDC9-E5C28DF3CE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1D1E153-E4BE-425F-B40A-DC5C019CDF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키보드 확인</a:t>
            </a:r>
          </a:p>
        </p:txBody>
      </p:sp>
      <p:sp>
        <p:nvSpPr>
          <p:cNvPr id="3" name="">
            <a:extLst xmlns:a="http://schemas.openxmlformats.org/drawingml/2006/main">
              <a:ext uri="{FF2B5EF4-FFF2-40B4-BE49-F238E27FC236}">
                <a16:creationId xmlns:a16="http://schemas.microsoft.com/office/drawing/2014/main" id="{DB0984E1-6B22-4DB7-B1A3-104EAF35F95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5407F8D-69E6-4058-A71A-8766B1E8863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Tab</a:t>
            </a:r>
            <a:r>
              <a:t> 키로 버튼 초점이 보이는지 봅니다.</a:t>
            </a:r>
          </a:p>
        </p:txBody>
      </p:sp>
      <p:sp>
        <p:nvSpPr>
          <p:cNvPr id="5" name="">
            <a:extLst xmlns:a="http://schemas.openxmlformats.org/drawingml/2006/main">
              <a:ext uri="{FF2B5EF4-FFF2-40B4-BE49-F238E27FC236}">
                <a16:creationId xmlns:a16="http://schemas.microsoft.com/office/drawing/2014/main" id="{94CF4CDC-5FFE-4BD5-8F84-390DEE67279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622AE0-B821-49E0-ADEF-0006F63D1A0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9954640-3943-4CC3-9DCC-2485416715F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정상·미측정</a:t>
            </a:r>
            <a:r>
              <a:t> 문구를 함께 읽습니다.</a:t>
            </a:r>
          </a:p>
        </p:txBody>
      </p:sp>
      <p:sp>
        <p:nvSpPr>
          <p:cNvPr id="8" name="">
            <a:extLst xmlns:a="http://schemas.openxmlformats.org/drawingml/2006/main">
              <a:ext uri="{FF2B5EF4-FFF2-40B4-BE49-F238E27FC236}">
                <a16:creationId xmlns:a16="http://schemas.microsoft.com/office/drawing/2014/main" id="{7C55F100-754E-4EBF-AA53-26C7645E4F6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088673-B9E6-42A6-897D-9D136CA096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95963398-4640-44C3-BC05-EE6B1390ACA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861730081"/>
      </p:ext>
    </p:extLst>
  </p:cSld>
</p:sld>
</file>

<file path=ppt/slides/slide3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218DBF-841D-4D10-AAE2-F4C17A4E5C4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9A45CED-0B88-471A-82E1-E6614BE355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색만 있는 표시</a:t>
            </a:r>
          </a:p>
        </p:txBody>
      </p:sp>
      <p:sp>
        <p:nvSpPr>
          <p:cNvPr id="3" name="">
            <a:extLst xmlns:a="http://schemas.openxmlformats.org/drawingml/2006/main">
              <a:ext uri="{FF2B5EF4-FFF2-40B4-BE49-F238E27FC236}">
                <a16:creationId xmlns:a16="http://schemas.microsoft.com/office/drawing/2014/main" id="{A19DA0ED-3800-4321-8D97-06EBDA930A1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초록 원만으로 정상 상태를 알려도 될까요?</a:t>
            </a:r>
          </a:p>
        </p:txBody>
      </p:sp>
      <p:sp>
        <p:nvSpPr>
          <p:cNvPr id="4" name="">
            <a:extLst xmlns:a="http://schemas.openxmlformats.org/drawingml/2006/main">
              <a:ext uri="{FF2B5EF4-FFF2-40B4-BE49-F238E27FC236}">
                <a16:creationId xmlns:a16="http://schemas.microsoft.com/office/drawing/2014/main" id="{C4F4B6AB-F500-4122-B853-98A9C873F62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2328E7-CEF1-4FDF-9A0B-5B42612CC4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47DD0719-E034-4C2F-911A-0001E019B0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037</a:t>
            </a:r>
          </a:p>
        </p:txBody>
      </p:sp>
    </p:spTree>
    <p:extLst>
      <p:ext uri="{BB962C8B-B14F-4D97-AF65-F5344CB8AC3E}">
        <p14:creationId xmlns:p14="http://schemas.microsoft.com/office/powerpoint/2010/main" val="1261572725"/>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29F186-151C-40AB-AB9A-F673AB11111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A02637-0CF7-4458-B574-A8107545F99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8B7D488D-2760-4C70-9001-6DA9E1882D5C}"/>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B4285C2-79D5-41DE-B659-78D678A3C62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버튼과 데이터 변화</a:t>
            </a:r>
          </a:p>
        </p:txBody>
      </p:sp>
      <p:sp>
        <p:nvSpPr>
          <p:cNvPr id="5" name="">
            <a:extLst xmlns:a="http://schemas.openxmlformats.org/drawingml/2006/main">
              <a:ext uri="{FF2B5EF4-FFF2-40B4-BE49-F238E27FC236}">
                <a16:creationId xmlns:a16="http://schemas.microsoft.com/office/drawing/2014/main" id="{537EAA92-9F0C-47E5-8E23-D72BA2A14C3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34E18C9-A622-44F2-B971-1DA19DA760DF}"/>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A4B26164-3576-49CE-9EE6-07AC2FC76EE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D4DDC4C3-8D35-456A-A814-24EA543C424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C929EADA-806A-4175-8038-AAA9567A69C2}"/>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9FAA56B1-045E-487A-B27C-106413C1DBE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817260945"/>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DF59154-B5E6-4418-A301-79747FF7AC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63A634C-DB50-4069-A9D8-763907EC56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값의 이동</a:t>
            </a:r>
          </a:p>
        </p:txBody>
      </p:sp>
      <p:sp>
        <p:nvSpPr>
          <p:cNvPr id="3" name="">
            <a:extLst xmlns:a="http://schemas.openxmlformats.org/drawingml/2006/main">
              <a:ext uri="{FF2B5EF4-FFF2-40B4-BE49-F238E27FC236}">
                <a16:creationId xmlns:a16="http://schemas.microsoft.com/office/drawing/2014/main" id="{273B6E08-D43D-4E38-8B87-1FC9C9632BF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열기 직후</a:t>
            </a:r>
          </a:p>
        </p:txBody>
      </p:sp>
      <p:sp>
        <p:nvSpPr>
          <p:cNvPr id="4" name="">
            <a:extLst xmlns:a="http://schemas.openxmlformats.org/drawingml/2006/main">
              <a:ext uri="{FF2B5EF4-FFF2-40B4-BE49-F238E27FC236}">
                <a16:creationId xmlns:a16="http://schemas.microsoft.com/office/drawing/2014/main" id="{73135B12-5501-49EF-9610-92CE7B2D902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D22FDD-01CD-4C00-8751-2259B74D53C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 파일과 초기 글자를 나누어 봅니다.</a:t>
            </a:r>
          </a:p>
        </p:txBody>
      </p:sp>
      <p:sp>
        <p:nvSpPr>
          <p:cNvPr id="6" name="">
            <a:extLst xmlns:a="http://schemas.openxmlformats.org/drawingml/2006/main">
              <a:ext uri="{FF2B5EF4-FFF2-40B4-BE49-F238E27FC236}">
                <a16:creationId xmlns:a16="http://schemas.microsoft.com/office/drawing/2014/main" id="{52E204DD-E5B0-4A5A-A87B-F21CDC616FF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열기 직후</a:t>
            </a:r>
            <a:r>
              <a:t>와 </a:t>
            </a:r>
            <a:r>
              <a:rPr b="1">
                <a:solidFill>
                  <a:srgbClr val="002FA7"/>
                </a:solidFill>
              </a:rPr>
              <a:t>클릭 뒤</a:t>
            </a:r>
            <a:r>
              <a:t>를 따로 기록합니다.</a:t>
            </a:r>
          </a:p>
        </p:txBody>
      </p:sp>
      <p:sp>
        <p:nvSpPr>
          <p:cNvPr id="7" name="">
            <a:extLst xmlns:a="http://schemas.openxmlformats.org/drawingml/2006/main">
              <a:ext uri="{FF2B5EF4-FFF2-40B4-BE49-F238E27FC236}">
                <a16:creationId xmlns:a16="http://schemas.microsoft.com/office/drawing/2014/main" id="{C01F1115-CC1A-4DC9-870B-708825C9E68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513288-8C4C-4786-8E0E-1F9D9317DE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8D562D8-6E75-4F15-856D-26102ABDC2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592442954"/>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71A1C7-6739-496E-9474-04B489CFA8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AF85E75-623C-4300-886C-0788661786A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클릭과 JavaScript</a:t>
            </a:r>
          </a:p>
        </p:txBody>
      </p:sp>
      <p:sp>
        <p:nvSpPr>
          <p:cNvPr id="3" name="">
            <a:extLst xmlns:a="http://schemas.openxmlformats.org/drawingml/2006/main">
              <a:ext uri="{FF2B5EF4-FFF2-40B4-BE49-F238E27FC236}">
                <a16:creationId xmlns:a16="http://schemas.microsoft.com/office/drawing/2014/main" id="{CA2414B6-222F-432C-9F8A-4FE391BBBC8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F992030-B757-439C-99BE-2ECFF59C9EB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클릭은 브라우저에서 일어난 </a:t>
            </a:r>
            <a:r>
              <a:rPr b="1">
                <a:solidFill>
                  <a:srgbClr val="002FA7"/>
                </a:solidFill>
              </a:rPr>
              <a:t>사건</a:t>
            </a:r>
            <a:r>
              <a:t>입니다.</a:t>
            </a:r>
          </a:p>
        </p:txBody>
      </p:sp>
      <p:sp>
        <p:nvSpPr>
          <p:cNvPr id="5" name="">
            <a:extLst xmlns:a="http://schemas.openxmlformats.org/drawingml/2006/main">
              <a:ext uri="{FF2B5EF4-FFF2-40B4-BE49-F238E27FC236}">
                <a16:creationId xmlns:a16="http://schemas.microsoft.com/office/drawing/2014/main" id="{5B59331F-50F9-4F8D-8941-2776C8E2A67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1B1CF9-8BB4-4417-89C8-4269101E418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16CA88E-A4DC-48F5-BB99-A623986C63D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처리 함수가 </a:t>
            </a:r>
            <a:r>
              <a:rPr b="1">
                <a:solidFill>
                  <a:srgbClr val="002FA7"/>
                </a:solidFill>
              </a:rPr>
              <a:t>화면의 글자</a:t>
            </a:r>
            <a:r>
              <a:t>를 바꿉니다.</a:t>
            </a:r>
          </a:p>
        </p:txBody>
      </p:sp>
      <p:sp>
        <p:nvSpPr>
          <p:cNvPr id="8" name="">
            <a:extLst xmlns:a="http://schemas.openxmlformats.org/drawingml/2006/main">
              <a:ext uri="{FF2B5EF4-FFF2-40B4-BE49-F238E27FC236}">
                <a16:creationId xmlns:a16="http://schemas.microsoft.com/office/drawing/2014/main" id="{693F5FD3-E7A6-4517-BACD-09BEC1C027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56C2ED-62D3-4992-93F6-794A453A6B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6A092868-B6F0-4698-AF7F-D7189AC757C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43125197"/>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F5E9128-EF3B-4CD0-9291-5EF236C0B6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BBC0E2F-16B6-41B2-9BCE-BFE37B94353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클릭과 JavaScript의 예</a:t>
            </a:r>
          </a:p>
        </p:txBody>
      </p:sp>
      <p:sp>
        <p:nvSpPr>
          <p:cNvPr id="3" name="">
            <a:extLst xmlns:a="http://schemas.openxmlformats.org/drawingml/2006/main">
              <a:ext uri="{FF2B5EF4-FFF2-40B4-BE49-F238E27FC236}">
                <a16:creationId xmlns:a16="http://schemas.microsoft.com/office/drawing/2014/main" id="{71D68AE4-872F-4C05-A9D9-951A18E81E3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동작 예. 같은 id와 SENSOR가 필요합니다.</a:t>
            </a:r>
          </a:p>
        </p:txBody>
      </p:sp>
      <p:sp>
        <p:nvSpPr>
          <p:cNvPr id="4" name="">
            <a:extLst xmlns:a="http://schemas.openxmlformats.org/drawingml/2006/main">
              <a:ext uri="{FF2B5EF4-FFF2-40B4-BE49-F238E27FC236}">
                <a16:creationId xmlns:a16="http://schemas.microsoft.com/office/drawing/2014/main" id="{FF312129-2FF4-4A5D-8118-81EEE3C0DCB5}"/>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D57B27-D130-45B1-A084-0E84E644ADC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04918690-AC6C-4B40-B937-E1BEA0C7260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button = document.querySelector(</a:t>
            </a:r>
            <a:r>
              <a:rPr>
                <a:solidFill>
                  <a:srgbClr val="BACBFA"/>
                </a:solidFill>
              </a:rPr>
              <a:t>"#check"</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5641BC65-F094-4EC1-B2DA-D25A1A4F87B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6C6D0ED-D065-4C60-AB79-5B06476E41C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value = document.querySelector(</a:t>
            </a:r>
            <a:r>
              <a:rPr>
                <a:solidFill>
                  <a:srgbClr val="BACBFA"/>
                </a:solidFill>
              </a:rPr>
              <a:t>"#temperature"</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18C4BFD7-BFA4-4C29-B30F-8EA97B727CC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D28D4B3-7A4E-4571-B5E3-95112EFD9AE7}"/>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button.addEventListener(</a:t>
            </a:r>
            <a:r>
              <a:rPr>
                <a:solidFill>
                  <a:srgbClr val="BACBFA"/>
                </a:solidFill>
              </a:rPr>
              <a:t>"click"</a:t>
            </a:r>
            <a:r>
              <a:rPr>
                <a:solidFill>
                  <a:srgbClr val="FFFFFF"/>
                </a:solidFill>
              </a:rPr>
              <a:t>, () =&gt; {</a:t>
            </a:r>
          </a:p>
        </p:txBody>
      </p:sp>
      <p:sp>
        <p:nvSpPr>
          <p:cNvPr id="11" name="">
            <a:extLst xmlns:a="http://schemas.openxmlformats.org/drawingml/2006/main">
              <a:ext uri="{FF2B5EF4-FFF2-40B4-BE49-F238E27FC236}">
                <a16:creationId xmlns:a16="http://schemas.microsoft.com/office/drawing/2014/main" id="{8BB0F639-D602-44DC-B260-7119A9D46CA3}"/>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66D7314B-BCFE-4A6E-A64E-5E561919A2E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value.textContent = window.SENSOR.temperature_c;</a:t>
            </a:r>
          </a:p>
        </p:txBody>
      </p:sp>
      <p:sp>
        <p:nvSpPr>
          <p:cNvPr id="13" name="">
            <a:extLst xmlns:a="http://schemas.openxmlformats.org/drawingml/2006/main">
              <a:ext uri="{FF2B5EF4-FFF2-40B4-BE49-F238E27FC236}">
                <a16:creationId xmlns:a16="http://schemas.microsoft.com/office/drawing/2014/main" id="{7C25DDAA-7810-4C9D-B373-995BA77F75D9}"/>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2C4E73DF-75AB-49EE-B560-3F09B8BD3B37}"/>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5" name="">
            <a:extLst xmlns:a="http://schemas.openxmlformats.org/drawingml/2006/main">
              <a:ext uri="{FF2B5EF4-FFF2-40B4-BE49-F238E27FC236}">
                <a16:creationId xmlns:a16="http://schemas.microsoft.com/office/drawing/2014/main" id="{1039D722-D722-4450-B5B2-F62821732B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6D8C4C7-7561-43DC-974E-4C3C5275F6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7" name="">
            <a:extLst xmlns:a="http://schemas.openxmlformats.org/drawingml/2006/main">
              <a:ext uri="{FF2B5EF4-FFF2-40B4-BE49-F238E27FC236}">
                <a16:creationId xmlns:a16="http://schemas.microsoft.com/office/drawing/2014/main" id="{7BEDBBED-B4A0-4365-A43A-1955E5020D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2081366611"/>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FC92CD-DB82-4A87-BE1C-5DF2B12AE1A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EE392E7-C655-41D6-80D2-A0B0033E383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클릭과 JavaScript의 줄 읽기</a:t>
            </a:r>
          </a:p>
        </p:txBody>
      </p:sp>
      <p:sp>
        <p:nvSpPr>
          <p:cNvPr id="3" name="">
            <a:extLst xmlns:a="http://schemas.openxmlformats.org/drawingml/2006/main">
              <a:ext uri="{FF2B5EF4-FFF2-40B4-BE49-F238E27FC236}">
                <a16:creationId xmlns:a16="http://schemas.microsoft.com/office/drawing/2014/main" id="{A6F95CB5-47AD-4C52-925A-47EAE6A8952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9DB3274-61FD-4F31-A006-C62955148B6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80A6F4DB-434F-47AE-AD89-3FDAEED852A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7B6EF3-C013-4165-9AF0-E1AE882C205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B81D348-A49F-4BA5-8A5F-3F7D10BE6F9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51D2DD40-DA82-4C9B-B3CE-95BF1B5D51F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045C95-5C1C-4927-955B-29AC07A54A4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927342B-1C26-413E-A375-0F09F561CBC7}"/>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EF96DAB7-6547-465E-A586-DBBE1541CA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F2C0DFF-736C-4B08-9AAF-E8A567BDDD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4C8B6595-D043-43F8-A3C8-59CE638349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365990338"/>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FF2F72-1963-47C3-B804-798AB2BB6F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C37EDE9-D60F-4A5F-9059-F31BE5555DD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버튼 뒤 변화</a:t>
            </a:r>
          </a:p>
        </p:txBody>
      </p:sp>
      <p:sp>
        <p:nvSpPr>
          <p:cNvPr id="3" name="">
            <a:extLst xmlns:a="http://schemas.openxmlformats.org/drawingml/2006/main">
              <a:ext uri="{FF2B5EF4-FFF2-40B4-BE49-F238E27FC236}">
                <a16:creationId xmlns:a16="http://schemas.microsoft.com/office/drawing/2014/main" id="{C0400BE5-CD96-4C02-A8D6-1F798D45F67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7DA15DF-8FBA-4278-BE42-69243FF7193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클릭하면 제공 데이터의 온도가 보입니다.</a:t>
            </a:r>
          </a:p>
        </p:txBody>
      </p:sp>
      <p:sp>
        <p:nvSpPr>
          <p:cNvPr id="5" name="">
            <a:extLst xmlns:a="http://schemas.openxmlformats.org/drawingml/2006/main">
              <a:ext uri="{FF2B5EF4-FFF2-40B4-BE49-F238E27FC236}">
                <a16:creationId xmlns:a16="http://schemas.microsoft.com/office/drawing/2014/main" id="{7B6FE4F8-6703-4F06-8F86-B64D5FB42D6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파일에 온도가 저장되는 것은 아닙니다</a:t>
            </a:r>
            <a:r>
              <a:t>.</a:t>
            </a:r>
          </a:p>
        </p:txBody>
      </p:sp>
      <p:sp>
        <p:nvSpPr>
          <p:cNvPr id="6" name="">
            <a:extLst xmlns:a="http://schemas.openxmlformats.org/drawingml/2006/main">
              <a:ext uri="{FF2B5EF4-FFF2-40B4-BE49-F238E27FC236}">
                <a16:creationId xmlns:a16="http://schemas.microsoft.com/office/drawing/2014/main" id="{8254490D-8E0B-4CD2-A4C5-120B60EBFB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7F53744-4EDD-4E33-8BAE-C7720A88E0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1DA2760A-96F5-4A15-A46D-F42A9070A3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539839123"/>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589FD8-8869-439C-8319-917599D9F08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5ABE58E6-A81A-44ED-89EC-AD9C2E6933D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클릭 복구</a:t>
            </a:r>
          </a:p>
        </p:txBody>
      </p:sp>
      <p:sp>
        <p:nvSpPr>
          <p:cNvPr id="3" name="">
            <a:extLst xmlns:a="http://schemas.openxmlformats.org/drawingml/2006/main">
              <a:ext uri="{FF2B5EF4-FFF2-40B4-BE49-F238E27FC236}">
                <a16:creationId xmlns:a16="http://schemas.microsoft.com/office/drawing/2014/main" id="{B62C865D-E041-4540-9F8C-1E46FDBED05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버튼이 반응하지 않으면 무엇을 대조하나요?</a:t>
            </a:r>
          </a:p>
        </p:txBody>
      </p:sp>
      <p:sp>
        <p:nvSpPr>
          <p:cNvPr id="4" name="">
            <a:extLst xmlns:a="http://schemas.openxmlformats.org/drawingml/2006/main">
              <a:ext uri="{FF2B5EF4-FFF2-40B4-BE49-F238E27FC236}">
                <a16:creationId xmlns:a16="http://schemas.microsoft.com/office/drawing/2014/main" id="{442FCAE8-87B5-47B4-831F-B3E9797DB6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41A862-42DB-424D-AB8B-AD4FBDB637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39632EC9-3B44-476A-AFAA-0B75CCA61F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1325944821"/>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240419-303D-4597-9150-90F8007F8E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A57C00F-173D-4E5C-A768-9918114F11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데이터와 초기 글자</a:t>
            </a:r>
          </a:p>
        </p:txBody>
      </p:sp>
      <p:sp>
        <p:nvSpPr>
          <p:cNvPr id="3" name="">
            <a:extLst xmlns:a="http://schemas.openxmlformats.org/drawingml/2006/main">
              <a:ext uri="{FF2B5EF4-FFF2-40B4-BE49-F238E27FC236}">
                <a16:creationId xmlns:a16="http://schemas.microsoft.com/office/drawing/2014/main" id="{2DB9AD6E-BB9F-401A-80C4-100230D0D17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HTML의 처음 숫자</a:t>
            </a:r>
          </a:p>
        </p:txBody>
      </p:sp>
      <p:sp>
        <p:nvSpPr>
          <p:cNvPr id="4" name="">
            <a:extLst xmlns:a="http://schemas.openxmlformats.org/drawingml/2006/main">
              <a:ext uri="{FF2B5EF4-FFF2-40B4-BE49-F238E27FC236}">
                <a16:creationId xmlns:a16="http://schemas.microsoft.com/office/drawing/2014/main" id="{17A511DE-CFE7-4C17-95BC-6B283EB3A8E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A272F0-DAB6-49A5-93BE-C74D30B9164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HTML의 처음 숫자</a:t>
            </a:r>
            <a:r>
              <a:t>와 </a:t>
            </a:r>
            <a:r>
              <a:rPr b="1">
                <a:solidFill>
                  <a:srgbClr val="002FA7"/>
                </a:solidFill>
              </a:rPr>
              <a:t>데이터 값</a:t>
            </a:r>
            <a:r>
              <a:t>은 다릅니다.</a:t>
            </a:r>
          </a:p>
        </p:txBody>
      </p:sp>
      <p:sp>
        <p:nvSpPr>
          <p:cNvPr id="6" name="">
            <a:extLst xmlns:a="http://schemas.openxmlformats.org/drawingml/2006/main">
              <a:ext uri="{FF2B5EF4-FFF2-40B4-BE49-F238E27FC236}">
                <a16:creationId xmlns:a16="http://schemas.microsoft.com/office/drawing/2014/main" id="{05B6ED48-B28D-49F6-9985-CE1BD8B5FB3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버튼이 data.js의 값을 읽어 표시합니다.</a:t>
            </a:r>
          </a:p>
        </p:txBody>
      </p:sp>
      <p:sp>
        <p:nvSpPr>
          <p:cNvPr id="7" name="">
            <a:extLst xmlns:a="http://schemas.openxmlformats.org/drawingml/2006/main">
              <a:ext uri="{FF2B5EF4-FFF2-40B4-BE49-F238E27FC236}">
                <a16:creationId xmlns:a16="http://schemas.microsoft.com/office/drawing/2014/main" id="{6B280AB8-F717-459E-8E7F-56DA2CC523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82C318-FB1F-4B86-AC9F-E945665794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10D36886-C877-4851-AF82-831E1D06BA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473519985"/>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8271AB-8A4D-4682-B4EB-04861FDBB1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6EE1A6D-7839-4587-BA03-4D1FDC33E0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데이터와 초기 글자의 예</a:t>
            </a:r>
          </a:p>
        </p:txBody>
      </p:sp>
      <p:sp>
        <p:nvSpPr>
          <p:cNvPr id="3" name="">
            <a:extLst xmlns:a="http://schemas.openxmlformats.org/drawingml/2006/main">
              <a:ext uri="{FF2B5EF4-FFF2-40B4-BE49-F238E27FC236}">
                <a16:creationId xmlns:a16="http://schemas.microsoft.com/office/drawing/2014/main" id="{8C4FCDEE-07CE-4A09-9C2C-B71D7775A0F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완성 데이터 파일: data.js</a:t>
            </a:r>
          </a:p>
        </p:txBody>
      </p:sp>
      <p:sp>
        <p:nvSpPr>
          <p:cNvPr id="4" name="">
            <a:extLst xmlns:a="http://schemas.openxmlformats.org/drawingml/2006/main">
              <a:ext uri="{FF2B5EF4-FFF2-40B4-BE49-F238E27FC236}">
                <a16:creationId xmlns:a16="http://schemas.microsoft.com/office/drawing/2014/main" id="{BE3EDC7D-30B0-451C-8116-E8DB3649AE24}"/>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37FDE-B2A4-4E3B-B2B8-4331DC89F80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6AA27064-B9EC-4165-9C3F-FFA41E04025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window.SENSOR = {</a:t>
            </a:r>
          </a:p>
        </p:txBody>
      </p:sp>
      <p:sp>
        <p:nvSpPr>
          <p:cNvPr id="7" name="">
            <a:extLst xmlns:a="http://schemas.openxmlformats.org/drawingml/2006/main">
              <a:ext uri="{FF2B5EF4-FFF2-40B4-BE49-F238E27FC236}">
                <a16:creationId xmlns:a16="http://schemas.microsoft.com/office/drawing/2014/main" id="{11C65C87-D127-4BE1-BF81-4D70B4E64BE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34893410-5238-497F-9C29-5F08DD2044F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location: </a:t>
            </a:r>
            <a:r>
              <a:rPr>
                <a:solidFill>
                  <a:srgbClr val="BACBFA"/>
                </a:solidFill>
              </a:rPr>
              <a:t>"입구"</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23635577-75C3-4C6B-A7CD-1450968658C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F19B1496-BBB8-4D48-976D-5199259D760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temperature_c: 26</a:t>
            </a:r>
          </a:p>
        </p:txBody>
      </p:sp>
      <p:sp>
        <p:nvSpPr>
          <p:cNvPr id="11" name="">
            <a:extLst xmlns:a="http://schemas.openxmlformats.org/drawingml/2006/main">
              <a:ext uri="{FF2B5EF4-FFF2-40B4-BE49-F238E27FC236}">
                <a16:creationId xmlns:a16="http://schemas.microsoft.com/office/drawing/2014/main" id="{4AD1BE10-9A51-4B9E-9FD5-C75B9FE7C48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C97B4FF1-9AFD-41CD-9BDA-C257BA2B827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3" name="">
            <a:extLst xmlns:a="http://schemas.openxmlformats.org/drawingml/2006/main">
              <a:ext uri="{FF2B5EF4-FFF2-40B4-BE49-F238E27FC236}">
                <a16:creationId xmlns:a16="http://schemas.microsoft.com/office/drawing/2014/main" id="{FF94963F-B588-4019-AA7E-112727D041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9C707D-FA8E-4828-B225-D62BBA491DB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5" name="">
            <a:extLst xmlns:a="http://schemas.openxmlformats.org/drawingml/2006/main">
              <a:ext uri="{FF2B5EF4-FFF2-40B4-BE49-F238E27FC236}">
                <a16:creationId xmlns:a16="http://schemas.microsoft.com/office/drawing/2014/main" id="{F86FD14B-D4CF-426E-8C5C-D927437A0F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1811703013"/>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83E1C6E-93A2-4DFB-8E96-42EAC54E5E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19EA2B0-F36D-44CE-BABA-8D32F1A2BF4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데이터와 초기 글자의 줄 읽기</a:t>
            </a:r>
          </a:p>
        </p:txBody>
      </p:sp>
      <p:sp>
        <p:nvSpPr>
          <p:cNvPr id="3" name="">
            <a:extLst xmlns:a="http://schemas.openxmlformats.org/drawingml/2006/main">
              <a:ext uri="{FF2B5EF4-FFF2-40B4-BE49-F238E27FC236}">
                <a16:creationId xmlns:a16="http://schemas.microsoft.com/office/drawing/2014/main" id="{39A07AC2-E9FB-44A6-9986-31317D6C954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9E2C56C-933A-4206-B852-EA80ACE3BDA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C6CADB3C-1857-4AF1-8B20-0CACEDC7ACC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464A184-6086-47E5-8A64-9417C7E1AEF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1F36A1D-615B-4918-9D18-1C6A85B56DC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80CF257E-4EED-4888-B069-517DBA8F6B6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40F8EF-AAF5-4B8C-B045-9104166A1E0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61D237C-1B0B-4EDC-A593-3DAE724B0B6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E7D6A835-D086-4CD9-B8E9-F454809A24D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C246A3A-F861-4242-AC50-E61E273AA9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1A8F996B-3002-4859-8A83-FEE1204C0D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1467393238"/>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6572E1-5D42-49B0-9841-89585F4B5C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E6ABA7C-599C-4C53-A9ED-C4F43B1344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열기와 클릭</a:t>
            </a:r>
          </a:p>
        </p:txBody>
      </p:sp>
      <p:sp>
        <p:nvSpPr>
          <p:cNvPr id="3" name="">
            <a:extLst xmlns:a="http://schemas.openxmlformats.org/drawingml/2006/main">
              <a:ext uri="{FF2B5EF4-FFF2-40B4-BE49-F238E27FC236}">
                <a16:creationId xmlns:a16="http://schemas.microsoft.com/office/drawing/2014/main" id="{009F145F-E92A-4B2D-92A2-AD70854F9EA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C34C9F-6D95-489E-BB8D-0501517F25A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처음 HTML이 </a:t>
            </a:r>
            <a:r>
              <a:rPr b="1">
                <a:solidFill>
                  <a:srgbClr val="002FA7"/>
                </a:solidFill>
              </a:rPr>
              <a:t>22.5</a:t>
            </a:r>
            <a:r>
              <a:t>면 열기 직후도 </a:t>
            </a:r>
            <a:r>
              <a:rPr b="1">
                <a:solidFill>
                  <a:srgbClr val="002FA7"/>
                </a:solidFill>
              </a:rPr>
              <a:t>22.5</a:t>
            </a:r>
            <a:r>
              <a:t>입니다.</a:t>
            </a:r>
          </a:p>
        </p:txBody>
      </p:sp>
      <p:sp>
        <p:nvSpPr>
          <p:cNvPr id="5" name="">
            <a:extLst xmlns:a="http://schemas.openxmlformats.org/drawingml/2006/main">
              <a:ext uri="{FF2B5EF4-FFF2-40B4-BE49-F238E27FC236}">
                <a16:creationId xmlns:a16="http://schemas.microsoft.com/office/drawing/2014/main" id="{A660EF4D-1006-49EE-8CA4-4773E632C17F}"/>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클릭 뒤 데이터 </a:t>
            </a:r>
            <a:r>
              <a:rPr b="1">
                <a:solidFill>
                  <a:srgbClr val="002FA7"/>
                </a:solidFill>
              </a:rPr>
              <a:t>26</a:t>
            </a:r>
            <a:r>
              <a:t>을 표시합니다.</a:t>
            </a:r>
          </a:p>
        </p:txBody>
      </p:sp>
      <p:sp>
        <p:nvSpPr>
          <p:cNvPr id="6" name="">
            <a:extLst xmlns:a="http://schemas.openxmlformats.org/drawingml/2006/main">
              <a:ext uri="{FF2B5EF4-FFF2-40B4-BE49-F238E27FC236}">
                <a16:creationId xmlns:a16="http://schemas.microsoft.com/office/drawing/2014/main" id="{C6FC7181-8EC3-4C83-9550-D9CE4F17D5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24FDC14-8287-499A-9C8A-BAEC569B52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8FE8DF2-826D-44EC-899B-480B479EBD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1661725630"/>
      </p:ext>
    </p:extLst>
  </p:cSld>
</p:sld>
</file>

<file path=ppt/slides/slide4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1D5229-4C29-4AC5-9482-7DB45933777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5284227B-9BD7-4884-B6FF-23A9181DBC7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두 시점의 결과</a:t>
            </a:r>
          </a:p>
        </p:txBody>
      </p:sp>
      <p:sp>
        <p:nvSpPr>
          <p:cNvPr id="3" name="">
            <a:extLst xmlns:a="http://schemas.openxmlformats.org/drawingml/2006/main">
              <a:ext uri="{FF2B5EF4-FFF2-40B4-BE49-F238E27FC236}">
                <a16:creationId xmlns:a16="http://schemas.microsoft.com/office/drawing/2014/main" id="{1F8ED59F-78DC-4054-BB1F-4CDE304F807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새로고침 직후와 클릭 뒤 값을 쓰세요.</a:t>
            </a:r>
          </a:p>
        </p:txBody>
      </p:sp>
      <p:sp>
        <p:nvSpPr>
          <p:cNvPr id="4" name="">
            <a:extLst xmlns:a="http://schemas.openxmlformats.org/drawingml/2006/main">
              <a:ext uri="{FF2B5EF4-FFF2-40B4-BE49-F238E27FC236}">
                <a16:creationId xmlns:a16="http://schemas.microsoft.com/office/drawing/2014/main" id="{7EC10586-5BD0-4EC2-BF15-DF0A1847E6E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클릭하면 data.js도 바뀌나요?</a:t>
            </a:r>
          </a:p>
        </p:txBody>
      </p:sp>
      <p:sp>
        <p:nvSpPr>
          <p:cNvPr id="5" name="">
            <a:extLst xmlns:a="http://schemas.openxmlformats.org/drawingml/2006/main">
              <a:ext uri="{FF2B5EF4-FFF2-40B4-BE49-F238E27FC236}">
                <a16:creationId xmlns:a16="http://schemas.microsoft.com/office/drawing/2014/main" id="{08306CF6-CDFA-4567-8E9A-7424E723A59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5C438A-E021-416A-BF71-C8E4199E69B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C82F33B0-AF83-408C-B903-9607B8A36F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049</a:t>
            </a:r>
          </a:p>
        </p:txBody>
      </p:sp>
    </p:spTree>
    <p:extLst>
      <p:ext uri="{BB962C8B-B14F-4D97-AF65-F5344CB8AC3E}">
        <p14:creationId xmlns:p14="http://schemas.microsoft.com/office/powerpoint/2010/main" val="450859357"/>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2E4429-8EFA-4E97-8C97-43530E49CB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F9FE0EB-4A32-4FDD-AD2A-95ABA3F5F5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오류 위치와 복구</a:t>
            </a:r>
          </a:p>
        </p:txBody>
      </p:sp>
      <p:sp>
        <p:nvSpPr>
          <p:cNvPr id="3" name="">
            <a:extLst xmlns:a="http://schemas.openxmlformats.org/drawingml/2006/main">
              <a:ext uri="{FF2B5EF4-FFF2-40B4-BE49-F238E27FC236}">
                <a16:creationId xmlns:a16="http://schemas.microsoft.com/office/drawing/2014/main" id="{212F16DB-9A1F-4CAC-BF59-DFA1D8DAE5B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9B301C9-E6C0-43C5-B8E7-F4AE1E6257E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증상과 원인을 먼저 나누어 읽습니다.</a:t>
            </a:r>
          </a:p>
        </p:txBody>
      </p:sp>
      <p:sp>
        <p:nvSpPr>
          <p:cNvPr id="5" name="">
            <a:extLst xmlns:a="http://schemas.openxmlformats.org/drawingml/2006/main">
              <a:ext uri="{FF2B5EF4-FFF2-40B4-BE49-F238E27FC236}">
                <a16:creationId xmlns:a16="http://schemas.microsoft.com/office/drawing/2014/main" id="{811C3EE1-F878-4E4A-9503-73166AECE84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E2C9D9-4560-4899-A23B-542F8A064CD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9789421-521D-4783-83A2-828FB6BEC03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연결 이름 한 곳을 대조해 복구합니다.</a:t>
            </a:r>
          </a:p>
        </p:txBody>
      </p:sp>
      <p:sp>
        <p:nvSpPr>
          <p:cNvPr id="8" name="">
            <a:extLst xmlns:a="http://schemas.openxmlformats.org/drawingml/2006/main">
              <a:ext uri="{FF2B5EF4-FFF2-40B4-BE49-F238E27FC236}">
                <a16:creationId xmlns:a16="http://schemas.microsoft.com/office/drawing/2014/main" id="{B2F0FDDE-930C-4390-BED6-CF8CE6904A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E68662-DAAB-4CB5-93B7-09CC5EB9D7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7D7930DD-E1A7-4E48-B5A5-34850EB5AD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474700891"/>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BA46E3-B414-40B2-AAFE-EC59A110226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FBD281E-A5FC-4CA1-95BC-C38892D6FC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위치와 복구의 예</a:t>
            </a:r>
          </a:p>
        </p:txBody>
      </p:sp>
      <p:graphicFrame>
        <p:nvGraphicFramePr>
          <p:cNvPr id="10"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918857"/>
                <a:gridCol w="3526971"/>
                <a:gridCol w="3526971"/>
              </a:tblGrid>
              <a:tr h="733425">
                <a:tc>
                  <a:txBody>
                    <a:bodyPr wrap="square"/>
                    <a:lstStyle/>
                    <a:p>
                      <a:pPr>
                        <a:lnSpc>
                          <a:spcPct val="94000"/>
                        </a:lnSpc>
                        <a:buNone/>
                      </a:pPr>
                      <a:r>
                        <a:rPr sz="2100" b="1">
                          <a:solidFill>
                            <a:srgbClr val="FFFFFF"/>
                          </a:solidFill>
                          <a:latin typeface="Noto Sans KR"/>
                          <a:ea typeface="Noto Sans KR"/>
                          <a:cs typeface="Noto Sans KR"/>
                        </a:rPr>
                        <a:t>부분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잘못된 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맞출 값</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HTML id</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read</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JS 선택자</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ACE7752-F766-4BEB-AB5D-BCBAE5A7967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id를 유지하거나 선택자를 함께 맞춥니다.</a:t>
            </a:r>
          </a:p>
        </p:txBody>
      </p:sp>
      <p:sp>
        <p:nvSpPr>
          <p:cNvPr id="5" name="">
            <a:extLst xmlns:a="http://schemas.openxmlformats.org/drawingml/2006/main">
              <a:ext uri="{FF2B5EF4-FFF2-40B4-BE49-F238E27FC236}">
                <a16:creationId xmlns:a16="http://schemas.microsoft.com/office/drawing/2014/main" id="{A9A20C23-61AD-434D-96FC-C4A7BF8B21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189DDF-5B7F-4F74-8B02-90EC146FDB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FE35F96D-D053-4E67-8563-E7497AF5BE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323676423"/>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B148B3-BAC3-4EF4-B468-3905F86FCE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757C53E-2778-449D-A8DB-1D3C2DA5C63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행동 재검사</a:t>
            </a:r>
          </a:p>
        </p:txBody>
      </p:sp>
      <p:sp>
        <p:nvSpPr>
          <p:cNvPr id="3" name="">
            <a:extLst xmlns:a="http://schemas.openxmlformats.org/drawingml/2006/main">
              <a:ext uri="{FF2B5EF4-FFF2-40B4-BE49-F238E27FC236}">
                <a16:creationId xmlns:a16="http://schemas.microsoft.com/office/drawing/2014/main" id="{7D78AE34-80D4-4855-8234-000F1547CF4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220BD08-46B7-40A2-B0E3-F47DB853CA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이름을 맞춘 뒤 같은 버튼을 눌러 봅니다.</a:t>
            </a:r>
          </a:p>
        </p:txBody>
      </p:sp>
      <p:sp>
        <p:nvSpPr>
          <p:cNvPr id="5" name="">
            <a:extLst xmlns:a="http://schemas.openxmlformats.org/drawingml/2006/main">
              <a:ext uri="{FF2B5EF4-FFF2-40B4-BE49-F238E27FC236}">
                <a16:creationId xmlns:a16="http://schemas.microsoft.com/office/drawing/2014/main" id="{BECBF212-CEEF-44E4-B002-B40390AB7BF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D98765-72F5-44F5-9677-386C49ADE84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1CBA5F3-4C57-4BB3-B2A6-11CBBE19DD3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원문만 읽고 동작 복구를 단정하지 않습니다.</a:t>
            </a:r>
          </a:p>
        </p:txBody>
      </p:sp>
      <p:sp>
        <p:nvSpPr>
          <p:cNvPr id="8" name="">
            <a:extLst xmlns:a="http://schemas.openxmlformats.org/drawingml/2006/main">
              <a:ext uri="{FF2B5EF4-FFF2-40B4-BE49-F238E27FC236}">
                <a16:creationId xmlns:a16="http://schemas.microsoft.com/office/drawing/2014/main" id="{83FFA8BD-B927-4357-B6A2-E13C7297B1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F4A345-EE9B-4695-A4DF-4FBBA1ED1B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F7644DD5-6CF6-4B77-BAFD-D5BE19258C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369295133"/>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665456-2F11-4416-A77F-B22C9E04B7E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DD39BC29-8C85-4C3B-936F-056F9794F88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이름 복구 방법</a:t>
            </a:r>
          </a:p>
        </p:txBody>
      </p:sp>
      <p:sp>
        <p:nvSpPr>
          <p:cNvPr id="3" name="">
            <a:extLst xmlns:a="http://schemas.openxmlformats.org/drawingml/2006/main">
              <a:ext uri="{FF2B5EF4-FFF2-40B4-BE49-F238E27FC236}">
                <a16:creationId xmlns:a16="http://schemas.microsoft.com/office/drawing/2014/main" id="{2364ADBF-7CBB-479B-BFC3-B60000C95E8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id가 read이고 선택자가 #check입니다.</a:t>
            </a:r>
          </a:p>
        </p:txBody>
      </p:sp>
      <p:sp>
        <p:nvSpPr>
          <p:cNvPr id="4" name="">
            <a:extLst xmlns:a="http://schemas.openxmlformats.org/drawingml/2006/main">
              <a:ext uri="{FF2B5EF4-FFF2-40B4-BE49-F238E27FC236}">
                <a16:creationId xmlns:a16="http://schemas.microsoft.com/office/drawing/2014/main" id="{AA51E01C-67C9-422B-98C9-202994993D9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두 가지 복구 방법을 설명해 보세요.</a:t>
            </a:r>
          </a:p>
        </p:txBody>
      </p:sp>
      <p:sp>
        <p:nvSpPr>
          <p:cNvPr id="5" name="">
            <a:extLst xmlns:a="http://schemas.openxmlformats.org/drawingml/2006/main">
              <a:ext uri="{FF2B5EF4-FFF2-40B4-BE49-F238E27FC236}">
                <a16:creationId xmlns:a16="http://schemas.microsoft.com/office/drawing/2014/main" id="{38847CB1-B262-4321-8899-9E4E4F6AB2D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6D32CAA-5DDE-43A6-B547-F4789DC82F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3C01A5A0-4A77-43F3-BFC4-881B251749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1132691510"/>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174B98-15D9-4EF5-A1FE-D42671FBA62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E6A075-BC19-427D-93CC-0814D16EC8D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E3B03ABD-4B8B-445A-AA59-E18C4A807AF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8D96942-FE0C-4674-B909-20333E61B5A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React의 화면 부품</a:t>
            </a:r>
          </a:p>
        </p:txBody>
      </p:sp>
      <p:sp>
        <p:nvSpPr>
          <p:cNvPr id="5" name="">
            <a:extLst xmlns:a="http://schemas.openxmlformats.org/drawingml/2006/main">
              <a:ext uri="{FF2B5EF4-FFF2-40B4-BE49-F238E27FC236}">
                <a16:creationId xmlns:a16="http://schemas.microsoft.com/office/drawing/2014/main" id="{8EC4F662-94B4-48C4-83FE-35747AEDAE8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C141FBD-9480-4721-88EC-51DB99659B5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C965DDF9-A64A-4701-B054-CDAB06744B4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1EEB07AB-B934-42F2-863C-E237B302D15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73F40662-AE56-4750-9FD6-F7DBE5812DEA}"/>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6CE9CA69-7AF9-49B9-9E28-77E911E6D03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2113633615"/>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288CD3-E674-4057-AC88-052826CED9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AC5D77D-B7A1-49D8-B83A-1FDE2FD668D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JSX와 실행 파일</a:t>
            </a:r>
          </a:p>
        </p:txBody>
      </p:sp>
      <p:sp>
        <p:nvSpPr>
          <p:cNvPr id="3" name="">
            <a:extLst xmlns:a="http://schemas.openxmlformats.org/drawingml/2006/main">
              <a:ext uri="{FF2B5EF4-FFF2-40B4-BE49-F238E27FC236}">
                <a16:creationId xmlns:a16="http://schemas.microsoft.com/office/drawing/2014/main" id="{0D11DE53-1CA0-4F9D-915A-28108DB8487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65F143-EF23-4576-B8CA-BAE42251C38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JSX 작성에는 </a:t>
            </a:r>
            <a:r>
              <a:rPr b="1">
                <a:solidFill>
                  <a:srgbClr val="002FA7"/>
                </a:solidFill>
              </a:rPr>
              <a:t>변환 단계</a:t>
            </a:r>
            <a:r>
              <a:t>가 필요합니다.</a:t>
            </a:r>
          </a:p>
        </p:txBody>
      </p:sp>
      <p:sp>
        <p:nvSpPr>
          <p:cNvPr id="5" name="">
            <a:extLst xmlns:a="http://schemas.openxmlformats.org/drawingml/2006/main">
              <a:ext uri="{FF2B5EF4-FFF2-40B4-BE49-F238E27FC236}">
                <a16:creationId xmlns:a16="http://schemas.microsoft.com/office/drawing/2014/main" id="{5D3EDBAE-5C88-4BAB-A315-80A17333DF2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제공 번들</a:t>
            </a:r>
            <a:r>
              <a:t>은 브라우저가 실행합니다.</a:t>
            </a:r>
          </a:p>
        </p:txBody>
      </p:sp>
      <p:sp>
        <p:nvSpPr>
          <p:cNvPr id="6" name="">
            <a:extLst xmlns:a="http://schemas.openxmlformats.org/drawingml/2006/main">
              <a:ext uri="{FF2B5EF4-FFF2-40B4-BE49-F238E27FC236}">
                <a16:creationId xmlns:a16="http://schemas.microsoft.com/office/drawing/2014/main" id="{88D80AF0-CE17-46BB-86A6-9FF202444A5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92A35A-BFD4-4448-8DA5-CAC0AC735FA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0598E43F-9DE3-40C2-BC1C-27997A6A09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389567570"/>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CF1FD7-92EE-4520-8655-C2EAE9C8D1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6D935BD-C732-40D2-BA55-8F3519AADC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React의 화면 부품</a:t>
            </a:r>
          </a:p>
        </p:txBody>
      </p:sp>
      <p:sp>
        <p:nvSpPr>
          <p:cNvPr id="3" name="">
            <a:extLst xmlns:a="http://schemas.openxmlformats.org/drawingml/2006/main">
              <a:ext uri="{FF2B5EF4-FFF2-40B4-BE49-F238E27FC236}">
                <a16:creationId xmlns:a16="http://schemas.microsoft.com/office/drawing/2014/main" id="{EE848958-1FA9-446A-9DC8-32A2461DB5E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E198EF-7B51-4820-800B-F5FE4E0C6D7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컴포넌트</a:t>
            </a:r>
            <a:r>
              <a:t>는 재사용하는 화면 함수입니다.</a:t>
            </a:r>
          </a:p>
        </p:txBody>
      </p:sp>
      <p:sp>
        <p:nvSpPr>
          <p:cNvPr id="5" name="">
            <a:extLst xmlns:a="http://schemas.openxmlformats.org/drawingml/2006/main">
              <a:ext uri="{FF2B5EF4-FFF2-40B4-BE49-F238E27FC236}">
                <a16:creationId xmlns:a16="http://schemas.microsoft.com/office/drawing/2014/main" id="{F892DAC3-E0EB-4FF8-A073-8805D6882A2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props</a:t>
            </a:r>
            <a:r>
              <a:t>는 부품에 전달하는 입력입니다.</a:t>
            </a:r>
          </a:p>
        </p:txBody>
      </p:sp>
      <p:sp>
        <p:nvSpPr>
          <p:cNvPr id="6" name="">
            <a:extLst xmlns:a="http://schemas.openxmlformats.org/drawingml/2006/main">
              <a:ext uri="{FF2B5EF4-FFF2-40B4-BE49-F238E27FC236}">
                <a16:creationId xmlns:a16="http://schemas.microsoft.com/office/drawing/2014/main" id="{7E6B4BE0-51F7-4AE7-BDF0-2D05185119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756893C-1A87-4430-B06A-304E6AC031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F6625967-7602-4909-8946-E15EDECAF9A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95539678"/>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1FECAE-9F29-42AE-97B9-5B87201AB8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37FDDE3-A9B2-4CB4-80A0-0424A3085D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React의 화면 부품의 예</a:t>
            </a:r>
          </a:p>
        </p:txBody>
      </p:sp>
      <p:sp>
        <p:nvSpPr>
          <p:cNvPr id="3" name="">
            <a:extLst xmlns:a="http://schemas.openxmlformats.org/drawingml/2006/main">
              <a:ext uri="{FF2B5EF4-FFF2-40B4-BE49-F238E27FC236}">
                <a16:creationId xmlns:a16="http://schemas.microsoft.com/office/drawing/2014/main" id="{EB182888-FA91-4724-9195-E4482A6787B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JSX 발췌. 브라우저는 제공 번들을 실행합니다.</a:t>
            </a:r>
          </a:p>
        </p:txBody>
      </p:sp>
      <p:sp>
        <p:nvSpPr>
          <p:cNvPr id="4" name="">
            <a:extLst xmlns:a="http://schemas.openxmlformats.org/drawingml/2006/main">
              <a:ext uri="{FF2B5EF4-FFF2-40B4-BE49-F238E27FC236}">
                <a16:creationId xmlns:a16="http://schemas.microsoft.com/office/drawing/2014/main" id="{CA7E8093-E168-4BE8-A2BA-85E9A889CBD1}"/>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8DAB24-C05E-4A16-9342-E8C2445D4E3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E10F5E9-6522-472E-AC80-ABF1351171A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&lt;SensorCard location={window.SENSOR.location} /&gt;</a:t>
            </a:r>
          </a:p>
        </p:txBody>
      </p:sp>
      <p:sp>
        <p:nvSpPr>
          <p:cNvPr id="7" name="">
            <a:extLst xmlns:a="http://schemas.openxmlformats.org/drawingml/2006/main">
              <a:ext uri="{FF2B5EF4-FFF2-40B4-BE49-F238E27FC236}">
                <a16:creationId xmlns:a16="http://schemas.microsoft.com/office/drawing/2014/main" id="{5C74411D-3A7D-409D-AD2F-BF04A6DEE73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96ED5C-79FD-4E06-BF53-05BAEB0C4D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1227AC3-206A-44B2-ACB2-04CE8A497E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99458862"/>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002C7E5-E301-44BF-A888-0B91EE19EC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AF12900-5E54-4C75-A5EF-F0735DB4E90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React의 화면 부품의 줄 읽기</a:t>
            </a:r>
          </a:p>
        </p:txBody>
      </p:sp>
      <p:sp>
        <p:nvSpPr>
          <p:cNvPr id="3" name="">
            <a:extLst xmlns:a="http://schemas.openxmlformats.org/drawingml/2006/main">
              <a:ext uri="{FF2B5EF4-FFF2-40B4-BE49-F238E27FC236}">
                <a16:creationId xmlns:a16="http://schemas.microsoft.com/office/drawing/2014/main" id="{841443BC-CD44-44B5-8A53-51246BC445E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C772FD4-E06E-4216-8040-DD7529E0230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ED868439-77BE-43B3-ACF3-C0EF2349B24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AD25B3-2D29-43BF-9D8B-CBF8AD38EED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68DC141-160A-4CAE-8CA8-069F1FFDCED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A74E9426-2C0B-4088-A07D-AC0B8E3E082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EDC3499-7BD3-4431-AA74-6972BEFC741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685F9A0-2C37-4621-A92C-4DF3914BB27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5D0828F1-35F1-472B-8A18-ECC10B7CFF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9E9B6D-D6E0-4B20-B09F-C5A756AE7B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364A6BD1-25F4-4B3C-8C32-D23DAB6917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557509304"/>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55E3A5-ED30-4325-8D70-02E3ED5876F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7DD4D68-4F08-4CE2-BE4B-4A7B6B20B6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소스와 실행 파일</a:t>
            </a:r>
          </a:p>
        </p:txBody>
      </p:sp>
      <p:sp>
        <p:nvSpPr>
          <p:cNvPr id="3" name="">
            <a:extLst xmlns:a="http://schemas.openxmlformats.org/drawingml/2006/main">
              <a:ext uri="{FF2B5EF4-FFF2-40B4-BE49-F238E27FC236}">
                <a16:creationId xmlns:a16="http://schemas.microsoft.com/office/drawing/2014/main" id="{9C10DE85-5BA4-4118-B220-288B423F8072}"/>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90ACC4-DB26-49EA-AB89-6ECE12E44712}"/>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App.jsx</a:t>
            </a:r>
            <a:r>
              <a:t>는 작성 소스입니다.</a:t>
            </a:r>
          </a:p>
        </p:txBody>
      </p:sp>
      <p:sp>
        <p:nvSpPr>
          <p:cNvPr id="5" name="">
            <a:extLst xmlns:a="http://schemas.openxmlformats.org/drawingml/2006/main">
              <a:ext uri="{FF2B5EF4-FFF2-40B4-BE49-F238E27FC236}">
                <a16:creationId xmlns:a16="http://schemas.microsoft.com/office/drawing/2014/main" id="{B186E871-4A40-41BB-A7BB-D927F5DE399A}"/>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app.bundle.js</a:t>
            </a:r>
            <a:r>
              <a:t>는 변환한 실행 파일입니다.</a:t>
            </a:r>
          </a:p>
        </p:txBody>
      </p:sp>
      <p:sp>
        <p:nvSpPr>
          <p:cNvPr id="6" name="">
            <a:extLst xmlns:a="http://schemas.openxmlformats.org/drawingml/2006/main">
              <a:ext uri="{FF2B5EF4-FFF2-40B4-BE49-F238E27FC236}">
                <a16:creationId xmlns:a16="http://schemas.microsoft.com/office/drawing/2014/main" id="{CDBDC9ED-691E-4614-890C-6389078A0348}"/>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429238-520E-433B-A9B8-C7AE5A69731F}"/>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JSX를 일반 브라우저가 </a:t>
            </a:r>
            <a:r>
              <a:rPr b="1">
                <a:solidFill>
                  <a:srgbClr val="002FA7"/>
                </a:solidFill>
              </a:rPr>
              <a:t>그대로 실행하지 못합니다</a:t>
            </a:r>
            <a:r>
              <a:t>.</a:t>
            </a:r>
          </a:p>
        </p:txBody>
      </p:sp>
      <p:sp>
        <p:nvSpPr>
          <p:cNvPr id="8" name="">
            <a:extLst xmlns:a="http://schemas.openxmlformats.org/drawingml/2006/main">
              <a:ext uri="{FF2B5EF4-FFF2-40B4-BE49-F238E27FC236}">
                <a16:creationId xmlns:a16="http://schemas.microsoft.com/office/drawing/2014/main" id="{BF1C7D63-4840-492D-90E6-5A2FEA8A1F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E62141-C553-4FB3-87E7-BA419A8F5A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95D77C38-9940-4EED-9A14-35C6FC17AE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103888177"/>
      </p:ext>
    </p:extLst>
  </p:cSld>
</p:sld>
</file>

<file path=ppt/slides/slide6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00B0FA-4656-4E24-B853-B7ECA63938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9106C52A-681A-4273-A3B2-178F507641A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JSX 수정의 반영</a:t>
            </a:r>
          </a:p>
        </p:txBody>
      </p:sp>
      <p:sp>
        <p:nvSpPr>
          <p:cNvPr id="3" name="">
            <a:extLst xmlns:a="http://schemas.openxmlformats.org/drawingml/2006/main">
              <a:ext uri="{FF2B5EF4-FFF2-40B4-BE49-F238E27FC236}">
                <a16:creationId xmlns:a16="http://schemas.microsoft.com/office/drawing/2014/main" id="{86AE626A-EB21-4E2B-BA5E-AD762DBCC36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App.jsx만 고치고 번들은 그대로입니다.</a:t>
            </a:r>
          </a:p>
        </p:txBody>
      </p:sp>
      <p:sp>
        <p:nvSpPr>
          <p:cNvPr id="4" name="">
            <a:extLst xmlns:a="http://schemas.openxmlformats.org/drawingml/2006/main">
              <a:ext uri="{FF2B5EF4-FFF2-40B4-BE49-F238E27FC236}">
                <a16:creationId xmlns:a16="http://schemas.microsoft.com/office/drawing/2014/main" id="{7EBA24BA-6192-4608-A4D0-0B9022BA18D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화면이 바뀌었다고 판단할 수 있나요?</a:t>
            </a:r>
          </a:p>
        </p:txBody>
      </p:sp>
      <p:sp>
        <p:nvSpPr>
          <p:cNvPr id="5" name="">
            <a:extLst xmlns:a="http://schemas.openxmlformats.org/drawingml/2006/main">
              <a:ext uri="{FF2B5EF4-FFF2-40B4-BE49-F238E27FC236}">
                <a16:creationId xmlns:a16="http://schemas.microsoft.com/office/drawing/2014/main" id="{07B25637-94B2-46B3-B230-CB61CADC8E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A00588-55F7-493B-AF98-F9F3067D6A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2FCB2F5C-91DE-4B99-8AB7-9226501BEA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060</a:t>
            </a:r>
          </a:p>
        </p:txBody>
      </p:sp>
    </p:spTree>
    <p:extLst>
      <p:ext uri="{BB962C8B-B14F-4D97-AF65-F5344CB8AC3E}">
        <p14:creationId xmlns:p14="http://schemas.microsoft.com/office/powerpoint/2010/main" val="887643475"/>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FBEF1D-F63F-482B-BC3F-8087F29E425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5A3F8CB-6D89-46C0-9E20-ABC57E057E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장소를 props로 전달</a:t>
            </a:r>
          </a:p>
        </p:txBody>
      </p:sp>
      <p:sp>
        <p:nvSpPr>
          <p:cNvPr id="3" name="">
            <a:extLst xmlns:a="http://schemas.openxmlformats.org/drawingml/2006/main">
              <a:ext uri="{FF2B5EF4-FFF2-40B4-BE49-F238E27FC236}">
                <a16:creationId xmlns:a16="http://schemas.microsoft.com/office/drawing/2014/main" id="{34BEAF65-6318-4197-B175-B4379C6EF20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382AA08-4AE9-4B0D-9B7B-8F673436AE2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SENSOR.location</a:t>
            </a:r>
            <a:r>
              <a:t>을 부품에 전달합니다.</a:t>
            </a:r>
          </a:p>
        </p:txBody>
      </p:sp>
      <p:sp>
        <p:nvSpPr>
          <p:cNvPr id="5" name="">
            <a:extLst xmlns:a="http://schemas.openxmlformats.org/drawingml/2006/main">
              <a:ext uri="{FF2B5EF4-FFF2-40B4-BE49-F238E27FC236}">
                <a16:creationId xmlns:a16="http://schemas.microsoft.com/office/drawing/2014/main" id="{30A9E758-5B51-4E5B-A402-3AFDA61D72D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C5E511-6D0C-4AE8-9150-6899C43C581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BAE3267-CA87-4C74-AC89-844875A0D3A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부품을 다른 장소에도 사용합니다.</a:t>
            </a:r>
          </a:p>
        </p:txBody>
      </p:sp>
      <p:sp>
        <p:nvSpPr>
          <p:cNvPr id="8" name="">
            <a:extLst xmlns:a="http://schemas.openxmlformats.org/drawingml/2006/main">
              <a:ext uri="{FF2B5EF4-FFF2-40B4-BE49-F238E27FC236}">
                <a16:creationId xmlns:a16="http://schemas.microsoft.com/office/drawing/2014/main" id="{8530A945-71F7-4106-8D9F-3847C0691D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A5CF065-DABF-4634-87D3-389F55CD55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594EA59D-FF5B-4019-92B0-AA6DB62C1B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880266370"/>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3DC1A45-325C-4076-B33F-F92835D8D0A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6375239-7DA0-4A8D-964F-DC5ABBF4D1A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장소를 props로 전달의 예</a:t>
            </a:r>
          </a:p>
        </p:txBody>
      </p:sp>
      <p:sp>
        <p:nvSpPr>
          <p:cNvPr id="3" name="">
            <a:extLst xmlns:a="http://schemas.openxmlformats.org/drawingml/2006/main">
              <a:ext uri="{FF2B5EF4-FFF2-40B4-BE49-F238E27FC236}">
                <a16:creationId xmlns:a16="http://schemas.microsoft.com/office/drawing/2014/main" id="{0480F306-1ECD-4A36-A53E-7709D6D1A39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work/react/data.js의 가상 데이터</a:t>
            </a:r>
          </a:p>
        </p:txBody>
      </p:sp>
      <p:sp>
        <p:nvSpPr>
          <p:cNvPr id="4" name="">
            <a:extLst xmlns:a="http://schemas.openxmlformats.org/drawingml/2006/main">
              <a:ext uri="{FF2B5EF4-FFF2-40B4-BE49-F238E27FC236}">
                <a16:creationId xmlns:a16="http://schemas.microsoft.com/office/drawing/2014/main" id="{A26EE0BB-CB64-4168-8FC0-CF4ABD87861D}"/>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78901B-6CA1-485A-BCE3-9486B1481CC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F8AF80C-CF08-4053-BC0B-24B3EB48961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window.SENSOR = {</a:t>
            </a:r>
          </a:p>
        </p:txBody>
      </p:sp>
      <p:sp>
        <p:nvSpPr>
          <p:cNvPr id="7" name="">
            <a:extLst xmlns:a="http://schemas.openxmlformats.org/drawingml/2006/main">
              <a:ext uri="{FF2B5EF4-FFF2-40B4-BE49-F238E27FC236}">
                <a16:creationId xmlns:a16="http://schemas.microsoft.com/office/drawing/2014/main" id="{1AA5D1D7-AB8F-4EF2-A178-D18424B625F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1689D080-3231-4A2A-82E5-8B5D2D41D9F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sensor_id: </a:t>
            </a:r>
            <a:r>
              <a:rPr>
                <a:solidFill>
                  <a:srgbClr val="BACBFA"/>
                </a:solidFill>
              </a:rPr>
              <a:t>"S01"</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315CC996-2AA4-4D76-A17E-9C1175D521C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731499AB-0DA7-4317-8CE4-E8EDF738E67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location: </a:t>
            </a:r>
            <a:r>
              <a:rPr>
                <a:solidFill>
                  <a:srgbClr val="BACBFA"/>
                </a:solidFill>
              </a:rPr>
              <a:t>"창고"</a:t>
            </a:r>
            <a:r>
              <a:rPr>
                <a:solidFill>
                  <a:srgbClr val="FFFFFF"/>
                </a:solidFill>
              </a:rPr>
              <a:t>,</a:t>
            </a:r>
          </a:p>
        </p:txBody>
      </p:sp>
      <p:sp>
        <p:nvSpPr>
          <p:cNvPr id="11" name="">
            <a:extLst xmlns:a="http://schemas.openxmlformats.org/drawingml/2006/main">
              <a:ext uri="{FF2B5EF4-FFF2-40B4-BE49-F238E27FC236}">
                <a16:creationId xmlns:a16="http://schemas.microsoft.com/office/drawing/2014/main" id="{BDD5D64E-3255-43C0-9E1D-A9BE0649737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A759049F-B1C6-4918-9A36-3E154296F5B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temperature_c: 22.5</a:t>
            </a:r>
          </a:p>
        </p:txBody>
      </p:sp>
      <p:sp>
        <p:nvSpPr>
          <p:cNvPr id="13" name="">
            <a:extLst xmlns:a="http://schemas.openxmlformats.org/drawingml/2006/main">
              <a:ext uri="{FF2B5EF4-FFF2-40B4-BE49-F238E27FC236}">
                <a16:creationId xmlns:a16="http://schemas.microsoft.com/office/drawing/2014/main" id="{809B0865-7617-435D-9098-74FB02953D2D}"/>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C7B5039E-0278-4934-BCE6-11FF2ACAD18D}"/>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5" name="">
            <a:extLst xmlns:a="http://schemas.openxmlformats.org/drawingml/2006/main">
              <a:ext uri="{FF2B5EF4-FFF2-40B4-BE49-F238E27FC236}">
                <a16:creationId xmlns:a16="http://schemas.microsoft.com/office/drawing/2014/main" id="{FD2B238F-5F0F-4F20-BD40-6D3BF74E5B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A31E8F6-650B-4C48-B5B5-2C2FEDC805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7" name="">
            <a:extLst xmlns:a="http://schemas.openxmlformats.org/drawingml/2006/main">
              <a:ext uri="{FF2B5EF4-FFF2-40B4-BE49-F238E27FC236}">
                <a16:creationId xmlns:a16="http://schemas.microsoft.com/office/drawing/2014/main" id="{D31A6379-57F1-4408-91C2-7C6709838F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866932446"/>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2EBE3A-F5CE-4B28-A641-4E8774A89D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A24E045-F773-43B2-B3CA-7CAF3F7AAB0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장소를 props로 전달의 줄 읽기</a:t>
            </a:r>
          </a:p>
        </p:txBody>
      </p:sp>
      <p:sp>
        <p:nvSpPr>
          <p:cNvPr id="3" name="">
            <a:extLst xmlns:a="http://schemas.openxmlformats.org/drawingml/2006/main">
              <a:ext uri="{FF2B5EF4-FFF2-40B4-BE49-F238E27FC236}">
                <a16:creationId xmlns:a16="http://schemas.microsoft.com/office/drawing/2014/main" id="{35D5D807-F2EC-4474-A797-750F5EEFFCD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58174FC-BF15-47BE-8815-E7013A345EE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C939C5E7-2CA5-4F52-94F3-9049A5681BF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E2EB8B5-6AA2-46B7-A2C3-C973AA003FC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FE5B0E5-EA73-4409-AF87-C9BF5FE09A7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B10B1C2E-A78A-4DE7-B516-8D8DDF3A097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EFA205-8966-469C-AB5C-DF80C7528DB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2359425-2434-422C-A5CF-A853C4560CA7}"/>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0B683E68-39E8-4FBE-86B1-C04D598C54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4863FB5-E125-493B-94C8-4CBE0FCB13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DD304010-66A6-4461-962D-1E80B6572C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958279006"/>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E788EF-1D1E-4468-A5D6-CCF516CA958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C6B0EB9-81D1-4419-85BB-EAF4A066AA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 변경의 결과</a:t>
            </a:r>
          </a:p>
        </p:txBody>
      </p:sp>
      <p:sp>
        <p:nvSpPr>
          <p:cNvPr id="3" name="">
            <a:extLst xmlns:a="http://schemas.openxmlformats.org/drawingml/2006/main">
              <a:ext uri="{FF2B5EF4-FFF2-40B4-BE49-F238E27FC236}">
                <a16:creationId xmlns:a16="http://schemas.microsoft.com/office/drawing/2014/main" id="{BDDFF137-B6FE-49EA-B159-36AFFDE79FC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A7AA121-65A2-435B-B24F-A61BF950D66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저장·새로고침 뒤 창고 센서로 보입니다.</a:t>
            </a:r>
          </a:p>
        </p:txBody>
      </p:sp>
      <p:sp>
        <p:nvSpPr>
          <p:cNvPr id="5" name="">
            <a:extLst xmlns:a="http://schemas.openxmlformats.org/drawingml/2006/main">
              <a:ext uri="{FF2B5EF4-FFF2-40B4-BE49-F238E27FC236}">
                <a16:creationId xmlns:a16="http://schemas.microsoft.com/office/drawing/2014/main" id="{4F343EC8-10DE-4792-9C4C-5D9C3B718D7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01BFEE2-DF48-4710-8DEC-0C94EE14B4E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3C37D1B-019C-41EE-A928-2653ABB6704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data.js는 HTML이 별도로 읽습니다.</a:t>
            </a:r>
          </a:p>
        </p:txBody>
      </p:sp>
      <p:sp>
        <p:nvSpPr>
          <p:cNvPr id="8" name="">
            <a:extLst xmlns:a="http://schemas.openxmlformats.org/drawingml/2006/main">
              <a:ext uri="{FF2B5EF4-FFF2-40B4-BE49-F238E27FC236}">
                <a16:creationId xmlns:a16="http://schemas.microsoft.com/office/drawing/2014/main" id="{1C9F2048-3E8D-40F6-8388-5790CF7D8E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FC16E2-EB94-46EF-84F6-B91368F746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8CDB032A-8214-4F08-B6B4-D1BDE79C09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974705115"/>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646F08-5C46-420F-BE94-6818E270CF8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62CB278E-FF0C-4BF5-A6D5-E3E252724CE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입력과 부품</a:t>
            </a:r>
          </a:p>
        </p:txBody>
      </p:sp>
      <p:sp>
        <p:nvSpPr>
          <p:cNvPr id="3" name="">
            <a:extLst xmlns:a="http://schemas.openxmlformats.org/drawingml/2006/main">
              <a:ext uri="{FF2B5EF4-FFF2-40B4-BE49-F238E27FC236}">
                <a16:creationId xmlns:a16="http://schemas.microsoft.com/office/drawing/2014/main" id="{E76B5E7A-D1BE-4D83-BB9F-B4D172A1D24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같은 SensorCard를 실습실에 쓰려면?</a:t>
            </a:r>
          </a:p>
        </p:txBody>
      </p:sp>
      <p:sp>
        <p:nvSpPr>
          <p:cNvPr id="4" name="">
            <a:extLst xmlns:a="http://schemas.openxmlformats.org/drawingml/2006/main">
              <a:ext uri="{FF2B5EF4-FFF2-40B4-BE49-F238E27FC236}">
                <a16:creationId xmlns:a16="http://schemas.microsoft.com/office/drawing/2014/main" id="{CEC9EB20-4CEB-47DE-B13B-D9C444E5AEE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제공 입력을 바꿀까요?</a:t>
            </a:r>
          </a:p>
        </p:txBody>
      </p:sp>
      <p:sp>
        <p:nvSpPr>
          <p:cNvPr id="5" name="">
            <a:extLst xmlns:a="http://schemas.openxmlformats.org/drawingml/2006/main">
              <a:ext uri="{FF2B5EF4-FFF2-40B4-BE49-F238E27FC236}">
                <a16:creationId xmlns:a16="http://schemas.microsoft.com/office/drawing/2014/main" id="{2CCAB558-EF23-4AFB-964B-3E6037D0DC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0CFFAC-4ECA-47DD-A8AB-1FD4C1BB35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9D4EFDCC-B9B3-4B16-AAE9-DC89328679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1149914762"/>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B82D8AB-217D-4D42-B797-469815C0C9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EF67B6D-A290-477B-8283-E87F90973E4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현재 값 기억하기</a:t>
            </a:r>
          </a:p>
        </p:txBody>
      </p:sp>
      <p:sp>
        <p:nvSpPr>
          <p:cNvPr id="3" name="">
            <a:extLst xmlns:a="http://schemas.openxmlformats.org/drawingml/2006/main">
              <a:ext uri="{FF2B5EF4-FFF2-40B4-BE49-F238E27FC236}">
                <a16:creationId xmlns:a16="http://schemas.microsoft.com/office/drawing/2014/main" id="{2020523E-EB87-4A5F-A8BA-CF8AF7A549F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state</a:t>
            </a:r>
          </a:p>
        </p:txBody>
      </p:sp>
      <p:sp>
        <p:nvSpPr>
          <p:cNvPr id="4" name="">
            <a:extLst xmlns:a="http://schemas.openxmlformats.org/drawingml/2006/main">
              <a:ext uri="{FF2B5EF4-FFF2-40B4-BE49-F238E27FC236}">
                <a16:creationId xmlns:a16="http://schemas.microsoft.com/office/drawing/2014/main" id="{48CD812E-48A1-4274-8A04-7565B5D038B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5243CF-1AD5-4C17-A3DF-48FD4977CCD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state</a:t>
            </a:r>
            <a:r>
              <a:t>는 화면 부품이 기억하는 현재 값입니다.</a:t>
            </a:r>
          </a:p>
        </p:txBody>
      </p:sp>
      <p:sp>
        <p:nvSpPr>
          <p:cNvPr id="6" name="">
            <a:extLst xmlns:a="http://schemas.openxmlformats.org/drawingml/2006/main">
              <a:ext uri="{FF2B5EF4-FFF2-40B4-BE49-F238E27FC236}">
                <a16:creationId xmlns:a16="http://schemas.microsoft.com/office/drawing/2014/main" id="{E199C48E-1A48-409A-9FE3-E39D51D86D8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클릭으로 바꿔도 </a:t>
            </a:r>
            <a:r>
              <a:rPr b="1">
                <a:solidFill>
                  <a:srgbClr val="002FA7"/>
                </a:solidFill>
              </a:rPr>
              <a:t>파일을 저장하지 않습니다</a:t>
            </a:r>
            <a:r>
              <a:t>.</a:t>
            </a:r>
          </a:p>
        </p:txBody>
      </p:sp>
      <p:sp>
        <p:nvSpPr>
          <p:cNvPr id="7" name="">
            <a:extLst xmlns:a="http://schemas.openxmlformats.org/drawingml/2006/main">
              <a:ext uri="{FF2B5EF4-FFF2-40B4-BE49-F238E27FC236}">
                <a16:creationId xmlns:a16="http://schemas.microsoft.com/office/drawing/2014/main" id="{E2052AB0-B4C3-434C-BB8A-D167BD538E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D8A5DE5-A796-4483-B3EE-B0D2215743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E22DD7A2-6663-4E9B-AD26-18054A9D51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747243441"/>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7BDB71-059A-460E-9B73-191E39A0DF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2012E91-3F22-4236-97F7-E9CA626CA76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값 기억하기의 예</a:t>
            </a:r>
          </a:p>
        </p:txBody>
      </p:sp>
      <p:sp>
        <p:nvSpPr>
          <p:cNvPr id="3" name="">
            <a:extLst xmlns:a="http://schemas.openxmlformats.org/drawingml/2006/main">
              <a:ext uri="{FF2B5EF4-FFF2-40B4-BE49-F238E27FC236}">
                <a16:creationId xmlns:a16="http://schemas.microsoft.com/office/drawing/2014/main" id="{B889B9B6-B6DF-4C3B-92BD-9D83BFABD7C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SensorCard 안의 상태 시작 부분</a:t>
            </a:r>
          </a:p>
        </p:txBody>
      </p:sp>
      <p:sp>
        <p:nvSpPr>
          <p:cNvPr id="4" name="">
            <a:extLst xmlns:a="http://schemas.openxmlformats.org/drawingml/2006/main">
              <a:ext uri="{FF2B5EF4-FFF2-40B4-BE49-F238E27FC236}">
                <a16:creationId xmlns:a16="http://schemas.microsoft.com/office/drawing/2014/main" id="{00F502D4-A762-4946-80AA-6FAC7BBD9E8E}"/>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D0E76D-0CEA-4277-8C98-9B3FF9B710D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5E0AD0CF-8706-4228-AC7E-15C77964FF1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[temperature, setTemperature] =</a:t>
            </a:r>
          </a:p>
        </p:txBody>
      </p:sp>
      <p:sp>
        <p:nvSpPr>
          <p:cNvPr id="7" name="">
            <a:extLst xmlns:a="http://schemas.openxmlformats.org/drawingml/2006/main">
              <a:ext uri="{FF2B5EF4-FFF2-40B4-BE49-F238E27FC236}">
                <a16:creationId xmlns:a16="http://schemas.microsoft.com/office/drawing/2014/main" id="{8AA451AE-C726-42E3-92DA-FF006F9D1C7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B02AB52-6D9D-4975-81E9-33F957DF32EA}"/>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useState(window.SENSOR.temperature_c);</a:t>
            </a:r>
          </a:p>
        </p:txBody>
      </p:sp>
      <p:sp>
        <p:nvSpPr>
          <p:cNvPr id="9" name="">
            <a:extLst xmlns:a="http://schemas.openxmlformats.org/drawingml/2006/main">
              <a:ext uri="{FF2B5EF4-FFF2-40B4-BE49-F238E27FC236}">
                <a16:creationId xmlns:a16="http://schemas.microsoft.com/office/drawing/2014/main" id="{F36A7331-2128-4951-B51F-61CC0DAA43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1929EE6-3408-476C-8D76-6A411382777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1" name="">
            <a:extLst xmlns:a="http://schemas.openxmlformats.org/drawingml/2006/main">
              <a:ext uri="{FF2B5EF4-FFF2-40B4-BE49-F238E27FC236}">
                <a16:creationId xmlns:a16="http://schemas.microsoft.com/office/drawing/2014/main" id="{65DC0F62-E1D6-4910-A45B-A1077183E9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2132005030"/>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EB020B2-3F20-4F16-89A9-A3F0593ECC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D148D0A-274E-48CC-BEFF-BB13CE7C77E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값 기억하기의 줄 읽기</a:t>
            </a:r>
          </a:p>
        </p:txBody>
      </p:sp>
      <p:sp>
        <p:nvSpPr>
          <p:cNvPr id="3" name="">
            <a:extLst xmlns:a="http://schemas.openxmlformats.org/drawingml/2006/main">
              <a:ext uri="{FF2B5EF4-FFF2-40B4-BE49-F238E27FC236}">
                <a16:creationId xmlns:a16="http://schemas.microsoft.com/office/drawing/2014/main" id="{62AFA53B-0BEA-475C-A2FC-227DB1F241F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8239AE9-AF30-4659-823C-EFBB1BB0426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66D79B16-B381-435F-9D05-D2535BB2AE1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47A127-A86A-4347-8D7B-DE1C9A3B36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C175ED1-780B-441C-9EE3-29521F4B22D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1AE0B342-302A-4F48-8F8C-029EA648D83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52A777-DA4E-4BA6-A76B-73B81CF3A29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C9CB911-679C-4A85-B25E-AF72B36FF52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B6595D72-BA75-4815-AFB2-1F54F644DE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2B716FF-B460-4D33-8CAB-6C65ACE9CD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689D6437-3256-4991-A4BA-59D10BD436F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676540798"/>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87BB06-904F-439D-8EC9-FBCADDA75D2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6604AF6-3C24-4038-B84F-742C1BDC85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번 클릭과 새로고침</a:t>
            </a:r>
          </a:p>
        </p:txBody>
      </p:sp>
      <p:sp>
        <p:nvSpPr>
          <p:cNvPr id="3" name="">
            <a:extLst xmlns:a="http://schemas.openxmlformats.org/drawingml/2006/main">
              <a:ext uri="{FF2B5EF4-FFF2-40B4-BE49-F238E27FC236}">
                <a16:creationId xmlns:a16="http://schemas.microsoft.com/office/drawing/2014/main" id="{89DDAF81-4A4B-4793-B387-CBA54D33ED2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66FE79-A6CF-4978-ADE8-D6428C9C884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22.5</a:t>
            </a:r>
            <a:r>
              <a:t>에서 두 번 클릭하면 </a:t>
            </a:r>
            <a:r>
              <a:rPr b="1">
                <a:solidFill>
                  <a:srgbClr val="002FA7"/>
                </a:solidFill>
              </a:rPr>
              <a:t>23.5</a:t>
            </a:r>
            <a:r>
              <a:t>입니다.</a:t>
            </a:r>
          </a:p>
        </p:txBody>
      </p:sp>
      <p:sp>
        <p:nvSpPr>
          <p:cNvPr id="5" name="">
            <a:extLst xmlns:a="http://schemas.openxmlformats.org/drawingml/2006/main">
              <a:ext uri="{FF2B5EF4-FFF2-40B4-BE49-F238E27FC236}">
                <a16:creationId xmlns:a16="http://schemas.microsoft.com/office/drawing/2014/main" id="{C41D15C8-9E43-4EF8-950D-283C57A6F0F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새로고침하면 처음 값 </a:t>
            </a:r>
            <a:r>
              <a:rPr b="1">
                <a:solidFill>
                  <a:srgbClr val="002FA7"/>
                </a:solidFill>
              </a:rPr>
              <a:t>22.5</a:t>
            </a:r>
            <a:r>
              <a:t>로 돌아옵니다.</a:t>
            </a:r>
          </a:p>
        </p:txBody>
      </p:sp>
      <p:sp>
        <p:nvSpPr>
          <p:cNvPr id="6" name="">
            <a:extLst xmlns:a="http://schemas.openxmlformats.org/drawingml/2006/main">
              <a:ext uri="{FF2B5EF4-FFF2-40B4-BE49-F238E27FC236}">
                <a16:creationId xmlns:a16="http://schemas.microsoft.com/office/drawing/2014/main" id="{F2D613B9-25CB-4A77-ACF3-C7F2E3479F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C6ACAAB-8BFC-44D1-9303-63B2DCAFD2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F25B73C5-F0FB-4B53-86E9-F24C5FF1C3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524874383"/>
      </p:ext>
    </p:extLst>
  </p:cSld>
</p:sld>
</file>

<file path=ppt/slides/slide7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8B3F5D-ED85-4BA9-9556-46E5BC635B3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606903B-FF1C-428E-8376-2BC5CEB2A9E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새 입력 추적</a:t>
            </a:r>
          </a:p>
        </p:txBody>
      </p:sp>
      <p:sp>
        <p:nvSpPr>
          <p:cNvPr id="3" name="">
            <a:extLst xmlns:a="http://schemas.openxmlformats.org/drawingml/2006/main">
              <a:ext uri="{FF2B5EF4-FFF2-40B4-BE49-F238E27FC236}">
                <a16:creationId xmlns:a16="http://schemas.microsoft.com/office/drawing/2014/main" id="{8C6121D3-0409-4A17-9D3B-319F6782AD0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처음 24에서 0.5 버튼을 세 번 누르면?</a:t>
            </a:r>
          </a:p>
        </p:txBody>
      </p:sp>
      <p:sp>
        <p:nvSpPr>
          <p:cNvPr id="4" name="">
            <a:extLst xmlns:a="http://schemas.openxmlformats.org/drawingml/2006/main">
              <a:ext uri="{FF2B5EF4-FFF2-40B4-BE49-F238E27FC236}">
                <a16:creationId xmlns:a16="http://schemas.microsoft.com/office/drawing/2014/main" id="{7ECF9938-6913-4DD9-B54A-48FF87F5E27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새로고침 뒤에는 얼마인가요?</a:t>
            </a:r>
          </a:p>
        </p:txBody>
      </p:sp>
      <p:sp>
        <p:nvSpPr>
          <p:cNvPr id="5" name="">
            <a:extLst xmlns:a="http://schemas.openxmlformats.org/drawingml/2006/main">
              <a:ext uri="{FF2B5EF4-FFF2-40B4-BE49-F238E27FC236}">
                <a16:creationId xmlns:a16="http://schemas.microsoft.com/office/drawing/2014/main" id="{24D5F7E1-29DF-4677-8349-78EC634D87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47E230-5588-4A80-97D6-DE2EA580E59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F4412B6A-CA5D-44BF-8297-7FEE4D94D5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070</a:t>
            </a:r>
          </a:p>
        </p:txBody>
      </p:sp>
    </p:spTree>
    <p:extLst>
      <p:ext uri="{BB962C8B-B14F-4D97-AF65-F5344CB8AC3E}">
        <p14:creationId xmlns:p14="http://schemas.microsoft.com/office/powerpoint/2010/main" val="916839427"/>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B715B4-F167-4B50-A223-FC3BBD43181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D5924E-EB71-4152-9619-8CD420BF58B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2F3647EC-07AF-4092-A46E-0F1689095D5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67E12AB-49A4-49B3-ACBC-1602BAF07F7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MCP 요청과 응답</a:t>
            </a:r>
          </a:p>
        </p:txBody>
      </p:sp>
      <p:sp>
        <p:nvSpPr>
          <p:cNvPr id="5" name="">
            <a:extLst xmlns:a="http://schemas.openxmlformats.org/drawingml/2006/main">
              <a:ext uri="{FF2B5EF4-FFF2-40B4-BE49-F238E27FC236}">
                <a16:creationId xmlns:a16="http://schemas.microsoft.com/office/drawing/2014/main" id="{77FC76BC-D890-46EB-9FB0-95D55F055C8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DCA979-FF77-4784-BCED-0A5930EEE09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9632EBBC-DDD2-4100-BCBC-1C772A83A0F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85254F18-BA61-4AAD-A99C-2FB4E8EAEEE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420987F0-43D0-40E2-A12E-9A0E82910CC2}"/>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8C3468EA-1F46-4D02-8B12-B5B1FD1CACD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349505402"/>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B6ED01-EDF8-40AE-86D0-D6F2D9A7F8A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4CF4693-10A6-477E-B2B9-56AFEA133E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연결 방식과 권한</a:t>
            </a:r>
          </a:p>
        </p:txBody>
      </p:sp>
      <p:sp>
        <p:nvSpPr>
          <p:cNvPr id="3" name="">
            <a:extLst xmlns:a="http://schemas.openxmlformats.org/drawingml/2006/main">
              <a:ext uri="{FF2B5EF4-FFF2-40B4-BE49-F238E27FC236}">
                <a16:creationId xmlns:a16="http://schemas.microsoft.com/office/drawing/2014/main" id="{BE7F5E05-A734-4008-9195-007C2B6FD6E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연결 가능성</a:t>
            </a:r>
          </a:p>
        </p:txBody>
      </p:sp>
      <p:sp>
        <p:nvSpPr>
          <p:cNvPr id="4" name="">
            <a:extLst xmlns:a="http://schemas.openxmlformats.org/drawingml/2006/main">
              <a:ext uri="{FF2B5EF4-FFF2-40B4-BE49-F238E27FC236}">
                <a16:creationId xmlns:a16="http://schemas.microsoft.com/office/drawing/2014/main" id="{48B1F9DD-B574-44C8-B787-8A6593E767F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1645DB-3BAA-4333-8A21-19B4169BE49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읽기와 MCP 경로를 비교합니다.</a:t>
            </a:r>
          </a:p>
        </p:txBody>
      </p:sp>
      <p:sp>
        <p:nvSpPr>
          <p:cNvPr id="6" name="">
            <a:extLst xmlns:a="http://schemas.openxmlformats.org/drawingml/2006/main">
              <a:ext uri="{FF2B5EF4-FFF2-40B4-BE49-F238E27FC236}">
                <a16:creationId xmlns:a16="http://schemas.microsoft.com/office/drawing/2014/main" id="{B4D8C31E-B916-4D8C-B671-0B73CE2D8C1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연결 가능성</a:t>
            </a:r>
            <a:r>
              <a:t>과 </a:t>
            </a:r>
            <a:r>
              <a:rPr b="1">
                <a:solidFill>
                  <a:srgbClr val="002FA7"/>
                </a:solidFill>
              </a:rPr>
              <a:t>쓰기 허용</a:t>
            </a:r>
            <a:r>
              <a:t>을 구별합니다.</a:t>
            </a:r>
          </a:p>
        </p:txBody>
      </p:sp>
      <p:sp>
        <p:nvSpPr>
          <p:cNvPr id="7" name="">
            <a:extLst xmlns:a="http://schemas.openxmlformats.org/drawingml/2006/main">
              <a:ext uri="{FF2B5EF4-FFF2-40B4-BE49-F238E27FC236}">
                <a16:creationId xmlns:a16="http://schemas.microsoft.com/office/drawing/2014/main" id="{94C09C90-1521-4379-88D6-E6D4FCF150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5F18E4C-1B77-4654-B0C4-799EA07F95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F75E97E7-A5A3-4D28-A86C-263B8F28DA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1185071817"/>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B48CDF-A05F-40FA-9CE8-BA7E36056C7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205FA4D-11E2-4A52-95DB-56798FDA63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MCP의 세 역할</a:t>
            </a:r>
          </a:p>
        </p:txBody>
      </p:sp>
      <p:sp>
        <p:nvSpPr>
          <p:cNvPr id="3" name="">
            <a:extLst xmlns:a="http://schemas.openxmlformats.org/drawingml/2006/main">
              <a:ext uri="{FF2B5EF4-FFF2-40B4-BE49-F238E27FC236}">
                <a16:creationId xmlns:a16="http://schemas.microsoft.com/office/drawing/2014/main" id="{03011FD6-10B0-46F6-BD83-81692331941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호스트</a:t>
            </a:r>
          </a:p>
        </p:txBody>
      </p:sp>
      <p:sp>
        <p:nvSpPr>
          <p:cNvPr id="4" name="">
            <a:extLst xmlns:a="http://schemas.openxmlformats.org/drawingml/2006/main">
              <a:ext uri="{FF2B5EF4-FFF2-40B4-BE49-F238E27FC236}">
                <a16:creationId xmlns:a16="http://schemas.microsoft.com/office/drawing/2014/main" id="{708538DE-3B9D-4140-AE5C-CD5B1FB017F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80FFCA-E8B8-451E-86EF-3EFA2A18050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호스트</a:t>
            </a:r>
            <a:r>
              <a:t>는 AI 애플리케이션입니다.</a:t>
            </a:r>
          </a:p>
        </p:txBody>
      </p:sp>
      <p:sp>
        <p:nvSpPr>
          <p:cNvPr id="6" name="">
            <a:extLst xmlns:a="http://schemas.openxmlformats.org/drawingml/2006/main">
              <a:ext uri="{FF2B5EF4-FFF2-40B4-BE49-F238E27FC236}">
                <a16:creationId xmlns:a16="http://schemas.microsoft.com/office/drawing/2014/main" id="{EECDD490-7ACB-4C7B-9455-08DAC309EBB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클라이언트</a:t>
            </a:r>
            <a:r>
              <a:t>는 </a:t>
            </a:r>
            <a:r>
              <a:rPr b="1">
                <a:solidFill>
                  <a:srgbClr val="002FA7"/>
                </a:solidFill>
              </a:rPr>
              <a:t>서버</a:t>
            </a:r>
            <a:r>
              <a:t>와 메시지를 주고받습니다.</a:t>
            </a:r>
          </a:p>
        </p:txBody>
      </p:sp>
      <p:sp>
        <p:nvSpPr>
          <p:cNvPr id="7" name="">
            <a:extLst xmlns:a="http://schemas.openxmlformats.org/drawingml/2006/main">
              <a:ext uri="{FF2B5EF4-FFF2-40B4-BE49-F238E27FC236}">
                <a16:creationId xmlns:a16="http://schemas.microsoft.com/office/drawing/2014/main" id="{92A5F665-3561-4A5D-9F94-B95FCD977B9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서버</a:t>
            </a:r>
            <a:r>
              <a:t>는 도구와 자료를 제공합니다.</a:t>
            </a:r>
          </a:p>
        </p:txBody>
      </p:sp>
      <p:sp>
        <p:nvSpPr>
          <p:cNvPr id="8" name="">
            <a:extLst xmlns:a="http://schemas.openxmlformats.org/drawingml/2006/main">
              <a:ext uri="{FF2B5EF4-FFF2-40B4-BE49-F238E27FC236}">
                <a16:creationId xmlns:a16="http://schemas.microsoft.com/office/drawing/2014/main" id="{B6DE9965-FDDF-40EC-9864-F8AE235717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6D8B91-C8DE-4266-B46A-E09CDBBB99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0214A673-7DCD-4F8E-B263-EADAE32848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284646717"/>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3E8C44-384D-4F3F-929B-AD284E55A81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5F9AD71-8ACE-4FBA-A213-B7C3CD185B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MCP의 세 역할의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225143"/>
                <a:gridCol w="5747657"/>
              </a:tblGrid>
              <a:tr h="733425">
                <a:tc>
                  <a:txBody>
                    <a:bodyPr wrap="square"/>
                    <a:lstStyle/>
                    <a:p>
                      <a:pPr>
                        <a:lnSpc>
                          <a:spcPct val="94000"/>
                        </a:lnSpc>
                        <a:buNone/>
                      </a:pPr>
                      <a:r>
                        <a:rPr sz="2100" b="1">
                          <a:solidFill>
                            <a:srgbClr val="FFFFFF"/>
                          </a:solidFill>
                          <a:latin typeface="Noto Sans KR"/>
                          <a:ea typeface="Noto Sans KR"/>
                          <a:cs typeface="Noto Sans KR"/>
                        </a:rPr>
                        <a:t>경로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자료를 읽는 곳</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고정 HTML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문서</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data.js</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브라우저 파일</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MCP 도구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서버 기록</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DD22C87A-837B-4C96-B8B9-C9EDCD1B615B}"/>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오늘은 Python STDIO 예제입니다.</a:t>
            </a:r>
          </a:p>
        </p:txBody>
      </p:sp>
      <p:sp>
        <p:nvSpPr>
          <p:cNvPr id="5" name="">
            <a:extLst xmlns:a="http://schemas.openxmlformats.org/drawingml/2006/main">
              <a:ext uri="{FF2B5EF4-FFF2-40B4-BE49-F238E27FC236}">
                <a16:creationId xmlns:a16="http://schemas.microsoft.com/office/drawing/2014/main" id="{921AE1F6-0DC7-409F-B9F8-99C72D11EB0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72388F-0153-4E88-9152-0FC3EA6D8AF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947D9FEA-3132-4138-BD8E-C47CFE4CDC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975744766"/>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BD3F14-19CF-429C-A03D-9B6A60449D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D3A1869-20BA-4BE8-BCF4-4A6D44E453C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연결과 권한</a:t>
            </a:r>
          </a:p>
        </p:txBody>
      </p:sp>
      <p:sp>
        <p:nvSpPr>
          <p:cNvPr id="3" name="">
            <a:extLst xmlns:a="http://schemas.openxmlformats.org/drawingml/2006/main">
              <a:ext uri="{FF2B5EF4-FFF2-40B4-BE49-F238E27FC236}">
                <a16:creationId xmlns:a16="http://schemas.microsoft.com/office/drawing/2014/main" id="{7F8F61AF-00BE-4587-A305-A87D5DC1508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삭제 권한</a:t>
            </a:r>
          </a:p>
        </p:txBody>
      </p:sp>
      <p:sp>
        <p:nvSpPr>
          <p:cNvPr id="4" name="">
            <a:extLst xmlns:a="http://schemas.openxmlformats.org/drawingml/2006/main">
              <a:ext uri="{FF2B5EF4-FFF2-40B4-BE49-F238E27FC236}">
                <a16:creationId xmlns:a16="http://schemas.microsoft.com/office/drawing/2014/main" id="{2FB73A82-5B92-4431-B5AA-E8E4FD97594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586666-F8F0-49AA-BD46-3A05389D6BD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읽기 연결에 </a:t>
            </a:r>
            <a:r>
              <a:rPr b="1">
                <a:solidFill>
                  <a:srgbClr val="002FA7"/>
                </a:solidFill>
              </a:rPr>
              <a:t>삭제 권한</a:t>
            </a:r>
            <a:r>
              <a:t>을 붙이지 않습니다.</a:t>
            </a:r>
          </a:p>
        </p:txBody>
      </p:sp>
      <p:sp>
        <p:nvSpPr>
          <p:cNvPr id="6" name="">
            <a:extLst xmlns:a="http://schemas.openxmlformats.org/drawingml/2006/main">
              <a:ext uri="{FF2B5EF4-FFF2-40B4-BE49-F238E27FC236}">
                <a16:creationId xmlns:a16="http://schemas.microsoft.com/office/drawing/2014/main" id="{F848D875-7349-4B22-9E9A-6FE037A02C5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MCP가 React 화면을 </a:t>
            </a:r>
            <a:r>
              <a:rPr b="1">
                <a:solidFill>
                  <a:srgbClr val="002FA7"/>
                </a:solidFill>
              </a:rPr>
              <a:t>자동으로 만들지 않습니다</a:t>
            </a:r>
            <a:r>
              <a:t>.</a:t>
            </a:r>
          </a:p>
        </p:txBody>
      </p:sp>
      <p:sp>
        <p:nvSpPr>
          <p:cNvPr id="7" name="">
            <a:extLst xmlns:a="http://schemas.openxmlformats.org/drawingml/2006/main">
              <a:ext uri="{FF2B5EF4-FFF2-40B4-BE49-F238E27FC236}">
                <a16:creationId xmlns:a16="http://schemas.microsoft.com/office/drawing/2014/main" id="{95F7A12B-1819-4787-B13F-D0DA4098B0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F96ABD1-6EF7-4B56-8669-E89C9ECC28A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D6BF97B5-BB6F-44A8-AB0B-F0A912400C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547824179"/>
      </p:ext>
    </p:extLst>
  </p:cSld>
</p:sld>
</file>

<file path=ppt/slides/slide7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984F8D-14F3-4B76-AD48-22AC406DCED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4EF7866B-68B5-4F5A-ABC6-7504474D24C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필요한 권한</a:t>
            </a:r>
          </a:p>
        </p:txBody>
      </p:sp>
      <p:sp>
        <p:nvSpPr>
          <p:cNvPr id="3" name="">
            <a:extLst xmlns:a="http://schemas.openxmlformats.org/drawingml/2006/main">
              <a:ext uri="{FF2B5EF4-FFF2-40B4-BE49-F238E27FC236}">
                <a16:creationId xmlns:a16="http://schemas.microsoft.com/office/drawing/2014/main" id="{F943A4C2-0B00-442A-8BD3-D476B346A42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온도 조회 도구가 계정 삭제 권한도 요구합니다.</a:t>
            </a:r>
          </a:p>
        </p:txBody>
      </p:sp>
      <p:sp>
        <p:nvSpPr>
          <p:cNvPr id="4" name="">
            <a:extLst xmlns:a="http://schemas.openxmlformats.org/drawingml/2006/main">
              <a:ext uri="{FF2B5EF4-FFF2-40B4-BE49-F238E27FC236}">
                <a16:creationId xmlns:a16="http://schemas.microsoft.com/office/drawing/2014/main" id="{EC938689-D8DC-44FE-A323-C2DC6E4C8C6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이번 목적에 어떤 범위가 필요한가요?</a:t>
            </a:r>
          </a:p>
        </p:txBody>
      </p:sp>
      <p:sp>
        <p:nvSpPr>
          <p:cNvPr id="5" name="">
            <a:extLst xmlns:a="http://schemas.openxmlformats.org/drawingml/2006/main">
              <a:ext uri="{FF2B5EF4-FFF2-40B4-BE49-F238E27FC236}">
                <a16:creationId xmlns:a16="http://schemas.microsoft.com/office/drawing/2014/main" id="{0686091A-D2CB-4DD0-987A-AAD4E3EC89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E1F0E8-6EC5-4AAE-94AE-35DF6AFC56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1007A2CD-9D7C-4899-9AC6-857028EBF4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076</a:t>
            </a:r>
          </a:p>
        </p:txBody>
      </p:sp>
    </p:spTree>
    <p:extLst>
      <p:ext uri="{BB962C8B-B14F-4D97-AF65-F5344CB8AC3E}">
        <p14:creationId xmlns:p14="http://schemas.microsoft.com/office/powerpoint/2010/main" val="745615601"/>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F98326-FFF9-4237-B529-EABE35C35FA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50358EA-1398-4993-BD63-358DF97D51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요청·알림·도구 목록</a:t>
            </a:r>
          </a:p>
        </p:txBody>
      </p:sp>
      <p:sp>
        <p:nvSpPr>
          <p:cNvPr id="3" name="">
            <a:extLst xmlns:a="http://schemas.openxmlformats.org/drawingml/2006/main">
              <a:ext uri="{FF2B5EF4-FFF2-40B4-BE49-F238E27FC236}">
                <a16:creationId xmlns:a16="http://schemas.microsoft.com/office/drawing/2014/main" id="{7B5DB1DA-15B5-45D9-8274-A751305A53B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168944A-5637-4605-B4F0-1AF08FC5F91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a:t>
            </a:r>
            <a:r>
              <a:rPr b="1">
                <a:solidFill>
                  <a:srgbClr val="002FA7"/>
                </a:solidFill>
              </a:rPr>
              <a:t>초기화</a:t>
            </a:r>
            <a:r>
              <a:t> 뒤 도구 목록을 읽습니다.</a:t>
            </a:r>
          </a:p>
        </p:txBody>
      </p:sp>
      <p:sp>
        <p:nvSpPr>
          <p:cNvPr id="5" name="">
            <a:extLst xmlns:a="http://schemas.openxmlformats.org/drawingml/2006/main">
              <a:ext uri="{FF2B5EF4-FFF2-40B4-BE49-F238E27FC236}">
                <a16:creationId xmlns:a16="http://schemas.microsoft.com/office/drawing/2014/main" id="{DB4D9E16-97F1-4B1C-8D3F-0376D4D47E9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64AB813-2782-48FA-9ED4-7D33037862D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C0B50CA-6941-4309-9575-4C95EC5FE32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요청 id</a:t>
            </a:r>
            <a:r>
              <a:t>로 대응 응답을 찾습니다.</a:t>
            </a:r>
          </a:p>
        </p:txBody>
      </p:sp>
      <p:sp>
        <p:nvSpPr>
          <p:cNvPr id="8" name="">
            <a:extLst xmlns:a="http://schemas.openxmlformats.org/drawingml/2006/main">
              <a:ext uri="{FF2B5EF4-FFF2-40B4-BE49-F238E27FC236}">
                <a16:creationId xmlns:a16="http://schemas.microsoft.com/office/drawing/2014/main" id="{153579B5-B8DB-4170-990F-A28C3B0710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EC0C658-64A0-4907-9A2D-5D7ABB2C25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15E777CD-C6B3-4E54-9752-D25699A3EF7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51501579"/>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31ECE0-44D1-4042-A138-EEE91959C9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A9373AC-DA10-4AE1-A631-31FD3E3480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요청·알림·도구 목록의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908800"/>
                <a:gridCol w="2032000"/>
                <a:gridCol w="2032000"/>
              </a:tblGrid>
              <a:tr h="733425">
                <a:tc>
                  <a:txBody>
                    <a:bodyPr wrap="square"/>
                    <a:lstStyle/>
                    <a:p>
                      <a:pPr>
                        <a:lnSpc>
                          <a:spcPct val="94000"/>
                        </a:lnSpc>
                        <a:buNone/>
                      </a:pPr>
                      <a:r>
                        <a:rPr sz="2100" b="1">
                          <a:solidFill>
                            <a:srgbClr val="FFFFFF"/>
                          </a:solidFill>
                          <a:latin typeface="Noto Sans KR"/>
                          <a:ea typeface="Noto Sans KR"/>
                          <a:cs typeface="Noto Sans KR"/>
                        </a:rPr>
                        <a:t>메시지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id</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응답</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initialize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있음</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initialized 알림</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tools/list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목록</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9E385E73-3A00-456B-8A12-3B15FD114075}"/>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추가·복습: requests.jsonl의 첫 세 줄을 대조합니다.</a:t>
            </a:r>
          </a:p>
        </p:txBody>
      </p:sp>
      <p:sp>
        <p:nvSpPr>
          <p:cNvPr id="5" name="">
            <a:extLst xmlns:a="http://schemas.openxmlformats.org/drawingml/2006/main">
              <a:ext uri="{FF2B5EF4-FFF2-40B4-BE49-F238E27FC236}">
                <a16:creationId xmlns:a16="http://schemas.microsoft.com/office/drawing/2014/main" id="{645825D4-D73A-4AB2-B0DF-1C85984FED9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0A8DB3-4016-4ECC-ABE7-FB74C19BFA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B015578D-3C6E-41B2-927E-B2819E965B8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842871086"/>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780148-B87B-4C40-99BA-2D93E5E75A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C1E6A13-1843-4659-880C-8B5E9F418FE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호출의 입력 약속</a:t>
            </a:r>
          </a:p>
        </p:txBody>
      </p:sp>
      <p:sp>
        <p:nvSpPr>
          <p:cNvPr id="3" name="">
            <a:extLst xmlns:a="http://schemas.openxmlformats.org/drawingml/2006/main">
              <a:ext uri="{FF2B5EF4-FFF2-40B4-BE49-F238E27FC236}">
                <a16:creationId xmlns:a16="http://schemas.microsoft.com/office/drawing/2014/main" id="{7FE5E704-47CE-441C-B1AA-BC948503FBB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0C424DC-C555-4AF1-A0E4-6E0256CDF51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get_reading은 </a:t>
            </a:r>
            <a:r>
              <a:rPr b="1">
                <a:solidFill>
                  <a:srgbClr val="002FA7"/>
                </a:solidFill>
              </a:rPr>
              <a:t>sensor_id 문자열</a:t>
            </a:r>
            <a:r>
              <a:t>을 받습니다.</a:t>
            </a:r>
          </a:p>
        </p:txBody>
      </p:sp>
      <p:sp>
        <p:nvSpPr>
          <p:cNvPr id="5" name="">
            <a:extLst xmlns:a="http://schemas.openxmlformats.org/drawingml/2006/main">
              <a:ext uri="{FF2B5EF4-FFF2-40B4-BE49-F238E27FC236}">
                <a16:creationId xmlns:a16="http://schemas.microsoft.com/office/drawing/2014/main" id="{07266D07-0C1F-4142-AE7B-3DBBA127ED9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2D9679-E75C-4FEE-AAE4-FF36C58538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9777F7-A002-4A70-AC70-124AE1E9804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메시지 한 개를 </a:t>
            </a:r>
            <a:r>
              <a:rPr b="1">
                <a:solidFill>
                  <a:srgbClr val="002FA7"/>
                </a:solidFill>
              </a:rPr>
              <a:t>한 줄</a:t>
            </a:r>
            <a:r>
              <a:t>로 보냅니다.</a:t>
            </a:r>
          </a:p>
        </p:txBody>
      </p:sp>
      <p:sp>
        <p:nvSpPr>
          <p:cNvPr id="8" name="">
            <a:extLst xmlns:a="http://schemas.openxmlformats.org/drawingml/2006/main">
              <a:ext uri="{FF2B5EF4-FFF2-40B4-BE49-F238E27FC236}">
                <a16:creationId xmlns:a16="http://schemas.microsoft.com/office/drawing/2014/main" id="{EB141EAE-8CBF-484D-BC5B-DF21953A16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399ACB-D753-4201-82BA-A8FF5E49F0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828DA92B-CF8A-40A0-B834-470FA0913A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260635497"/>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3FBE31-7028-480B-9B4F-491317F81A9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7927EDAB-EE1A-4746-9771-7D8C2316CB9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초기화 알림</a:t>
            </a:r>
          </a:p>
        </p:txBody>
      </p:sp>
      <p:sp>
        <p:nvSpPr>
          <p:cNvPr id="3" name="">
            <a:extLst xmlns:a="http://schemas.openxmlformats.org/drawingml/2006/main">
              <a:ext uri="{FF2B5EF4-FFF2-40B4-BE49-F238E27FC236}">
                <a16:creationId xmlns:a16="http://schemas.microsoft.com/office/drawing/2014/main" id="{A2676B1D-C2E3-4EA2-9064-D2FAA73D7A6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initialized 알림도 응답을 기다리나요?</a:t>
            </a:r>
          </a:p>
        </p:txBody>
      </p:sp>
      <p:sp>
        <p:nvSpPr>
          <p:cNvPr id="4" name="">
            <a:extLst xmlns:a="http://schemas.openxmlformats.org/drawingml/2006/main">
              <a:ext uri="{FF2B5EF4-FFF2-40B4-BE49-F238E27FC236}">
                <a16:creationId xmlns:a16="http://schemas.microsoft.com/office/drawing/2014/main" id="{6EE06613-9DE9-43C7-A64F-01F94E5678B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965D1F-5F4C-4EE8-AD31-DA16C341ED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02AF6600-26DF-4623-999A-8CA3862E42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862976729"/>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C5EB88-4FD4-4772-A34A-A724662A32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58A30E8-4C9F-4749-AF82-A909368FFF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STDIO 도구 호출</a:t>
            </a:r>
          </a:p>
        </p:txBody>
      </p:sp>
      <p:sp>
        <p:nvSpPr>
          <p:cNvPr id="3" name="">
            <a:extLst xmlns:a="http://schemas.openxmlformats.org/drawingml/2006/main">
              <a:ext uri="{FF2B5EF4-FFF2-40B4-BE49-F238E27FC236}">
                <a16:creationId xmlns:a16="http://schemas.microsoft.com/office/drawing/2014/main" id="{48449D82-BB1C-44F7-8355-7DFD549FB4B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21B4424-1626-45F6-870E-88A2F735D55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제공 클라이언트가 </a:t>
            </a:r>
            <a:r>
              <a:rPr b="1">
                <a:solidFill>
                  <a:srgbClr val="002FA7"/>
                </a:solidFill>
              </a:rPr>
              <a:t>로컬 서버</a:t>
            </a:r>
            <a:r>
              <a:t>를 실행합니다.</a:t>
            </a:r>
          </a:p>
        </p:txBody>
      </p:sp>
      <p:sp>
        <p:nvSpPr>
          <p:cNvPr id="5" name="">
            <a:extLst xmlns:a="http://schemas.openxmlformats.org/drawingml/2006/main">
              <a:ext uri="{FF2B5EF4-FFF2-40B4-BE49-F238E27FC236}">
                <a16:creationId xmlns:a16="http://schemas.microsoft.com/office/drawing/2014/main" id="{60959B31-31C6-4B99-92C5-DF70ADAEE2B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D38241-F4A6-4C75-B528-13647233AB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5A8016E-32C0-4F05-9295-9CAC6046CA3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S01·S02·S99</a:t>
            </a:r>
            <a:r>
              <a:t>의 응답을 비교합니다.</a:t>
            </a:r>
          </a:p>
        </p:txBody>
      </p:sp>
      <p:sp>
        <p:nvSpPr>
          <p:cNvPr id="8" name="">
            <a:extLst xmlns:a="http://schemas.openxmlformats.org/drawingml/2006/main">
              <a:ext uri="{FF2B5EF4-FFF2-40B4-BE49-F238E27FC236}">
                <a16:creationId xmlns:a16="http://schemas.microsoft.com/office/drawing/2014/main" id="{1036D807-3DCE-4F63-A6BD-9177813E43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62624F-8097-4887-BF43-34F2D4AB2B4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62F1060C-430E-431C-978C-5CBE258DAF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265309820"/>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64634D-C337-4084-A227-A039470EBED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CAFFAAA-C0AD-406B-8969-0C1B57715F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STDIO 도구 호출의 예</a:t>
            </a:r>
          </a:p>
        </p:txBody>
      </p:sp>
      <p:sp>
        <p:nvSpPr>
          <p:cNvPr id="3" name="">
            <a:extLst xmlns:a="http://schemas.openxmlformats.org/drawingml/2006/main">
              <a:ext uri="{FF2B5EF4-FFF2-40B4-BE49-F238E27FC236}">
                <a16:creationId xmlns:a16="http://schemas.microsoft.com/office/drawing/2014/main" id="{F1AA83FC-AB17-44D7-BC88-E6963B383C5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course. 외부 API 호출은 없습니다.</a:t>
            </a:r>
          </a:p>
        </p:txBody>
      </p:sp>
      <p:sp>
        <p:nvSpPr>
          <p:cNvPr id="4" name="">
            <a:extLst xmlns:a="http://schemas.openxmlformats.org/drawingml/2006/main">
              <a:ext uri="{FF2B5EF4-FFF2-40B4-BE49-F238E27FC236}">
                <a16:creationId xmlns:a16="http://schemas.microsoft.com/office/drawing/2014/main" id="{95200071-AF19-460E-8C9A-7BAF3D9841CE}"/>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AA05D1-748B-407E-A1CE-B54F23C9549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AD875250-889B-473C-91D7-6927583D7CE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-X utf8 code/mcp_client.py</a:t>
            </a:r>
          </a:p>
        </p:txBody>
      </p:sp>
      <p:sp>
        <p:nvSpPr>
          <p:cNvPr id="7" name="">
            <a:extLst xmlns:a="http://schemas.openxmlformats.org/drawingml/2006/main">
              <a:ext uri="{FF2B5EF4-FFF2-40B4-BE49-F238E27FC236}">
                <a16:creationId xmlns:a16="http://schemas.microsoft.com/office/drawing/2014/main" id="{CE15DBC6-2DB8-433F-9D9D-01BAABCE72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B1D0593-ACBE-464F-AB5F-3402ACBD8F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03D4B79-E5C6-45E5-9446-A747B62A2C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610928777"/>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3091566-AFC5-490D-AF15-C985C7E9F4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03890E2-6457-4B16-A5D2-B996C3B2CE1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STDIO 도구 호출의 줄 읽기</a:t>
            </a:r>
          </a:p>
        </p:txBody>
      </p:sp>
      <p:sp>
        <p:nvSpPr>
          <p:cNvPr id="3" name="">
            <a:extLst xmlns:a="http://schemas.openxmlformats.org/drawingml/2006/main">
              <a:ext uri="{FF2B5EF4-FFF2-40B4-BE49-F238E27FC236}">
                <a16:creationId xmlns:a16="http://schemas.microsoft.com/office/drawing/2014/main" id="{EEFED4CF-4CB7-4BB3-9D8D-C500AEE0E71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B84643C-F7AF-484F-82AC-CB8F6A30DD2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요소·속성·값의 이름을 연결합니다.</a:t>
            </a:r>
          </a:p>
        </p:txBody>
      </p:sp>
      <p:sp>
        <p:nvSpPr>
          <p:cNvPr id="5" name="">
            <a:extLst xmlns:a="http://schemas.openxmlformats.org/drawingml/2006/main">
              <a:ext uri="{FF2B5EF4-FFF2-40B4-BE49-F238E27FC236}">
                <a16:creationId xmlns:a16="http://schemas.microsoft.com/office/drawing/2014/main" id="{B0C9D9A6-002B-488D-AA9A-104090F9058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46FD7C-3668-4B44-ABFE-5E0826F40A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0B8F554-AEE8-43CD-AF79-8D78EFA4582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사건 때 실행할 문장 범위를 읽습니다.</a:t>
            </a:r>
          </a:p>
        </p:txBody>
      </p:sp>
      <p:sp>
        <p:nvSpPr>
          <p:cNvPr id="8" name="">
            <a:extLst xmlns:a="http://schemas.openxmlformats.org/drawingml/2006/main">
              <a:ext uri="{FF2B5EF4-FFF2-40B4-BE49-F238E27FC236}">
                <a16:creationId xmlns:a16="http://schemas.microsoft.com/office/drawing/2014/main" id="{D6397FAC-8DBD-4641-BA8B-94CC7E9BD7A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505F8C-1614-4BF0-BE65-914DAF77337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889A74F-EE37-4736-BA02-59D93A70C10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소스와 발췌 코드를 구별합니다.</a:t>
            </a:r>
          </a:p>
        </p:txBody>
      </p:sp>
      <p:sp>
        <p:nvSpPr>
          <p:cNvPr id="11" name="">
            <a:extLst xmlns:a="http://schemas.openxmlformats.org/drawingml/2006/main">
              <a:ext uri="{FF2B5EF4-FFF2-40B4-BE49-F238E27FC236}">
                <a16:creationId xmlns:a16="http://schemas.microsoft.com/office/drawing/2014/main" id="{03C8F75E-E61D-46C1-AACE-B3F4D655A8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30EC40-B52F-4CF9-A3EE-4E166CF71A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75E4E649-7AAD-4697-BDD5-1A2786A9CE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462578784"/>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DB720D-A8EB-4F49-8301-D810EDE236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66CCA76-8E54-4CE7-A121-4704B2EA5A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세 응답의 차이</a:t>
            </a:r>
          </a:p>
        </p:txBody>
      </p:sp>
      <p:sp>
        <p:nvSpPr>
          <p:cNvPr id="3" name="">
            <a:extLst xmlns:a="http://schemas.openxmlformats.org/drawingml/2006/main">
              <a:ext uri="{FF2B5EF4-FFF2-40B4-BE49-F238E27FC236}">
                <a16:creationId xmlns:a16="http://schemas.microsoft.com/office/drawing/2014/main" id="{8FA78508-2791-411F-BA56-1E33D575ACD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19DF54-150A-43E6-B1A2-77140A8CEC1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S01은 </a:t>
            </a:r>
            <a:r>
              <a:rPr b="1">
                <a:solidFill>
                  <a:srgbClr val="002FA7"/>
                </a:solidFill>
              </a:rPr>
              <a:t>22.5</a:t>
            </a:r>
            <a:r>
              <a:t>, S02는 미측정 </a:t>
            </a:r>
            <a:r>
              <a:rPr b="1">
                <a:solidFill>
                  <a:srgbClr val="002FA7"/>
                </a:solidFill>
              </a:rPr>
              <a:t>null</a:t>
            </a:r>
            <a:r>
              <a:t>입니다.</a:t>
            </a:r>
          </a:p>
        </p:txBody>
      </p:sp>
      <p:sp>
        <p:nvSpPr>
          <p:cNvPr id="5" name="">
            <a:extLst xmlns:a="http://schemas.openxmlformats.org/drawingml/2006/main">
              <a:ext uri="{FF2B5EF4-FFF2-40B4-BE49-F238E27FC236}">
                <a16:creationId xmlns:a16="http://schemas.microsoft.com/office/drawing/2014/main" id="{4A36D114-B998-4A53-84E7-64BAE4D09B7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S99는 Unknown sensor와 </a:t>
            </a:r>
            <a:r>
              <a:rPr b="1">
                <a:solidFill>
                  <a:srgbClr val="002FA7"/>
                </a:solidFill>
              </a:rPr>
              <a:t>isError</a:t>
            </a:r>
            <a:r>
              <a:t>입니다.</a:t>
            </a:r>
          </a:p>
        </p:txBody>
      </p:sp>
      <p:sp>
        <p:nvSpPr>
          <p:cNvPr id="6" name="">
            <a:extLst xmlns:a="http://schemas.openxmlformats.org/drawingml/2006/main">
              <a:ext uri="{FF2B5EF4-FFF2-40B4-BE49-F238E27FC236}">
                <a16:creationId xmlns:a16="http://schemas.microsoft.com/office/drawing/2014/main" id="{7F7A0722-5231-4FFA-B182-2F59206B2C8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E96AEDD-DD62-4D61-AF0F-C98A8703F7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DABE1CB-0B80-4F98-AA6B-26DA225D271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231554660"/>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1D6AB5-C449-4B4F-9B01-92491E14ABF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F2869F3A-3E3D-4B79-BEF2-DEED4125ECC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null과 도구 오류</a:t>
            </a:r>
          </a:p>
        </p:txBody>
      </p:sp>
      <p:sp>
        <p:nvSpPr>
          <p:cNvPr id="3" name="">
            <a:extLst xmlns:a="http://schemas.openxmlformats.org/drawingml/2006/main">
              <a:ext uri="{FF2B5EF4-FFF2-40B4-BE49-F238E27FC236}">
                <a16:creationId xmlns:a16="http://schemas.microsoft.com/office/drawing/2014/main" id="{F4A985E9-D834-4D93-A988-CA464A0A38B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S02의 null과 S99의 오류는 같은가요?</a:t>
            </a:r>
          </a:p>
        </p:txBody>
      </p:sp>
      <p:sp>
        <p:nvSpPr>
          <p:cNvPr id="4" name="">
            <a:extLst xmlns:a="http://schemas.openxmlformats.org/drawingml/2006/main">
              <a:ext uri="{FF2B5EF4-FFF2-40B4-BE49-F238E27FC236}">
                <a16:creationId xmlns:a16="http://schemas.microsoft.com/office/drawing/2014/main" id="{D3CD1B65-67FF-4646-98D9-8CE4C710D4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966D0F-ECCA-4C8C-A188-DA44FA1207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1CD12D41-B25C-43CB-90A6-1056991BCD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1666844393"/>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68706E-14A8-4AAB-930A-10426068514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61240F-5451-4638-8733-DA53E1700110}"/>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D9B79F56-A7D6-40B6-A42B-D2CC1A49928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6998CDA9-D275-41EF-974C-57816C4D468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역할 연결과 검수</a:t>
            </a:r>
          </a:p>
        </p:txBody>
      </p:sp>
      <p:sp>
        <p:nvSpPr>
          <p:cNvPr id="5" name="">
            <a:extLst xmlns:a="http://schemas.openxmlformats.org/drawingml/2006/main">
              <a:ext uri="{FF2B5EF4-FFF2-40B4-BE49-F238E27FC236}">
                <a16:creationId xmlns:a16="http://schemas.microsoft.com/office/drawing/2014/main" id="{4DA42105-DBC9-4B79-86F4-1C8E6AAB603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BC0B10-CBD6-4C54-862E-A8DE26CF6B2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43DD3C75-63F7-4F1F-B213-3D30011F631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7EF97F43-69C4-4C3C-9646-6B79AC32B191}"/>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A5CF009D-5D71-4CC9-9109-825D8D4C90D0}"/>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E46C551C-A37F-42E1-B19B-3FBB9C5C32D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30531660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EF3A603-F38B-4810-AE30-18444F4BB3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353BAED-4141-4B5A-BF09-BC302D5506A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자료와 작업 지시의 경계</a:t>
            </a:r>
          </a:p>
        </p:txBody>
      </p:sp>
      <p:sp>
        <p:nvSpPr>
          <p:cNvPr id="3" name="">
            <a:extLst xmlns:a="http://schemas.openxmlformats.org/drawingml/2006/main">
              <a:ext uri="{FF2B5EF4-FFF2-40B4-BE49-F238E27FC236}">
                <a16:creationId xmlns:a16="http://schemas.microsoft.com/office/drawing/2014/main" id="{1AF914FF-D0E4-40A8-A5D7-5E100AC21E1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새 권한을 주지 않습니다</a:t>
            </a:r>
          </a:p>
        </p:txBody>
      </p:sp>
      <p:sp>
        <p:nvSpPr>
          <p:cNvPr id="4" name="">
            <a:extLst xmlns:a="http://schemas.openxmlformats.org/drawingml/2006/main">
              <a:ext uri="{FF2B5EF4-FFF2-40B4-BE49-F238E27FC236}">
                <a16:creationId xmlns:a16="http://schemas.microsoft.com/office/drawing/2014/main" id="{F60C5F3E-A247-4423-9EA9-D926B296844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CF6B77-0B09-4420-B8D3-88B570609B4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도구 응답은 화면 상태와 다릅니다.</a:t>
            </a:r>
          </a:p>
        </p:txBody>
      </p:sp>
      <p:sp>
        <p:nvSpPr>
          <p:cNvPr id="6" name="">
            <a:extLst xmlns:a="http://schemas.openxmlformats.org/drawingml/2006/main">
              <a:ext uri="{FF2B5EF4-FFF2-40B4-BE49-F238E27FC236}">
                <a16:creationId xmlns:a16="http://schemas.microsoft.com/office/drawing/2014/main" id="{59C1D084-9E33-496E-90FB-9A8FDBAC2C5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자료 안 지시가 </a:t>
            </a:r>
            <a:r>
              <a:rPr b="1">
                <a:solidFill>
                  <a:srgbClr val="002FA7"/>
                </a:solidFill>
              </a:rPr>
              <a:t>새 권한을 주지 않습니다</a:t>
            </a:r>
            <a:r>
              <a:t>.</a:t>
            </a:r>
          </a:p>
        </p:txBody>
      </p:sp>
      <p:sp>
        <p:nvSpPr>
          <p:cNvPr id="7" name="">
            <a:extLst xmlns:a="http://schemas.openxmlformats.org/drawingml/2006/main">
              <a:ext uri="{FF2B5EF4-FFF2-40B4-BE49-F238E27FC236}">
                <a16:creationId xmlns:a16="http://schemas.microsoft.com/office/drawing/2014/main" id="{9EECE4FD-3FAB-4C87-8D0C-97982D6607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C8F600-D8B5-4102-B71D-B79EC41ED0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67661D60-34E3-482A-9865-BAADF8D21E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69318134"/>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4D6AB8-CDBF-4449-B028-58CFE79BE4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2EE4967-3F27-4F19-A996-E869F64024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응답과 화면 사이</a:t>
            </a:r>
          </a:p>
        </p:txBody>
      </p:sp>
      <p:sp>
        <p:nvSpPr>
          <p:cNvPr id="3" name="">
            <a:extLst xmlns:a="http://schemas.openxmlformats.org/drawingml/2006/main">
              <a:ext uri="{FF2B5EF4-FFF2-40B4-BE49-F238E27FC236}">
                <a16:creationId xmlns:a16="http://schemas.microsoft.com/office/drawing/2014/main" id="{8DD2A8E3-9A76-46D3-97E0-33746E5FF78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C3F5073-D5D1-47C9-B77D-E4BCFA48B73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응답 해석</a:t>
            </a:r>
            <a:r>
              <a:t>과 유효값 확인이 필요합니다.</a:t>
            </a:r>
          </a:p>
        </p:txBody>
      </p:sp>
      <p:sp>
        <p:nvSpPr>
          <p:cNvPr id="5" name="">
            <a:extLst xmlns:a="http://schemas.openxmlformats.org/drawingml/2006/main">
              <a:ext uri="{FF2B5EF4-FFF2-40B4-BE49-F238E27FC236}">
                <a16:creationId xmlns:a16="http://schemas.microsoft.com/office/drawing/2014/main" id="{C0833E81-7229-4A64-BE19-E9A10206246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17CFC8-E4E2-4CA7-8891-18989D93DDA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24A1051-24CC-4061-9C81-611B0E849D0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화면 state</a:t>
            </a:r>
            <a:r>
              <a:t>에 전달할 연결도 필요합니다.</a:t>
            </a:r>
          </a:p>
        </p:txBody>
      </p:sp>
      <p:sp>
        <p:nvSpPr>
          <p:cNvPr id="8" name="">
            <a:extLst xmlns:a="http://schemas.openxmlformats.org/drawingml/2006/main">
              <a:ext uri="{FF2B5EF4-FFF2-40B4-BE49-F238E27FC236}">
                <a16:creationId xmlns:a16="http://schemas.microsoft.com/office/drawing/2014/main" id="{AEC33189-9ECF-4846-9A37-6A3AB18D53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50EE8E-E867-42CD-81E6-4C0B713540B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B31B86CE-6EE3-4A17-B81D-51449195A3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864782934"/>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CDB610-55AC-4515-BDFB-DE72C30FB5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2F4F95D-434A-4B4C-AA6D-CF113A93B4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응답과 화면 사이의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156174"/>
                <a:gridCol w="3816626"/>
              </a:tblGrid>
              <a:tr h="733425">
                <a:tc>
                  <a:txBody>
                    <a:bodyPr wrap="square"/>
                    <a:lstStyle/>
                    <a:p>
                      <a:pPr>
                        <a:lnSpc>
                          <a:spcPct val="94000"/>
                        </a:lnSpc>
                        <a:buNone/>
                      </a:pPr>
                      <a:r>
                        <a:rPr sz="2100" b="1">
                          <a:solidFill>
                            <a:srgbClr val="FFFFFF"/>
                          </a:solidFill>
                          <a:latin typeface="Noto Sans KR"/>
                          <a:ea typeface="Noto Sans KR"/>
                          <a:cs typeface="Noto Sans KR"/>
                        </a:rPr>
                        <a:t>응답</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표시 결정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숫자 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 ℃</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isError=true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조회 실패</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A2B1F9DC-5D53-4C66-B388-D5914BC4C15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판단 표와 실제 연결 구현을 구별합니다.</a:t>
            </a:r>
          </a:p>
        </p:txBody>
      </p:sp>
      <p:sp>
        <p:nvSpPr>
          <p:cNvPr id="5" name="">
            <a:extLst xmlns:a="http://schemas.openxmlformats.org/drawingml/2006/main">
              <a:ext uri="{FF2B5EF4-FFF2-40B4-BE49-F238E27FC236}">
                <a16:creationId xmlns:a16="http://schemas.microsoft.com/office/drawing/2014/main" id="{9C9CBC05-A0FC-4C97-8F90-988C69B552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3E9364-1EA1-4534-9C91-9A0D91F550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B3296D50-C505-49D7-88B3-C027FF918A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1270575587"/>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F7C3C8-2CE6-45DE-90B9-920CF1F6635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8ADE600-3ABB-4940-A5DE-553E31F68B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자동 연결의 경계</a:t>
            </a:r>
          </a:p>
        </p:txBody>
      </p:sp>
      <p:sp>
        <p:nvSpPr>
          <p:cNvPr id="3" name="">
            <a:extLst xmlns:a="http://schemas.openxmlformats.org/drawingml/2006/main">
              <a:ext uri="{FF2B5EF4-FFF2-40B4-BE49-F238E27FC236}">
                <a16:creationId xmlns:a16="http://schemas.microsoft.com/office/drawing/2014/main" id="{506D9C48-AED7-455F-AC76-BD631569C9D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229E31-F0A2-4E93-BC20-C6707889551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현재 React는 </a:t>
            </a:r>
            <a:r>
              <a:rPr b="1">
                <a:solidFill>
                  <a:srgbClr val="002FA7"/>
                </a:solidFill>
              </a:rPr>
              <a:t>data.js</a:t>
            </a:r>
            <a:r>
              <a:t>를 읽습니다.</a:t>
            </a:r>
          </a:p>
        </p:txBody>
      </p:sp>
      <p:sp>
        <p:nvSpPr>
          <p:cNvPr id="5" name="">
            <a:extLst xmlns:a="http://schemas.openxmlformats.org/drawingml/2006/main">
              <a:ext uri="{FF2B5EF4-FFF2-40B4-BE49-F238E27FC236}">
                <a16:creationId xmlns:a16="http://schemas.microsoft.com/office/drawing/2014/main" id="{BE6B9059-2E82-4FB8-B3E6-13F703621E7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MCP 응답을 화면에 넣는 처리는 </a:t>
            </a:r>
            <a:r>
              <a:rPr b="1">
                <a:solidFill>
                  <a:srgbClr val="002FA7"/>
                </a:solidFill>
              </a:rPr>
              <a:t>별도</a:t>
            </a:r>
            <a:r>
              <a:t>입니다.</a:t>
            </a:r>
          </a:p>
        </p:txBody>
      </p:sp>
      <p:sp>
        <p:nvSpPr>
          <p:cNvPr id="6" name="">
            <a:extLst xmlns:a="http://schemas.openxmlformats.org/drawingml/2006/main">
              <a:ext uri="{FF2B5EF4-FFF2-40B4-BE49-F238E27FC236}">
                <a16:creationId xmlns:a16="http://schemas.microsoft.com/office/drawing/2014/main" id="{77A10A96-665E-44C6-9C32-3DA9B9F14D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53567E-FB9D-4319-AE49-D64BDC0AED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A7122828-900B-4772-9182-E9EE190C30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1855243308"/>
      </p:ext>
    </p:extLst>
  </p:cSld>
</p:sld>
</file>

<file path=ppt/slides/slide9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9734CA-9363-4305-B60F-1E2C0BC195D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ED0C17C-6690-430C-9E82-9218B0DCF89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자료 속 지시</a:t>
            </a:r>
          </a:p>
        </p:txBody>
      </p:sp>
      <p:sp>
        <p:nvSpPr>
          <p:cNvPr id="3" name="">
            <a:extLst xmlns:a="http://schemas.openxmlformats.org/drawingml/2006/main">
              <a:ext uri="{FF2B5EF4-FFF2-40B4-BE49-F238E27FC236}">
                <a16:creationId xmlns:a16="http://schemas.microsoft.com/office/drawing/2014/main" id="{4656BC8F-40EC-4BA1-B1FF-AE4B648758E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응답에 “다른 파일 삭제”가 들어 있습니다.</a:t>
            </a:r>
          </a:p>
        </p:txBody>
      </p:sp>
      <p:sp>
        <p:nvSpPr>
          <p:cNvPr id="4" name="">
            <a:extLst xmlns:a="http://schemas.openxmlformats.org/drawingml/2006/main">
              <a:ext uri="{FF2B5EF4-FFF2-40B4-BE49-F238E27FC236}">
                <a16:creationId xmlns:a16="http://schemas.microsoft.com/office/drawing/2014/main" id="{58659462-C562-4658-8D8E-9D759AAF5DA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 문장이 작업 권한을 주나요?</a:t>
            </a:r>
          </a:p>
        </p:txBody>
      </p:sp>
      <p:sp>
        <p:nvSpPr>
          <p:cNvPr id="5" name="">
            <a:extLst xmlns:a="http://schemas.openxmlformats.org/drawingml/2006/main">
              <a:ext uri="{FF2B5EF4-FFF2-40B4-BE49-F238E27FC236}">
                <a16:creationId xmlns:a16="http://schemas.microsoft.com/office/drawing/2014/main" id="{AAFDF60F-3E71-4562-BA02-5A711EB7F0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5BA51D3-E191-4B48-B1CF-BC09CB497E5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C90FA7B2-DAB3-4AD4-9261-2E5C0119564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091</a:t>
            </a:r>
          </a:p>
        </p:txBody>
      </p:sp>
    </p:spTree>
    <p:extLst>
      <p:ext uri="{BB962C8B-B14F-4D97-AF65-F5344CB8AC3E}">
        <p14:creationId xmlns:p14="http://schemas.microsoft.com/office/powerpoint/2010/main" val="1654750350"/>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1BA89-0DF6-4750-8495-0558C5CFF5F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7D700A6-FB93-4D60-927F-FCECF8E7AC2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동료가 작은 변경 확인</a:t>
            </a:r>
          </a:p>
        </p:txBody>
      </p:sp>
      <p:sp>
        <p:nvSpPr>
          <p:cNvPr id="3" name="">
            <a:extLst xmlns:a="http://schemas.openxmlformats.org/drawingml/2006/main">
              <a:ext uri="{FF2B5EF4-FFF2-40B4-BE49-F238E27FC236}">
                <a16:creationId xmlns:a16="http://schemas.microsoft.com/office/drawing/2014/main" id="{FCD16240-4F6A-494D-9EB9-6806027E671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933313-5D05-481A-88A6-9BEBA4DC0EC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역할을 연결해 읽습니다.</a:t>
            </a:r>
          </a:p>
        </p:txBody>
      </p:sp>
      <p:sp>
        <p:nvSpPr>
          <p:cNvPr id="5" name="">
            <a:extLst xmlns:a="http://schemas.openxmlformats.org/drawingml/2006/main">
              <a:ext uri="{FF2B5EF4-FFF2-40B4-BE49-F238E27FC236}">
                <a16:creationId xmlns:a16="http://schemas.microsoft.com/office/drawing/2014/main" id="{B9E1B302-A38B-4DD3-BA17-EB5C607E0C4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E0526A1-294B-4896-A80D-0DDCEA824F6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026A8CE-AD18-40DF-8A40-A60ED552D6C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입력과 행동으로 결과를 확인합니다.</a:t>
            </a:r>
          </a:p>
        </p:txBody>
      </p:sp>
      <p:sp>
        <p:nvSpPr>
          <p:cNvPr id="8" name="">
            <a:extLst xmlns:a="http://schemas.openxmlformats.org/drawingml/2006/main">
              <a:ext uri="{FF2B5EF4-FFF2-40B4-BE49-F238E27FC236}">
                <a16:creationId xmlns:a16="http://schemas.microsoft.com/office/drawing/2014/main" id="{AB74B92F-1FAA-4196-8E08-1E41BF3464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ED5656-CEA0-406C-872A-013723FBD9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EC2440BE-B0B1-489B-A16B-FFAD3CC6C5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071579495"/>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5D4B22-4FD1-4FE2-8910-5B8196E99AB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5B2762B-0C2A-4C5E-A9EE-5EEDE9D379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동료가 작은 변경 확인의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6144768"/>
                <a:gridCol w="4828032"/>
              </a:tblGrid>
              <a:tr h="685800">
                <a:tc>
                  <a:txBody>
                    <a:bodyPr wrap="square"/>
                    <a:lstStyle/>
                    <a:p>
                      <a:pPr>
                        <a:lnSpc>
                          <a:spcPct val="94000"/>
                        </a:lnSpc>
                        <a:buNone/>
                      </a:pPr>
                      <a:r>
                        <a:rPr sz="2100" b="1">
                          <a:solidFill>
                            <a:srgbClr val="FFFFFF"/>
                          </a:solidFill>
                          <a:latin typeface="Noto Sans KR"/>
                          <a:ea typeface="Noto Sans KR"/>
                          <a:cs typeface="Noto Sans KR"/>
                        </a:rPr>
                        <a:t>파일·값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HTML h1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문서 내용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CSS 색</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표시 모양</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React state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현재 화면 값</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MCP 응답</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서버 조회 결과</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4CEF1DA8-DB62-4B6F-954E-17C02AE5CB6B}"/>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한 역할씩 바꾸어 원인을 설명합니다.</a:t>
            </a:r>
          </a:p>
        </p:txBody>
      </p:sp>
      <p:sp>
        <p:nvSpPr>
          <p:cNvPr id="5" name="">
            <a:extLst xmlns:a="http://schemas.openxmlformats.org/drawingml/2006/main">
              <a:ext uri="{FF2B5EF4-FFF2-40B4-BE49-F238E27FC236}">
                <a16:creationId xmlns:a16="http://schemas.microsoft.com/office/drawing/2014/main" id="{51764D73-8FB7-42F9-93A4-1784F5F17A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C94F04D-359C-47D5-BDB1-E6E73A0995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6B8A15F2-E697-43F1-BACC-40C554F181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662108028"/>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E85270-599D-4677-9653-5BD02B0033F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DA724AF-9855-430C-9F93-D161A0E23A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변경의 근거</a:t>
            </a:r>
          </a:p>
        </p:txBody>
      </p:sp>
      <p:sp>
        <p:nvSpPr>
          <p:cNvPr id="3" name="">
            <a:extLst xmlns:a="http://schemas.openxmlformats.org/drawingml/2006/main">
              <a:ext uri="{FF2B5EF4-FFF2-40B4-BE49-F238E27FC236}">
                <a16:creationId xmlns:a16="http://schemas.microsoft.com/office/drawing/2014/main" id="{D28E01D4-8409-4CD0-B53C-C0B95F49F16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AAA8226-06FA-4E1B-81A2-D2039637D55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동료 코드를 먼저 덮어쓰지 않습니다.</a:t>
            </a:r>
          </a:p>
        </p:txBody>
      </p:sp>
      <p:sp>
        <p:nvSpPr>
          <p:cNvPr id="5" name="">
            <a:extLst xmlns:a="http://schemas.openxmlformats.org/drawingml/2006/main">
              <a:ext uri="{FF2B5EF4-FFF2-40B4-BE49-F238E27FC236}">
                <a16:creationId xmlns:a16="http://schemas.microsoft.com/office/drawing/2014/main" id="{2A800661-D16C-4E25-843A-9ED958E0F80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B667ACE-B66D-42E6-A44F-BC9D3020C63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ED828A7-787F-4830-BD54-034746B8FD7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경로·기대·실제</a:t>
            </a:r>
            <a:r>
              <a:t>를 묶어 제안합니다.</a:t>
            </a:r>
          </a:p>
        </p:txBody>
      </p:sp>
      <p:sp>
        <p:nvSpPr>
          <p:cNvPr id="8" name="">
            <a:extLst xmlns:a="http://schemas.openxmlformats.org/drawingml/2006/main">
              <a:ext uri="{FF2B5EF4-FFF2-40B4-BE49-F238E27FC236}">
                <a16:creationId xmlns:a16="http://schemas.microsoft.com/office/drawing/2014/main" id="{EE0AFEFE-AE8A-43F3-B632-78EC325AF59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65F16D-0508-4AAA-A132-07BC11B990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BD66977B-452B-41A8-9DFB-527A7C7717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535003782"/>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D0C5AC-1E0A-4469-B623-F85CD55225C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0743DFD-1E06-48A6-A9C1-1E9F1E74FA5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화면의 다른 역할</a:t>
            </a:r>
          </a:p>
        </p:txBody>
      </p:sp>
      <p:sp>
        <p:nvSpPr>
          <p:cNvPr id="3" name="">
            <a:extLst xmlns:a="http://schemas.openxmlformats.org/drawingml/2006/main">
              <a:ext uri="{FF2B5EF4-FFF2-40B4-BE49-F238E27FC236}">
                <a16:creationId xmlns:a16="http://schemas.microsoft.com/office/drawing/2014/main" id="{06C72AA0-A84C-4A78-A80C-27DC2B2122A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색·온도·응답은 각각 무엇을 바꾸나요?</a:t>
            </a:r>
          </a:p>
        </p:txBody>
      </p:sp>
      <p:sp>
        <p:nvSpPr>
          <p:cNvPr id="4" name="">
            <a:extLst xmlns:a="http://schemas.openxmlformats.org/drawingml/2006/main">
              <a:ext uri="{FF2B5EF4-FFF2-40B4-BE49-F238E27FC236}">
                <a16:creationId xmlns:a16="http://schemas.microsoft.com/office/drawing/2014/main" id="{62CC4FC5-0F07-46C8-BDED-D830CBF711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6E362E-1868-4550-8E3F-DCE1D0A5BF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291B44E8-5456-477D-B8C3-E5010C8FBF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2111369729"/>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6BCE7A-66E7-4FE2-9C5B-EB224E9FB3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F9B09D7-7776-479B-AF25-47CE08C9C2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결과와 다음 확인</a:t>
            </a:r>
          </a:p>
        </p:txBody>
      </p:sp>
      <p:sp>
        <p:nvSpPr>
          <p:cNvPr id="3" name="">
            <a:extLst xmlns:a="http://schemas.openxmlformats.org/drawingml/2006/main">
              <a:ext uri="{FF2B5EF4-FFF2-40B4-BE49-F238E27FC236}">
                <a16:creationId xmlns:a16="http://schemas.microsoft.com/office/drawing/2014/main" id="{66A8158B-34EA-4FE5-93B6-881F522A1BE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905B01-DD6E-4EA3-9F5A-E8A3B2A2B8D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파일·명령·출력·화면</a:t>
            </a:r>
            <a:r>
              <a:t>을 연결해 보고합니다.</a:t>
            </a:r>
          </a:p>
        </p:txBody>
      </p:sp>
      <p:sp>
        <p:nvSpPr>
          <p:cNvPr id="5" name="">
            <a:extLst xmlns:a="http://schemas.openxmlformats.org/drawingml/2006/main">
              <a:ext uri="{FF2B5EF4-FFF2-40B4-BE49-F238E27FC236}">
                <a16:creationId xmlns:a16="http://schemas.microsoft.com/office/drawing/2014/main" id="{937E03C1-FD4D-41E3-B2D9-552EBDA031C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장비와 호스트 연결은 따로 확인합니다.</a:t>
            </a:r>
          </a:p>
        </p:txBody>
      </p:sp>
      <p:sp>
        <p:nvSpPr>
          <p:cNvPr id="6" name="">
            <a:extLst xmlns:a="http://schemas.openxmlformats.org/drawingml/2006/main">
              <a:ext uri="{FF2B5EF4-FFF2-40B4-BE49-F238E27FC236}">
                <a16:creationId xmlns:a16="http://schemas.microsoft.com/office/drawing/2014/main" id="{389FD302-EEAE-4C6D-8311-0AF126B4C4A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FD816F0-B738-4760-9B9F-C65D621CB4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4B1C4D58-40AC-4BCC-9386-6883EC782A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747926291"/>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B3A711-2112-468E-ADC5-7F0DA1A446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A279E34-D3DF-48BB-9408-31460F737D5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결과와 다음 확인의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908431"/>
                <a:gridCol w="5064369"/>
              </a:tblGrid>
              <a:tr h="733425">
                <a:tc>
                  <a:txBody>
                    <a:bodyPr wrap="square"/>
                    <a:lstStyle/>
                    <a:p>
                      <a:pPr>
                        <a:lnSpc>
                          <a:spcPct val="94000"/>
                        </a:lnSpc>
                        <a:buNone/>
                      </a:pPr>
                      <a:r>
                        <a:rPr sz="2100" b="1">
                          <a:solidFill>
                            <a:srgbClr val="FFFFFF"/>
                          </a:solidFill>
                          <a:latin typeface="Noto Sans KR"/>
                          <a:ea typeface="Noto Sans KR"/>
                          <a:cs typeface="Noto Sans KR"/>
                        </a:rPr>
                        <a:t>현재 확인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미확인</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제공 React 번들</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전체 빌드 환경</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로컬 STDIO</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AI 호스트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가상 데이터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실물 센서</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E2A90F28-D450-46DC-9F17-B010B41F068B}"/>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실행과 시연 관찰을 구별합니다.</a:t>
            </a:r>
          </a:p>
        </p:txBody>
      </p:sp>
      <p:sp>
        <p:nvSpPr>
          <p:cNvPr id="5" name="">
            <a:extLst xmlns:a="http://schemas.openxmlformats.org/drawingml/2006/main">
              <a:ext uri="{FF2B5EF4-FFF2-40B4-BE49-F238E27FC236}">
                <a16:creationId xmlns:a16="http://schemas.microsoft.com/office/drawing/2014/main" id="{728FBBEF-DD0D-408A-9223-5C322699EA4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DAE613-F5B6-44D7-B72B-167B03EA58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7C956439-1C2F-4B01-86FB-3CAB36D86F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1201073316"/>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63FE11-BCFB-4727-B7B3-E9E8BCE01F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B0E918F-93D5-44C0-B422-876252BC20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인수인계 범위</a:t>
            </a:r>
          </a:p>
        </p:txBody>
      </p:sp>
      <p:sp>
        <p:nvSpPr>
          <p:cNvPr id="3" name="">
            <a:extLst xmlns:a="http://schemas.openxmlformats.org/drawingml/2006/main">
              <a:ext uri="{FF2B5EF4-FFF2-40B4-BE49-F238E27FC236}">
                <a16:creationId xmlns:a16="http://schemas.microsoft.com/office/drawing/2014/main" id="{5CB5A26C-ED25-48F3-9D73-EECD4646535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CF5E7F7-6104-45C7-8272-E979FB0BCC1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누가 같은 결과를 재현할지 생각합니다.</a:t>
            </a:r>
          </a:p>
        </p:txBody>
      </p:sp>
      <p:sp>
        <p:nvSpPr>
          <p:cNvPr id="5" name="">
            <a:extLst xmlns:a="http://schemas.openxmlformats.org/drawingml/2006/main">
              <a:ext uri="{FF2B5EF4-FFF2-40B4-BE49-F238E27FC236}">
                <a16:creationId xmlns:a16="http://schemas.microsoft.com/office/drawing/2014/main" id="{66775853-F323-492F-B614-2BED3FD5DC0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837D0B-3098-4F18-B071-1A2AAA8EBF2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2DED862-DDF6-4BDA-AE25-9AA3EF37666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단위·누락·오류와 남은 연결을 적습니다.</a:t>
            </a:r>
          </a:p>
        </p:txBody>
      </p:sp>
      <p:sp>
        <p:nvSpPr>
          <p:cNvPr id="8" name="">
            <a:extLst xmlns:a="http://schemas.openxmlformats.org/drawingml/2006/main">
              <a:ext uri="{FF2B5EF4-FFF2-40B4-BE49-F238E27FC236}">
                <a16:creationId xmlns:a16="http://schemas.microsoft.com/office/drawing/2014/main" id="{351C427E-D266-4050-BD72-C111DBB318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37A620E-B625-4A9C-B0A5-C365ECDC45C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84B52875-C261-4399-B1EF-9E9F80B609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06271059"/>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AABE24-E1FC-440A-8B77-379ABB9930F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117E1B19-18BE-4F50-956C-5121A739366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최소 전달 묶음</a:t>
            </a:r>
          </a:p>
        </p:txBody>
      </p:sp>
      <p:sp>
        <p:nvSpPr>
          <p:cNvPr id="3" name="">
            <a:extLst xmlns:a="http://schemas.openxmlformats.org/drawingml/2006/main">
              <a:ext uri="{FF2B5EF4-FFF2-40B4-BE49-F238E27FC236}">
                <a16:creationId xmlns:a16="http://schemas.microsoft.com/office/drawing/2014/main" id="{4FCBC22F-473A-483F-B4A2-961E9CDB249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동료가 다시 확인하려면 무엇이 필요한가요?</a:t>
            </a:r>
          </a:p>
        </p:txBody>
      </p:sp>
      <p:sp>
        <p:nvSpPr>
          <p:cNvPr id="4" name="">
            <a:extLst xmlns:a="http://schemas.openxmlformats.org/drawingml/2006/main">
              <a:ext uri="{FF2B5EF4-FFF2-40B4-BE49-F238E27FC236}">
                <a16:creationId xmlns:a16="http://schemas.microsoft.com/office/drawing/2014/main" id="{0FDF0B94-3462-4FBD-968D-65FEC247DA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589E9B-8952-47A4-87CB-611C6134C3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B00C2FB0-7238-4CD4-8052-D742E0B176F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00480136"/>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F5D48F-E39D-4C3B-B67E-095399CDF56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E7F8D2AC-445E-4A15-85B8-17589482FFB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E367D744-CC0C-4B95-9E1F-DBFD462CF29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탭·본문 제목·버튼 문구를 바꿉니다.</a:t>
            </a:r>
          </a:p>
        </p:txBody>
      </p:sp>
      <p:sp>
        <p:nvSpPr>
          <p:cNvPr id="4" name="">
            <a:extLst xmlns:a="http://schemas.openxmlformats.org/drawingml/2006/main">
              <a:ext uri="{FF2B5EF4-FFF2-40B4-BE49-F238E27FC236}">
                <a16:creationId xmlns:a16="http://schemas.microsoft.com/office/drawing/2014/main" id="{2EDABF24-6472-41F5-82B8-C132870DA47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내부 id를 유지할 수정 위치를 쓰세요.</a:t>
            </a:r>
          </a:p>
        </p:txBody>
      </p:sp>
      <p:sp>
        <p:nvSpPr>
          <p:cNvPr id="5" name="">
            <a:extLst xmlns:a="http://schemas.openxmlformats.org/drawingml/2006/main">
              <a:ext uri="{FF2B5EF4-FFF2-40B4-BE49-F238E27FC236}">
                <a16:creationId xmlns:a16="http://schemas.microsoft.com/office/drawing/2014/main" id="{E14F81D1-55D4-44FB-BA88-5DCAB5DDBF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BD07AF-86F6-4F0E-9F54-5344A177D1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5EF65182-16C5-4627-8A29-9743CEBFA0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1173995404"/>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F62D1C-FC08-42A6-9AEF-29DC26AB4B1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E08B440D-3750-4C1F-9CC1-2D475CCCF3D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1F25497A-EADC-4731-901D-56FE8F1EB37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글자 주변 공간만 넓히려 합니다.</a:t>
            </a:r>
          </a:p>
        </p:txBody>
      </p:sp>
      <p:sp>
        <p:nvSpPr>
          <p:cNvPr id="4" name="">
            <a:extLst xmlns:a="http://schemas.openxmlformats.org/drawingml/2006/main">
              <a:ext uri="{FF2B5EF4-FFF2-40B4-BE49-F238E27FC236}">
                <a16:creationId xmlns:a16="http://schemas.microsoft.com/office/drawing/2014/main" id="{E5F4DBD2-2F4C-46A6-A549-B0993DE937E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속성과 색 외 상태 문구를 고르세요.</a:t>
            </a:r>
          </a:p>
        </p:txBody>
      </p:sp>
      <p:sp>
        <p:nvSpPr>
          <p:cNvPr id="5" name="">
            <a:extLst xmlns:a="http://schemas.openxmlformats.org/drawingml/2006/main">
              <a:ext uri="{FF2B5EF4-FFF2-40B4-BE49-F238E27FC236}">
                <a16:creationId xmlns:a16="http://schemas.microsoft.com/office/drawing/2014/main" id="{B2270F96-36F6-4BB3-88B4-835B6DC824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E0A3512-409E-4453-84EA-4C4DB6CAD6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D67BF311-4E69-40F7-A029-1932B4D2A65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1127181061"/>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C57458-4AB5-44FA-8DA9-2D142BB5009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0715CA1F-301A-470F-8219-241BEBCD00B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F2F8FE03-00AC-4BF7-9441-43ADCAEF713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HTML은 22.5, 데이터는 26입니다.</a:t>
            </a:r>
          </a:p>
        </p:txBody>
      </p:sp>
      <p:sp>
        <p:nvSpPr>
          <p:cNvPr id="4" name="">
            <a:extLst xmlns:a="http://schemas.openxmlformats.org/drawingml/2006/main">
              <a:ext uri="{FF2B5EF4-FFF2-40B4-BE49-F238E27FC236}">
                <a16:creationId xmlns:a16="http://schemas.microsoft.com/office/drawing/2014/main" id="{7D19613E-23C2-41FA-95F4-5D76EB9D516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열기와 클릭 결과, id 복구를 쓰세요.</a:t>
            </a:r>
          </a:p>
        </p:txBody>
      </p:sp>
      <p:sp>
        <p:nvSpPr>
          <p:cNvPr id="5" name="">
            <a:extLst xmlns:a="http://schemas.openxmlformats.org/drawingml/2006/main">
              <a:ext uri="{FF2B5EF4-FFF2-40B4-BE49-F238E27FC236}">
                <a16:creationId xmlns:a16="http://schemas.microsoft.com/office/drawing/2014/main" id="{FB434699-294B-4BF8-9A5A-273DB34F85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DA9B9E-D6DF-4F17-8F66-D4196FF6F4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2348280B-E053-4585-9A47-2D4450AFC9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762256727"/>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715890-C625-4D00-A381-2066BA40CBC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A26D973D-C391-43C7-92FA-25113F602FE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E9499C95-1B85-48B7-ABCF-919F271C22D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JSX 소스만 바꾸고 번들은 그대로입니다.</a:t>
            </a:r>
          </a:p>
        </p:txBody>
      </p:sp>
      <p:sp>
        <p:nvSpPr>
          <p:cNvPr id="4" name="">
            <a:extLst xmlns:a="http://schemas.openxmlformats.org/drawingml/2006/main">
              <a:ext uri="{FF2B5EF4-FFF2-40B4-BE49-F238E27FC236}">
                <a16:creationId xmlns:a16="http://schemas.microsoft.com/office/drawing/2014/main" id="{BA47EDF7-EDA8-423C-B2DA-F56097F04C9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화면 반영과 상태 초기화를 설명하세요.</a:t>
            </a:r>
          </a:p>
        </p:txBody>
      </p:sp>
      <p:sp>
        <p:nvSpPr>
          <p:cNvPr id="5" name="">
            <a:extLst xmlns:a="http://schemas.openxmlformats.org/drawingml/2006/main">
              <a:ext uri="{FF2B5EF4-FFF2-40B4-BE49-F238E27FC236}">
                <a16:creationId xmlns:a16="http://schemas.microsoft.com/office/drawing/2014/main" id="{9B7C0764-4BB6-47C4-874E-85FE513DE2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A1BDC1A-8BB3-4685-BE7F-F6109AD6D3A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AF5FBDBD-F0C8-41E3-9467-822AFB6EDC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372733680"/>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6D7D47-9B97-472F-998D-FB2CF6AC68A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6E6070C7-66EF-4863-B7F8-42B89B11D7A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6318DFE5-6563-4210-A8F9-3CEB30C59B0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문서·데이터 파일·MCP의 출처를 비교하세요.</a:t>
            </a:r>
          </a:p>
        </p:txBody>
      </p:sp>
      <p:sp>
        <p:nvSpPr>
          <p:cNvPr id="4" name="">
            <a:extLst xmlns:a="http://schemas.openxmlformats.org/drawingml/2006/main">
              <a:ext uri="{FF2B5EF4-FFF2-40B4-BE49-F238E27FC236}">
                <a16:creationId xmlns:a16="http://schemas.microsoft.com/office/drawing/2014/main" id="{F7746AB3-BD6F-47C7-BB22-BBA957AC240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조회에 필요한 권한도 판단하세요.</a:t>
            </a:r>
          </a:p>
        </p:txBody>
      </p:sp>
      <p:sp>
        <p:nvSpPr>
          <p:cNvPr id="5" name="">
            <a:extLst xmlns:a="http://schemas.openxmlformats.org/drawingml/2006/main">
              <a:ext uri="{FF2B5EF4-FFF2-40B4-BE49-F238E27FC236}">
                <a16:creationId xmlns:a16="http://schemas.microsoft.com/office/drawing/2014/main" id="{DF8B07F9-0EBB-4292-8597-FDAB4F2EC4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486EE1-35E2-4DC7-8FF4-833DDF1267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45BE6D9D-56C1-4A87-B537-65E3E37421A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7112310"/>
      </p:ext>
    </p:extLst>
  </p:cSld>
</p:sld>
</file>

<file path=ppt/slides/slide10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01FC52-E761-4B4E-9D26-0A1D724874E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B15A060-50C9-4766-B580-954C87F1A03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E64420A0-30F5-4943-9218-C90E2670543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0·null·isError 응답을 표시로 바꾸세요.</a:t>
            </a:r>
          </a:p>
        </p:txBody>
      </p:sp>
      <p:sp>
        <p:nvSpPr>
          <p:cNvPr id="4" name="">
            <a:extLst xmlns:a="http://schemas.openxmlformats.org/drawingml/2006/main">
              <a:ext uri="{FF2B5EF4-FFF2-40B4-BE49-F238E27FC236}">
                <a16:creationId xmlns:a16="http://schemas.microsoft.com/office/drawing/2014/main" id="{1C22B4E5-4C3F-4008-A0A0-A8E56457DC5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응답과 화면 사이 처리를 설명하세요.</a:t>
            </a:r>
          </a:p>
        </p:txBody>
      </p:sp>
      <p:sp>
        <p:nvSpPr>
          <p:cNvPr id="5" name="">
            <a:extLst xmlns:a="http://schemas.openxmlformats.org/drawingml/2006/main">
              <a:ext uri="{FF2B5EF4-FFF2-40B4-BE49-F238E27FC236}">
                <a16:creationId xmlns:a16="http://schemas.microsoft.com/office/drawing/2014/main" id="{1FE74D75-2CD3-400E-9B38-D84B050E86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D476920-2546-487D-9645-CDA7091251D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28172495-BEA8-4FF3-8FE7-E077FF319A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105</a:t>
            </a:r>
          </a:p>
        </p:txBody>
      </p:sp>
    </p:spTree>
    <p:extLst>
      <p:ext uri="{BB962C8B-B14F-4D97-AF65-F5344CB8AC3E}">
        <p14:creationId xmlns:p14="http://schemas.microsoft.com/office/powerpoint/2010/main" val="836453966"/>
      </p:ext>
    </p:extLst>
  </p:cSld>
</p:sld>
</file>

<file path=ppt/slides/slide10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E8D4C6C-4122-4E16-BE0C-9CC22AB1EBA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D41F92C-BB6F-4676-9215-E334F6A51E5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확인한 증거</a:t>
            </a:r>
          </a:p>
        </p:txBody>
      </p:sp>
      <p:sp>
        <p:nvSpPr>
          <p:cNvPr id="3" name="">
            <a:extLst xmlns:a="http://schemas.openxmlformats.org/drawingml/2006/main">
              <a:ext uri="{FF2B5EF4-FFF2-40B4-BE49-F238E27FC236}">
                <a16:creationId xmlns:a16="http://schemas.microsoft.com/office/drawing/2014/main" id="{6625A7F4-D23F-49B4-A69E-F8ED9F83D37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061DD08-0422-4682-8EAC-91743E7B4AA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2EE8299F-CE0C-406D-85C5-ABDD0001385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0EAE5BD-E947-4DAE-BA61-BF51A7B8B26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FCBBF93-CC22-446F-A4A9-7713CA1CF6F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입력·예상·실제 결과를 연결합니다.</a:t>
            </a:r>
          </a:p>
        </p:txBody>
      </p:sp>
      <p:sp>
        <p:nvSpPr>
          <p:cNvPr id="8" name="">
            <a:extLst xmlns:a="http://schemas.openxmlformats.org/drawingml/2006/main">
              <a:ext uri="{FF2B5EF4-FFF2-40B4-BE49-F238E27FC236}">
                <a16:creationId xmlns:a16="http://schemas.microsoft.com/office/drawing/2014/main" id="{C39F4D46-25C5-4C16-9DE8-C88FA95D8E2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78EDCC1-4836-4931-8C69-0FBBEDECAF7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99CC988-9D28-4DAB-BD1F-B30518B9476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실행과 관찰 방식을 구별합니다.</a:t>
            </a:r>
          </a:p>
        </p:txBody>
      </p:sp>
      <p:sp>
        <p:nvSpPr>
          <p:cNvPr id="11" name="">
            <a:extLst xmlns:a="http://schemas.openxmlformats.org/drawingml/2006/main">
              <a:ext uri="{FF2B5EF4-FFF2-40B4-BE49-F238E27FC236}">
                <a16:creationId xmlns:a16="http://schemas.microsoft.com/office/drawing/2014/main" id="{EBD24566-99B7-4AC1-8365-DEA5E509F2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7AF09E3-CB6C-4692-957B-37EB6630864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62C0254C-C4EB-423E-A800-98427A56BA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106</a:t>
            </a:r>
          </a:p>
        </p:txBody>
      </p:sp>
    </p:spTree>
    <p:extLst>
      <p:ext uri="{BB962C8B-B14F-4D97-AF65-F5344CB8AC3E}">
        <p14:creationId xmlns:p14="http://schemas.microsoft.com/office/powerpoint/2010/main" val="845678087"/>
      </p:ext>
    </p:extLst>
  </p:cSld>
</p:sld>
</file>

<file path=ppt/slides/slide10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80863C-A167-4040-A975-C947503F3FA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D515F99-16B4-41E9-9F96-7E8A34B7541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동료에게 남길 질문</a:t>
            </a:r>
          </a:p>
        </p:txBody>
      </p:sp>
      <p:sp>
        <p:nvSpPr>
          <p:cNvPr id="3" name="">
            <a:extLst xmlns:a="http://schemas.openxmlformats.org/drawingml/2006/main">
              <a:ext uri="{FF2B5EF4-FFF2-40B4-BE49-F238E27FC236}">
                <a16:creationId xmlns:a16="http://schemas.microsoft.com/office/drawing/2014/main" id="{446E3D61-BF63-44B1-A09C-F35AEE04342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확인하지 않은 조건을 두 개 쓰세요.</a:t>
            </a:r>
          </a:p>
        </p:txBody>
      </p:sp>
      <p:sp>
        <p:nvSpPr>
          <p:cNvPr id="4" name="">
            <a:extLst xmlns:a="http://schemas.openxmlformats.org/drawingml/2006/main">
              <a:ext uri="{FF2B5EF4-FFF2-40B4-BE49-F238E27FC236}">
                <a16:creationId xmlns:a16="http://schemas.microsoft.com/office/drawing/2014/main" id="{DC4D2E81-0096-4CC4-85EC-389CADDC4DC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결과를 다시 얻을 방법을 설명하세요.</a:t>
            </a:r>
          </a:p>
        </p:txBody>
      </p:sp>
      <p:sp>
        <p:nvSpPr>
          <p:cNvPr id="5" name="">
            <a:extLst xmlns:a="http://schemas.openxmlformats.org/drawingml/2006/main">
              <a:ext uri="{FF2B5EF4-FFF2-40B4-BE49-F238E27FC236}">
                <a16:creationId xmlns:a16="http://schemas.microsoft.com/office/drawing/2014/main" id="{6859CE5C-0869-41D3-9194-6609CA294B1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316BC1-90ED-442D-BD27-4525398B80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C2EF650E-7A5B-45A8-8D23-3836B51A86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107</a:t>
            </a:r>
          </a:p>
        </p:txBody>
      </p:sp>
    </p:spTree>
    <p:extLst>
      <p:ext uri="{BB962C8B-B14F-4D97-AF65-F5344CB8AC3E}">
        <p14:creationId xmlns:p14="http://schemas.microsoft.com/office/powerpoint/2010/main" val="454903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2026-10-05T03:41:16.1980000Z</dcterms:created>
  <dcterms:modified xsi:type="dcterms:W3CDTF">2026-10-05T03:41:16.1980000Z</dcterms:modified>
</coreProperties>
</file>